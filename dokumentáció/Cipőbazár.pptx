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0D33A-9703-4130-B0CB-3F5F7FC7E1EC}" v="192" dt="2026-03-04T22:11:05.670"/>
    <p1510:client id="{8E708987-0267-48E1-B191-157540C5FBC7}" v="177" dt="2026-03-04T21:52:31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C105C-24B1-42CE-BC31-36113E315AC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FD5064-A8D3-4840-9A71-A4E2F4490229}">
      <dgm:prSet/>
      <dgm:spPr/>
      <dgm:t>
        <a:bodyPr/>
        <a:lstStyle/>
        <a:p>
          <a:r>
            <a:rPr lang="en-US"/>
            <a:t>Termékek böngészése, szűrése, keresése</a:t>
          </a:r>
        </a:p>
      </dgm:t>
    </dgm:pt>
    <dgm:pt modelId="{259C4EBD-F500-4FE3-AF26-C69BD922478B}" type="parTrans" cxnId="{956F6247-8129-4D02-BA77-4AAF1EBDF3F1}">
      <dgm:prSet/>
      <dgm:spPr/>
      <dgm:t>
        <a:bodyPr/>
        <a:lstStyle/>
        <a:p>
          <a:endParaRPr lang="en-US"/>
        </a:p>
      </dgm:t>
    </dgm:pt>
    <dgm:pt modelId="{406DA806-BF3B-4D95-BDA7-11CB6FB89542}" type="sibTrans" cxnId="{956F6247-8129-4D02-BA77-4AAF1EBDF3F1}">
      <dgm:prSet/>
      <dgm:spPr/>
      <dgm:t>
        <a:bodyPr/>
        <a:lstStyle/>
        <a:p>
          <a:endParaRPr lang="en-US"/>
        </a:p>
      </dgm:t>
    </dgm:pt>
    <dgm:pt modelId="{B164BF3C-6254-4373-9B2D-A5A4082E741E}">
      <dgm:prSet/>
      <dgm:spPr/>
      <dgm:t>
        <a:bodyPr/>
        <a:lstStyle/>
        <a:p>
          <a:r>
            <a:rPr lang="en-US"/>
            <a:t>Regisztráció, bejelentkezés, jogosultságkezelés</a:t>
          </a:r>
        </a:p>
      </dgm:t>
    </dgm:pt>
    <dgm:pt modelId="{4E349AAA-D33D-410D-AFF3-1BE5075214F0}" type="parTrans" cxnId="{81B83C2C-9B7C-490E-8129-94C3BB536173}">
      <dgm:prSet/>
      <dgm:spPr/>
      <dgm:t>
        <a:bodyPr/>
        <a:lstStyle/>
        <a:p>
          <a:endParaRPr lang="en-US"/>
        </a:p>
      </dgm:t>
    </dgm:pt>
    <dgm:pt modelId="{4134FA53-E365-44FA-928F-33F19CA94669}" type="sibTrans" cxnId="{81B83C2C-9B7C-490E-8129-94C3BB536173}">
      <dgm:prSet/>
      <dgm:spPr/>
      <dgm:t>
        <a:bodyPr/>
        <a:lstStyle/>
        <a:p>
          <a:endParaRPr lang="en-US"/>
        </a:p>
      </dgm:t>
    </dgm:pt>
    <dgm:pt modelId="{05B98197-EC83-43E9-A68A-6CF18CD14CDC}">
      <dgm:prSet/>
      <dgm:spPr/>
      <dgm:t>
        <a:bodyPr/>
        <a:lstStyle/>
        <a:p>
          <a:r>
            <a:rPr lang="en-US"/>
            <a:t>Kosárkezelés, rendelés leadása</a:t>
          </a:r>
        </a:p>
      </dgm:t>
    </dgm:pt>
    <dgm:pt modelId="{2FDF643D-A482-469A-9982-32130FC5D284}" type="parTrans" cxnId="{94B70083-AFE7-419E-8719-C5FF0A8821FA}">
      <dgm:prSet/>
      <dgm:spPr/>
      <dgm:t>
        <a:bodyPr/>
        <a:lstStyle/>
        <a:p>
          <a:endParaRPr lang="en-US"/>
        </a:p>
      </dgm:t>
    </dgm:pt>
    <dgm:pt modelId="{A26C92E4-F5E3-422E-B535-E69B1293F68B}" type="sibTrans" cxnId="{94B70083-AFE7-419E-8719-C5FF0A8821FA}">
      <dgm:prSet/>
      <dgm:spPr/>
      <dgm:t>
        <a:bodyPr/>
        <a:lstStyle/>
        <a:p>
          <a:endParaRPr lang="en-US"/>
        </a:p>
      </dgm:t>
    </dgm:pt>
    <dgm:pt modelId="{5176AB34-C6EC-4AFB-8FE7-BDFA0B371659}">
      <dgm:prSet/>
      <dgm:spPr/>
      <dgm:t>
        <a:bodyPr/>
        <a:lstStyle/>
        <a:p>
          <a:r>
            <a:rPr lang="en-US"/>
            <a:t>PayPal fizetési integráció</a:t>
          </a:r>
        </a:p>
      </dgm:t>
    </dgm:pt>
    <dgm:pt modelId="{7F4B3B76-444D-438B-AA73-E57FBFB3A7DC}" type="parTrans" cxnId="{B4D25ADE-8E7A-4BEC-92A4-6DCA706D9859}">
      <dgm:prSet/>
      <dgm:spPr/>
      <dgm:t>
        <a:bodyPr/>
        <a:lstStyle/>
        <a:p>
          <a:endParaRPr lang="en-US"/>
        </a:p>
      </dgm:t>
    </dgm:pt>
    <dgm:pt modelId="{2A08E998-48A7-4DB0-93DD-A1B12D913487}" type="sibTrans" cxnId="{B4D25ADE-8E7A-4BEC-92A4-6DCA706D9859}">
      <dgm:prSet/>
      <dgm:spPr/>
      <dgm:t>
        <a:bodyPr/>
        <a:lstStyle/>
        <a:p>
          <a:endParaRPr lang="en-US"/>
        </a:p>
      </dgm:t>
    </dgm:pt>
    <dgm:pt modelId="{811B576E-247B-4610-8F3B-E6D4CA1669FD}">
      <dgm:prSet/>
      <dgm:spPr/>
      <dgm:t>
        <a:bodyPr/>
        <a:lstStyle/>
        <a:p>
          <a:r>
            <a:rPr lang="en-US"/>
            <a:t>Admin felület a teljes körű tartalomkezeléshez</a:t>
          </a:r>
        </a:p>
      </dgm:t>
    </dgm:pt>
    <dgm:pt modelId="{96270856-85DD-46BE-B60B-AA1E1E468230}" type="parTrans" cxnId="{BD180E35-C972-418B-BDDC-87FE3A01F2FD}">
      <dgm:prSet/>
      <dgm:spPr/>
      <dgm:t>
        <a:bodyPr/>
        <a:lstStyle/>
        <a:p>
          <a:endParaRPr lang="en-US"/>
        </a:p>
      </dgm:t>
    </dgm:pt>
    <dgm:pt modelId="{92CF210F-D015-418D-B6DD-A365088D8493}" type="sibTrans" cxnId="{BD180E35-C972-418B-BDDC-87FE3A01F2FD}">
      <dgm:prSet/>
      <dgm:spPr/>
      <dgm:t>
        <a:bodyPr/>
        <a:lstStyle/>
        <a:p>
          <a:endParaRPr lang="en-US"/>
        </a:p>
      </dgm:t>
    </dgm:pt>
    <dgm:pt modelId="{BDE97F59-22EC-4AE3-89B4-0B2920E73DFF}" type="pres">
      <dgm:prSet presAssocID="{E16C105C-24B1-42CE-BC31-36113E315ACD}" presName="linear" presStyleCnt="0">
        <dgm:presLayoutVars>
          <dgm:animLvl val="lvl"/>
          <dgm:resizeHandles val="exact"/>
        </dgm:presLayoutVars>
      </dgm:prSet>
      <dgm:spPr/>
    </dgm:pt>
    <dgm:pt modelId="{B0C705B8-AC5D-4287-949F-59ED6C560980}" type="pres">
      <dgm:prSet presAssocID="{B5FD5064-A8D3-4840-9A71-A4E2F449022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A622B8F-E0BF-457E-9ABB-5C26982A0DA9}" type="pres">
      <dgm:prSet presAssocID="{406DA806-BF3B-4D95-BDA7-11CB6FB89542}" presName="spacer" presStyleCnt="0"/>
      <dgm:spPr/>
    </dgm:pt>
    <dgm:pt modelId="{4C4640D6-1678-4820-9E15-383B0415D3D7}" type="pres">
      <dgm:prSet presAssocID="{B164BF3C-6254-4373-9B2D-A5A4082E741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DFB61D-6E82-44AE-8EEE-C17859400EE9}" type="pres">
      <dgm:prSet presAssocID="{4134FA53-E365-44FA-928F-33F19CA94669}" presName="spacer" presStyleCnt="0"/>
      <dgm:spPr/>
    </dgm:pt>
    <dgm:pt modelId="{6FC18333-1B8C-428F-8EAF-6730A4176B91}" type="pres">
      <dgm:prSet presAssocID="{05B98197-EC83-43E9-A68A-6CF18CD14C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784A768-DBD9-4438-BA01-6CDDF8207241}" type="pres">
      <dgm:prSet presAssocID="{A26C92E4-F5E3-422E-B535-E69B1293F68B}" presName="spacer" presStyleCnt="0"/>
      <dgm:spPr/>
    </dgm:pt>
    <dgm:pt modelId="{C36A10F2-002C-4791-92B2-5D89F4803667}" type="pres">
      <dgm:prSet presAssocID="{5176AB34-C6EC-4AFB-8FE7-BDFA0B37165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2FDCE2F-BB4F-475B-9781-F97B5D3D9E46}" type="pres">
      <dgm:prSet presAssocID="{2A08E998-48A7-4DB0-93DD-A1B12D913487}" presName="spacer" presStyleCnt="0"/>
      <dgm:spPr/>
    </dgm:pt>
    <dgm:pt modelId="{352169E4-7306-49F1-BE48-27320B4DE63E}" type="pres">
      <dgm:prSet presAssocID="{811B576E-247B-4610-8F3B-E6D4CA1669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D49DA0D-505F-4BC5-9BAE-259FC196BF82}" type="presOf" srcId="{05B98197-EC83-43E9-A68A-6CF18CD14CDC}" destId="{6FC18333-1B8C-428F-8EAF-6730A4176B91}" srcOrd="0" destOrd="0" presId="urn:microsoft.com/office/officeart/2005/8/layout/vList2"/>
    <dgm:cxn modelId="{81B83C2C-9B7C-490E-8129-94C3BB536173}" srcId="{E16C105C-24B1-42CE-BC31-36113E315ACD}" destId="{B164BF3C-6254-4373-9B2D-A5A4082E741E}" srcOrd="1" destOrd="0" parTransId="{4E349AAA-D33D-410D-AFF3-1BE5075214F0}" sibTransId="{4134FA53-E365-44FA-928F-33F19CA94669}"/>
    <dgm:cxn modelId="{BD180E35-C972-418B-BDDC-87FE3A01F2FD}" srcId="{E16C105C-24B1-42CE-BC31-36113E315ACD}" destId="{811B576E-247B-4610-8F3B-E6D4CA1669FD}" srcOrd="4" destOrd="0" parTransId="{96270856-85DD-46BE-B60B-AA1E1E468230}" sibTransId="{92CF210F-D015-418D-B6DD-A365088D8493}"/>
    <dgm:cxn modelId="{9E49985C-F419-4EE5-90F0-D2EEBA654951}" type="presOf" srcId="{811B576E-247B-4610-8F3B-E6D4CA1669FD}" destId="{352169E4-7306-49F1-BE48-27320B4DE63E}" srcOrd="0" destOrd="0" presId="urn:microsoft.com/office/officeart/2005/8/layout/vList2"/>
    <dgm:cxn modelId="{956F6247-8129-4D02-BA77-4AAF1EBDF3F1}" srcId="{E16C105C-24B1-42CE-BC31-36113E315ACD}" destId="{B5FD5064-A8D3-4840-9A71-A4E2F4490229}" srcOrd="0" destOrd="0" parTransId="{259C4EBD-F500-4FE3-AF26-C69BD922478B}" sibTransId="{406DA806-BF3B-4D95-BDA7-11CB6FB89542}"/>
    <dgm:cxn modelId="{94B70083-AFE7-419E-8719-C5FF0A8821FA}" srcId="{E16C105C-24B1-42CE-BC31-36113E315ACD}" destId="{05B98197-EC83-43E9-A68A-6CF18CD14CDC}" srcOrd="2" destOrd="0" parTransId="{2FDF643D-A482-469A-9982-32130FC5D284}" sibTransId="{A26C92E4-F5E3-422E-B535-E69B1293F68B}"/>
    <dgm:cxn modelId="{C91A1086-6CA4-4D96-A03B-463744E50140}" type="presOf" srcId="{B164BF3C-6254-4373-9B2D-A5A4082E741E}" destId="{4C4640D6-1678-4820-9E15-383B0415D3D7}" srcOrd="0" destOrd="0" presId="urn:microsoft.com/office/officeart/2005/8/layout/vList2"/>
    <dgm:cxn modelId="{FC89D687-6199-4F15-A74D-64375B0A6C8C}" type="presOf" srcId="{5176AB34-C6EC-4AFB-8FE7-BDFA0B371659}" destId="{C36A10F2-002C-4791-92B2-5D89F4803667}" srcOrd="0" destOrd="0" presId="urn:microsoft.com/office/officeart/2005/8/layout/vList2"/>
    <dgm:cxn modelId="{CD12B2B6-EBDE-4BBF-93EA-3D9CE3EDB646}" type="presOf" srcId="{E16C105C-24B1-42CE-BC31-36113E315ACD}" destId="{BDE97F59-22EC-4AE3-89B4-0B2920E73DFF}" srcOrd="0" destOrd="0" presId="urn:microsoft.com/office/officeart/2005/8/layout/vList2"/>
    <dgm:cxn modelId="{EB9530BA-7859-46B5-930E-41261318091D}" type="presOf" srcId="{B5FD5064-A8D3-4840-9A71-A4E2F4490229}" destId="{B0C705B8-AC5D-4287-949F-59ED6C560980}" srcOrd="0" destOrd="0" presId="urn:microsoft.com/office/officeart/2005/8/layout/vList2"/>
    <dgm:cxn modelId="{B4D25ADE-8E7A-4BEC-92A4-6DCA706D9859}" srcId="{E16C105C-24B1-42CE-BC31-36113E315ACD}" destId="{5176AB34-C6EC-4AFB-8FE7-BDFA0B371659}" srcOrd="3" destOrd="0" parTransId="{7F4B3B76-444D-438B-AA73-E57FBFB3A7DC}" sibTransId="{2A08E998-48A7-4DB0-93DD-A1B12D913487}"/>
    <dgm:cxn modelId="{D9242A2D-1A95-41DA-9B7E-4140799C6603}" type="presParOf" srcId="{BDE97F59-22EC-4AE3-89B4-0B2920E73DFF}" destId="{B0C705B8-AC5D-4287-949F-59ED6C560980}" srcOrd="0" destOrd="0" presId="urn:microsoft.com/office/officeart/2005/8/layout/vList2"/>
    <dgm:cxn modelId="{E019CBC5-BBDA-4326-B2B0-9F9FC6F42B90}" type="presParOf" srcId="{BDE97F59-22EC-4AE3-89B4-0B2920E73DFF}" destId="{EA622B8F-E0BF-457E-9ABB-5C26982A0DA9}" srcOrd="1" destOrd="0" presId="urn:microsoft.com/office/officeart/2005/8/layout/vList2"/>
    <dgm:cxn modelId="{F8B18888-1FE1-4904-8831-A0FF65849F2D}" type="presParOf" srcId="{BDE97F59-22EC-4AE3-89B4-0B2920E73DFF}" destId="{4C4640D6-1678-4820-9E15-383B0415D3D7}" srcOrd="2" destOrd="0" presId="urn:microsoft.com/office/officeart/2005/8/layout/vList2"/>
    <dgm:cxn modelId="{6398655D-0321-4EC9-B82E-FF91E63405E9}" type="presParOf" srcId="{BDE97F59-22EC-4AE3-89B4-0B2920E73DFF}" destId="{E3DFB61D-6E82-44AE-8EEE-C17859400EE9}" srcOrd="3" destOrd="0" presId="urn:microsoft.com/office/officeart/2005/8/layout/vList2"/>
    <dgm:cxn modelId="{82AD2AC4-2924-4533-90D6-BD1D468FB080}" type="presParOf" srcId="{BDE97F59-22EC-4AE3-89B4-0B2920E73DFF}" destId="{6FC18333-1B8C-428F-8EAF-6730A4176B91}" srcOrd="4" destOrd="0" presId="urn:microsoft.com/office/officeart/2005/8/layout/vList2"/>
    <dgm:cxn modelId="{2AB297CC-2DA9-4CC5-ACA8-7EB8D4E83EA1}" type="presParOf" srcId="{BDE97F59-22EC-4AE3-89B4-0B2920E73DFF}" destId="{8784A768-DBD9-4438-BA01-6CDDF8207241}" srcOrd="5" destOrd="0" presId="urn:microsoft.com/office/officeart/2005/8/layout/vList2"/>
    <dgm:cxn modelId="{8A0A739B-3E51-4794-8589-A02E35C73B9C}" type="presParOf" srcId="{BDE97F59-22EC-4AE3-89B4-0B2920E73DFF}" destId="{C36A10F2-002C-4791-92B2-5D89F4803667}" srcOrd="6" destOrd="0" presId="urn:microsoft.com/office/officeart/2005/8/layout/vList2"/>
    <dgm:cxn modelId="{2833C4A4-6EFB-4659-A673-F2E4F75FD5C4}" type="presParOf" srcId="{BDE97F59-22EC-4AE3-89B4-0B2920E73DFF}" destId="{12FDCE2F-BB4F-475B-9781-F97B5D3D9E46}" srcOrd="7" destOrd="0" presId="urn:microsoft.com/office/officeart/2005/8/layout/vList2"/>
    <dgm:cxn modelId="{608AD8BC-B08E-4F49-903A-A8835ED0F101}" type="presParOf" srcId="{BDE97F59-22EC-4AE3-89B4-0B2920E73DFF}" destId="{352169E4-7306-49F1-BE48-27320B4DE63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2E6909-AA96-48E4-B8A9-C3075FD34D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3D48A3-80E5-4584-BEB2-D507EE5A6470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Szerver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Apache (online hosting)</a:t>
          </a:r>
        </a:p>
      </dgm:t>
    </dgm:pt>
    <dgm:pt modelId="{F105AB54-0D5F-48B4-B363-57B7F0DFB727}" type="parTrans" cxnId="{606077BE-BB2D-41CF-BA5B-86A1CAFD9AA4}">
      <dgm:prSet/>
      <dgm:spPr/>
      <dgm:t>
        <a:bodyPr/>
        <a:lstStyle/>
        <a:p>
          <a:endParaRPr lang="en-US"/>
        </a:p>
      </dgm:t>
    </dgm:pt>
    <dgm:pt modelId="{2D3C87AF-6BBC-4369-BF41-EC30944EBBB1}" type="sibTrans" cxnId="{606077BE-BB2D-41CF-BA5B-86A1CAFD9AA4}">
      <dgm:prSet/>
      <dgm:spPr/>
      <dgm:t>
        <a:bodyPr/>
        <a:lstStyle/>
        <a:p>
          <a:endParaRPr lang="en-US"/>
        </a:p>
      </dgm:t>
    </dgm:pt>
    <dgm:pt modelId="{1C157AF8-572A-49FA-8AD1-DD37C8DB41AC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Backend: PHP (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natív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,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keretrendszer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nélkül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1A23E3EA-2F2A-4E30-B14F-BF35811009C5}" type="parTrans" cxnId="{C29D177E-FFAA-45FB-A8EC-59838ABD51B2}">
      <dgm:prSet/>
      <dgm:spPr/>
    </dgm:pt>
    <dgm:pt modelId="{B051FFE4-012C-4CE6-94D2-7B983BB65E5C}" type="sibTrans" cxnId="{C29D177E-FFAA-45FB-A8EC-59838ABD51B2}">
      <dgm:prSet/>
      <dgm:spPr/>
    </dgm:pt>
    <dgm:pt modelId="{1B537085-E5F5-415F-8D22-F83F168B5D91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Adatbázis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MySQL (phpMyAdmin)</a:t>
          </a:r>
        </a:p>
      </dgm:t>
    </dgm:pt>
    <dgm:pt modelId="{88F4EE2F-0CE2-480A-BCCC-2AD0D855C0EB}" type="parTrans" cxnId="{3C1A3C8D-8EB6-4145-AD3C-063EC65A5050}">
      <dgm:prSet/>
      <dgm:spPr/>
    </dgm:pt>
    <dgm:pt modelId="{92A2670A-13CE-41EB-9D33-018D19E7C863}" type="sibTrans" cxnId="{3C1A3C8D-8EB6-4145-AD3C-063EC65A5050}">
      <dgm:prSet/>
      <dgm:spPr/>
    </dgm:pt>
    <dgm:pt modelId="{1F030698-E951-4B42-8C67-032ECBE43A2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Frontend: HTML5, CSS3, JavaScript</a:t>
          </a:r>
        </a:p>
      </dgm:t>
    </dgm:pt>
    <dgm:pt modelId="{63EB63E5-F6CD-4AC7-B590-673C7361480D}" type="parTrans" cxnId="{FA1B0294-91B9-4DF2-84F2-395CC0953E49}">
      <dgm:prSet/>
      <dgm:spPr/>
    </dgm:pt>
    <dgm:pt modelId="{F1C0E76A-716C-4640-A4E8-356104BFDAA9}" type="sibTrans" cxnId="{FA1B0294-91B9-4DF2-84F2-395CC0953E49}">
      <dgm:prSet/>
      <dgm:spPr/>
    </dgm:pt>
    <dgm:pt modelId="{76CE64FF-E512-4321-B4CA-2C3A1CB5932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Könyvtárak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</a:t>
          </a:r>
        </a:p>
      </dgm:t>
    </dgm:pt>
    <dgm:pt modelId="{5CA78447-D251-4D5F-B421-AB6942130D9C}" type="parTrans" cxnId="{ABF12A78-00DB-421E-B83E-9170A5ED49B2}">
      <dgm:prSet/>
      <dgm:spPr/>
    </dgm:pt>
    <dgm:pt modelId="{0306B827-6ACF-4C5E-8D0D-34300A66EBCD}" type="sibTrans" cxnId="{ABF12A78-00DB-421E-B83E-9170A5ED49B2}">
      <dgm:prSet/>
      <dgm:spPr/>
    </dgm:pt>
    <dgm:pt modelId="{AEFF3482-0E5B-4BB1-8323-EE9A3A225E4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Bootstrap 5 (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reszponzív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dizájn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0D3DE8AA-5FAB-4CF4-A05F-55CD22FC02C3}" type="parTrans" cxnId="{3FDD23F6-99DD-4570-B150-C75731746261}">
      <dgm:prSet/>
      <dgm:spPr/>
    </dgm:pt>
    <dgm:pt modelId="{5C3EB822-47C9-4981-8D46-43168F2F3595}" type="sibTrans" cxnId="{3FDD23F6-99DD-4570-B150-C75731746261}">
      <dgm:prSet/>
      <dgm:spPr/>
    </dgm:pt>
    <dgm:pt modelId="{7848AEA6-EA88-4287-8693-94E021F2759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jQuery (AJAX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hívások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C9AB6308-6369-4FEA-B0D6-FC32A9D87358}" type="parTrans" cxnId="{64EFC46C-E78F-4672-A5A7-4B98242BFF91}">
      <dgm:prSet/>
      <dgm:spPr/>
    </dgm:pt>
    <dgm:pt modelId="{D0A76114-6EF4-4946-886B-3CED5CA5B159}" type="sibTrans" cxnId="{64EFC46C-E78F-4672-A5A7-4B98242BFF91}">
      <dgm:prSet/>
      <dgm:spPr/>
    </dgm:pt>
    <dgm:pt modelId="{DDA32E7B-5FDD-40BF-B0B3-F365BE89FB06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AOS (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animációk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2BE17E60-9275-4154-8C38-1BA4D1A5F704}" type="parTrans" cxnId="{4D48CBA0-39B6-415E-B933-E408A69D0ABC}">
      <dgm:prSet/>
      <dgm:spPr/>
    </dgm:pt>
    <dgm:pt modelId="{9CA6A70D-AF6D-4FA5-A5A9-77B307734D16}" type="sibTrans" cxnId="{4D48CBA0-39B6-415E-B933-E408A69D0ABC}">
      <dgm:prSet/>
      <dgm:spPr/>
    </dgm:pt>
    <dgm:pt modelId="{5FB56C64-4200-4FE9-AEF4-50B4BA21BFF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Fizetés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PayPal REST API (Sandbox)</a:t>
          </a:r>
        </a:p>
      </dgm:t>
    </dgm:pt>
    <dgm:pt modelId="{8AFF2A50-8EA8-4EAD-BBE5-299C73ACADC1}" type="parTrans" cxnId="{085C0AC6-0060-40C8-A61A-9E2533BB1AB5}">
      <dgm:prSet/>
      <dgm:spPr/>
    </dgm:pt>
    <dgm:pt modelId="{1B646DEB-33EE-4B74-AAD0-DFB5FEBDDF4A}" type="sibTrans" cxnId="{085C0AC6-0060-40C8-A61A-9E2533BB1AB5}">
      <dgm:prSet/>
      <dgm:spPr/>
    </dgm:pt>
    <dgm:pt modelId="{DBCAD87D-BA2C-4DEB-BF5E-213ACEE5C280}" type="pres">
      <dgm:prSet presAssocID="{F42E6909-AA96-48E4-B8A9-C3075FD34D81}" presName="linear" presStyleCnt="0">
        <dgm:presLayoutVars>
          <dgm:animLvl val="lvl"/>
          <dgm:resizeHandles val="exact"/>
        </dgm:presLayoutVars>
      </dgm:prSet>
      <dgm:spPr/>
    </dgm:pt>
    <dgm:pt modelId="{D63BBEEE-1D61-485F-B869-E4EC8703EB97}" type="pres">
      <dgm:prSet presAssocID="{1C157AF8-572A-49FA-8AD1-DD37C8DB41AC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CB8F8EB7-C678-441D-ADC5-B757761EE6C8}" type="pres">
      <dgm:prSet presAssocID="{B051FFE4-012C-4CE6-94D2-7B983BB65E5C}" presName="spacer" presStyleCnt="0"/>
      <dgm:spPr/>
    </dgm:pt>
    <dgm:pt modelId="{BA4764EA-9B23-41C8-B7FE-1BB9CE2679F9}" type="pres">
      <dgm:prSet presAssocID="{1B537085-E5F5-415F-8D22-F83F168B5D91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959B4645-C0F0-4CA2-8B49-5D82ED66624F}" type="pres">
      <dgm:prSet presAssocID="{92A2670A-13CE-41EB-9D33-018D19E7C863}" presName="spacer" presStyleCnt="0"/>
      <dgm:spPr/>
    </dgm:pt>
    <dgm:pt modelId="{1B8C020C-DA4E-4C1C-A0DF-E389110C10CF}" type="pres">
      <dgm:prSet presAssocID="{1F030698-E951-4B42-8C67-032ECBE43A2D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A52045EC-36CB-4CDC-B4D3-A909F6B3300D}" type="pres">
      <dgm:prSet presAssocID="{F1C0E76A-716C-4640-A4E8-356104BFDAA9}" presName="spacer" presStyleCnt="0"/>
      <dgm:spPr/>
    </dgm:pt>
    <dgm:pt modelId="{BFF226BA-A294-43D2-89C6-AC2A48406884}" type="pres">
      <dgm:prSet presAssocID="{76CE64FF-E512-4321-B4CA-2C3A1CB59323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A45B2E0B-A794-44C2-9C23-F26A0093A81F}" type="pres">
      <dgm:prSet presAssocID="{0306B827-6ACF-4C5E-8D0D-34300A66EBCD}" presName="spacer" presStyleCnt="0"/>
      <dgm:spPr/>
    </dgm:pt>
    <dgm:pt modelId="{41273B3C-5279-4677-A3EC-A40AE2325713}" type="pres">
      <dgm:prSet presAssocID="{AEFF3482-0E5B-4BB1-8323-EE9A3A225E42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E5BCD82C-514F-41A0-940E-176B0EF7BE7F}" type="pres">
      <dgm:prSet presAssocID="{5C3EB822-47C9-4981-8D46-43168F2F3595}" presName="spacer" presStyleCnt="0"/>
      <dgm:spPr/>
    </dgm:pt>
    <dgm:pt modelId="{448A6726-1832-4241-968F-1D9153052899}" type="pres">
      <dgm:prSet presAssocID="{7848AEA6-EA88-4287-8693-94E021F2759D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F380585-7AC6-494B-8BE6-3D9281D7EA59}" type="pres">
      <dgm:prSet presAssocID="{D0A76114-6EF4-4946-886B-3CED5CA5B159}" presName="spacer" presStyleCnt="0"/>
      <dgm:spPr/>
    </dgm:pt>
    <dgm:pt modelId="{F18E8724-F4E5-4A6E-B700-F8FFC4587606}" type="pres">
      <dgm:prSet presAssocID="{DDA32E7B-5FDD-40BF-B0B3-F365BE89FB06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29EEB1D5-6AAC-4284-BEC4-83FCEDA69E66}" type="pres">
      <dgm:prSet presAssocID="{9CA6A70D-AF6D-4FA5-A5A9-77B307734D16}" presName="spacer" presStyleCnt="0"/>
      <dgm:spPr/>
    </dgm:pt>
    <dgm:pt modelId="{3604CA86-D634-472B-B492-0E011D80B45D}" type="pres">
      <dgm:prSet presAssocID="{5FB56C64-4200-4FE9-AEF4-50B4BA21BFF5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298EB186-1E7A-4800-95D5-200FC152FDD0}" type="pres">
      <dgm:prSet presAssocID="{1B646DEB-33EE-4B74-AAD0-DFB5FEBDDF4A}" presName="spacer" presStyleCnt="0"/>
      <dgm:spPr/>
    </dgm:pt>
    <dgm:pt modelId="{14BD4D46-B44D-4C88-9EF9-C43B1DED303F}" type="pres">
      <dgm:prSet presAssocID="{483D48A3-80E5-4584-BEB2-D507EE5A6470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6FECA806-4BD8-4024-A908-EF26B59543EB}" type="presOf" srcId="{F42E6909-AA96-48E4-B8A9-C3075FD34D81}" destId="{DBCAD87D-BA2C-4DEB-BF5E-213ACEE5C280}" srcOrd="0" destOrd="0" presId="urn:microsoft.com/office/officeart/2005/8/layout/vList2"/>
    <dgm:cxn modelId="{1505CA15-4808-41CA-8524-A22EBCE7C22E}" type="presOf" srcId="{1B537085-E5F5-415F-8D22-F83F168B5D91}" destId="{BA4764EA-9B23-41C8-B7FE-1BB9CE2679F9}" srcOrd="0" destOrd="0" presId="urn:microsoft.com/office/officeart/2005/8/layout/vList2"/>
    <dgm:cxn modelId="{96D21E32-2CF1-4A2B-B887-848A86E016D1}" type="presOf" srcId="{76CE64FF-E512-4321-B4CA-2C3A1CB59323}" destId="{BFF226BA-A294-43D2-89C6-AC2A48406884}" srcOrd="0" destOrd="0" presId="urn:microsoft.com/office/officeart/2005/8/layout/vList2"/>
    <dgm:cxn modelId="{64EFC46C-E78F-4672-A5A7-4B98242BFF91}" srcId="{F42E6909-AA96-48E4-B8A9-C3075FD34D81}" destId="{7848AEA6-EA88-4287-8693-94E021F2759D}" srcOrd="5" destOrd="0" parTransId="{C9AB6308-6369-4FEA-B0D6-FC32A9D87358}" sibTransId="{D0A76114-6EF4-4946-886B-3CED5CA5B159}"/>
    <dgm:cxn modelId="{61DA0D52-B48A-4680-BBFE-EE19CDD2DE3A}" type="presOf" srcId="{483D48A3-80E5-4584-BEB2-D507EE5A6470}" destId="{14BD4D46-B44D-4C88-9EF9-C43B1DED303F}" srcOrd="0" destOrd="0" presId="urn:microsoft.com/office/officeart/2005/8/layout/vList2"/>
    <dgm:cxn modelId="{ABF12A78-00DB-421E-B83E-9170A5ED49B2}" srcId="{F42E6909-AA96-48E4-B8A9-C3075FD34D81}" destId="{76CE64FF-E512-4321-B4CA-2C3A1CB59323}" srcOrd="3" destOrd="0" parTransId="{5CA78447-D251-4D5F-B421-AB6942130D9C}" sibTransId="{0306B827-6ACF-4C5E-8D0D-34300A66EBCD}"/>
    <dgm:cxn modelId="{C29D177E-FFAA-45FB-A8EC-59838ABD51B2}" srcId="{F42E6909-AA96-48E4-B8A9-C3075FD34D81}" destId="{1C157AF8-572A-49FA-8AD1-DD37C8DB41AC}" srcOrd="0" destOrd="0" parTransId="{1A23E3EA-2F2A-4E30-B14F-BF35811009C5}" sibTransId="{B051FFE4-012C-4CE6-94D2-7B983BB65E5C}"/>
    <dgm:cxn modelId="{A0D33386-A036-4DEB-A737-126D6969F878}" type="presOf" srcId="{1C157AF8-572A-49FA-8AD1-DD37C8DB41AC}" destId="{D63BBEEE-1D61-485F-B869-E4EC8703EB97}" srcOrd="0" destOrd="0" presId="urn:microsoft.com/office/officeart/2005/8/layout/vList2"/>
    <dgm:cxn modelId="{3C1A3C8D-8EB6-4145-AD3C-063EC65A5050}" srcId="{F42E6909-AA96-48E4-B8A9-C3075FD34D81}" destId="{1B537085-E5F5-415F-8D22-F83F168B5D91}" srcOrd="1" destOrd="0" parTransId="{88F4EE2F-0CE2-480A-BCCC-2AD0D855C0EB}" sibTransId="{92A2670A-13CE-41EB-9D33-018D19E7C863}"/>
    <dgm:cxn modelId="{D09CB893-03FA-4FC3-BF58-4A70F613427B}" type="presOf" srcId="{7848AEA6-EA88-4287-8693-94E021F2759D}" destId="{448A6726-1832-4241-968F-1D9153052899}" srcOrd="0" destOrd="0" presId="urn:microsoft.com/office/officeart/2005/8/layout/vList2"/>
    <dgm:cxn modelId="{FA1B0294-91B9-4DF2-84F2-395CC0953E49}" srcId="{F42E6909-AA96-48E4-B8A9-C3075FD34D81}" destId="{1F030698-E951-4B42-8C67-032ECBE43A2D}" srcOrd="2" destOrd="0" parTransId="{63EB63E5-F6CD-4AC7-B590-673C7361480D}" sibTransId="{F1C0E76A-716C-4640-A4E8-356104BFDAA9}"/>
    <dgm:cxn modelId="{D2909895-A58D-48CD-9D86-67AC7A286ECE}" type="presOf" srcId="{1F030698-E951-4B42-8C67-032ECBE43A2D}" destId="{1B8C020C-DA4E-4C1C-A0DF-E389110C10CF}" srcOrd="0" destOrd="0" presId="urn:microsoft.com/office/officeart/2005/8/layout/vList2"/>
    <dgm:cxn modelId="{66E6A69A-B361-4B41-A688-6D68759CBF92}" type="presOf" srcId="{AEFF3482-0E5B-4BB1-8323-EE9A3A225E42}" destId="{41273B3C-5279-4677-A3EC-A40AE2325713}" srcOrd="0" destOrd="0" presId="urn:microsoft.com/office/officeart/2005/8/layout/vList2"/>
    <dgm:cxn modelId="{4D48CBA0-39B6-415E-B933-E408A69D0ABC}" srcId="{F42E6909-AA96-48E4-B8A9-C3075FD34D81}" destId="{DDA32E7B-5FDD-40BF-B0B3-F365BE89FB06}" srcOrd="6" destOrd="0" parTransId="{2BE17E60-9275-4154-8C38-1BA4D1A5F704}" sibTransId="{9CA6A70D-AF6D-4FA5-A5A9-77B307734D16}"/>
    <dgm:cxn modelId="{606077BE-BB2D-41CF-BA5B-86A1CAFD9AA4}" srcId="{F42E6909-AA96-48E4-B8A9-C3075FD34D81}" destId="{483D48A3-80E5-4584-BEB2-D507EE5A6470}" srcOrd="8" destOrd="0" parTransId="{F105AB54-0D5F-48B4-B363-57B7F0DFB727}" sibTransId="{2D3C87AF-6BBC-4369-BF41-EC30944EBBB1}"/>
    <dgm:cxn modelId="{085C0AC6-0060-40C8-A61A-9E2533BB1AB5}" srcId="{F42E6909-AA96-48E4-B8A9-C3075FD34D81}" destId="{5FB56C64-4200-4FE9-AEF4-50B4BA21BFF5}" srcOrd="7" destOrd="0" parTransId="{8AFF2A50-8EA8-4EAD-BBE5-299C73ACADC1}" sibTransId="{1B646DEB-33EE-4B74-AAD0-DFB5FEBDDF4A}"/>
    <dgm:cxn modelId="{51FAC0EA-02C8-40D3-8495-C7D02E759043}" type="presOf" srcId="{5FB56C64-4200-4FE9-AEF4-50B4BA21BFF5}" destId="{3604CA86-D634-472B-B492-0E011D80B45D}" srcOrd="0" destOrd="0" presId="urn:microsoft.com/office/officeart/2005/8/layout/vList2"/>
    <dgm:cxn modelId="{3FDD23F6-99DD-4570-B150-C75731746261}" srcId="{F42E6909-AA96-48E4-B8A9-C3075FD34D81}" destId="{AEFF3482-0E5B-4BB1-8323-EE9A3A225E42}" srcOrd="4" destOrd="0" parTransId="{0D3DE8AA-5FAB-4CF4-A05F-55CD22FC02C3}" sibTransId="{5C3EB822-47C9-4981-8D46-43168F2F3595}"/>
    <dgm:cxn modelId="{DBC921F8-5377-45DF-9768-3FDB1032415C}" type="presOf" srcId="{DDA32E7B-5FDD-40BF-B0B3-F365BE89FB06}" destId="{F18E8724-F4E5-4A6E-B700-F8FFC4587606}" srcOrd="0" destOrd="0" presId="urn:microsoft.com/office/officeart/2005/8/layout/vList2"/>
    <dgm:cxn modelId="{5798415F-ED20-44BD-A2C8-57474266474C}" type="presParOf" srcId="{DBCAD87D-BA2C-4DEB-BF5E-213ACEE5C280}" destId="{D63BBEEE-1D61-485F-B869-E4EC8703EB97}" srcOrd="0" destOrd="0" presId="urn:microsoft.com/office/officeart/2005/8/layout/vList2"/>
    <dgm:cxn modelId="{DAA619C3-C291-443A-B50F-A5E4799C8470}" type="presParOf" srcId="{DBCAD87D-BA2C-4DEB-BF5E-213ACEE5C280}" destId="{CB8F8EB7-C678-441D-ADC5-B757761EE6C8}" srcOrd="1" destOrd="0" presId="urn:microsoft.com/office/officeart/2005/8/layout/vList2"/>
    <dgm:cxn modelId="{03C53166-3B8E-4355-91EF-A006BBD61BDB}" type="presParOf" srcId="{DBCAD87D-BA2C-4DEB-BF5E-213ACEE5C280}" destId="{BA4764EA-9B23-41C8-B7FE-1BB9CE2679F9}" srcOrd="2" destOrd="0" presId="urn:microsoft.com/office/officeart/2005/8/layout/vList2"/>
    <dgm:cxn modelId="{F3D5E07D-7A0A-4016-9019-7433C556B641}" type="presParOf" srcId="{DBCAD87D-BA2C-4DEB-BF5E-213ACEE5C280}" destId="{959B4645-C0F0-4CA2-8B49-5D82ED66624F}" srcOrd="3" destOrd="0" presId="urn:microsoft.com/office/officeart/2005/8/layout/vList2"/>
    <dgm:cxn modelId="{0C28E889-2C4F-4F26-A745-7D7912C1F0F1}" type="presParOf" srcId="{DBCAD87D-BA2C-4DEB-BF5E-213ACEE5C280}" destId="{1B8C020C-DA4E-4C1C-A0DF-E389110C10CF}" srcOrd="4" destOrd="0" presId="urn:microsoft.com/office/officeart/2005/8/layout/vList2"/>
    <dgm:cxn modelId="{6EE6B0DE-BB54-40ED-961E-B829BCEDE558}" type="presParOf" srcId="{DBCAD87D-BA2C-4DEB-BF5E-213ACEE5C280}" destId="{A52045EC-36CB-4CDC-B4D3-A909F6B3300D}" srcOrd="5" destOrd="0" presId="urn:microsoft.com/office/officeart/2005/8/layout/vList2"/>
    <dgm:cxn modelId="{D6634F7E-CAD4-4D08-B98F-79E4240BAA04}" type="presParOf" srcId="{DBCAD87D-BA2C-4DEB-BF5E-213ACEE5C280}" destId="{BFF226BA-A294-43D2-89C6-AC2A48406884}" srcOrd="6" destOrd="0" presId="urn:microsoft.com/office/officeart/2005/8/layout/vList2"/>
    <dgm:cxn modelId="{366BC089-CDC9-4E40-AF67-D4F414EF19B7}" type="presParOf" srcId="{DBCAD87D-BA2C-4DEB-BF5E-213ACEE5C280}" destId="{A45B2E0B-A794-44C2-9C23-F26A0093A81F}" srcOrd="7" destOrd="0" presId="urn:microsoft.com/office/officeart/2005/8/layout/vList2"/>
    <dgm:cxn modelId="{A81A3B80-A67A-4005-BEBE-04F20B28B035}" type="presParOf" srcId="{DBCAD87D-BA2C-4DEB-BF5E-213ACEE5C280}" destId="{41273B3C-5279-4677-A3EC-A40AE2325713}" srcOrd="8" destOrd="0" presId="urn:microsoft.com/office/officeart/2005/8/layout/vList2"/>
    <dgm:cxn modelId="{BFDDE172-A863-45DB-995E-C02F5A96C7A4}" type="presParOf" srcId="{DBCAD87D-BA2C-4DEB-BF5E-213ACEE5C280}" destId="{E5BCD82C-514F-41A0-940E-176B0EF7BE7F}" srcOrd="9" destOrd="0" presId="urn:microsoft.com/office/officeart/2005/8/layout/vList2"/>
    <dgm:cxn modelId="{C75FF508-B94D-4674-A26B-FC1F81C692AE}" type="presParOf" srcId="{DBCAD87D-BA2C-4DEB-BF5E-213ACEE5C280}" destId="{448A6726-1832-4241-968F-1D9153052899}" srcOrd="10" destOrd="0" presId="urn:microsoft.com/office/officeart/2005/8/layout/vList2"/>
    <dgm:cxn modelId="{8E155C31-649E-4426-9ADA-0D019DA1C017}" type="presParOf" srcId="{DBCAD87D-BA2C-4DEB-BF5E-213ACEE5C280}" destId="{8F380585-7AC6-494B-8BE6-3D9281D7EA59}" srcOrd="11" destOrd="0" presId="urn:microsoft.com/office/officeart/2005/8/layout/vList2"/>
    <dgm:cxn modelId="{37E35424-1F0C-4AB1-AAF0-F076B7D5A261}" type="presParOf" srcId="{DBCAD87D-BA2C-4DEB-BF5E-213ACEE5C280}" destId="{F18E8724-F4E5-4A6E-B700-F8FFC4587606}" srcOrd="12" destOrd="0" presId="urn:microsoft.com/office/officeart/2005/8/layout/vList2"/>
    <dgm:cxn modelId="{87B8C70C-5CB9-41DA-8BED-F5CBA0C328A0}" type="presParOf" srcId="{DBCAD87D-BA2C-4DEB-BF5E-213ACEE5C280}" destId="{29EEB1D5-6AAC-4284-BEC4-83FCEDA69E66}" srcOrd="13" destOrd="0" presId="urn:microsoft.com/office/officeart/2005/8/layout/vList2"/>
    <dgm:cxn modelId="{E43A5877-165D-4CAF-B639-CA1A4CD16BF1}" type="presParOf" srcId="{DBCAD87D-BA2C-4DEB-BF5E-213ACEE5C280}" destId="{3604CA86-D634-472B-B492-0E011D80B45D}" srcOrd="14" destOrd="0" presId="urn:microsoft.com/office/officeart/2005/8/layout/vList2"/>
    <dgm:cxn modelId="{3872D7D2-FAA6-452D-9644-271E098EE576}" type="presParOf" srcId="{DBCAD87D-BA2C-4DEB-BF5E-213ACEE5C280}" destId="{298EB186-1E7A-4800-95D5-200FC152FDD0}" srcOrd="15" destOrd="0" presId="urn:microsoft.com/office/officeart/2005/8/layout/vList2"/>
    <dgm:cxn modelId="{1C168D6F-64F4-4341-BAD3-0B58C0541658}" type="presParOf" srcId="{DBCAD87D-BA2C-4DEB-BF5E-213ACEE5C280}" destId="{14BD4D46-B44D-4C88-9EF9-C43B1DED303F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AEB317-9B83-4785-A9D6-49419CAAAA7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BE86A3-8A91-45F6-B85A-EC5995FB22E3}">
      <dgm:prSet/>
      <dgm:spPr/>
      <dgm:t>
        <a:bodyPr/>
        <a:lstStyle/>
        <a:p>
          <a:r>
            <a:rPr lang="en-US"/>
            <a:t>Táblák:</a:t>
          </a:r>
        </a:p>
      </dgm:t>
    </dgm:pt>
    <dgm:pt modelId="{26D3E40C-C83C-4D74-B5DC-05979996E571}" type="parTrans" cxnId="{0750699F-6E0E-4E15-819C-1800D6104E18}">
      <dgm:prSet/>
      <dgm:spPr/>
      <dgm:t>
        <a:bodyPr/>
        <a:lstStyle/>
        <a:p>
          <a:endParaRPr lang="en-US"/>
        </a:p>
      </dgm:t>
    </dgm:pt>
    <dgm:pt modelId="{316A20AA-485A-4142-8F0A-4CF8E74BEB11}" type="sibTrans" cxnId="{0750699F-6E0E-4E15-819C-1800D6104E18}">
      <dgm:prSet/>
      <dgm:spPr/>
      <dgm:t>
        <a:bodyPr/>
        <a:lstStyle/>
        <a:p>
          <a:endParaRPr lang="en-US"/>
        </a:p>
      </dgm:t>
    </dgm:pt>
    <dgm:pt modelId="{777C8D6B-647F-4E92-B67C-1B9E13EC72F1}">
      <dgm:prSet/>
      <dgm:spPr/>
      <dgm:t>
        <a:bodyPr/>
        <a:lstStyle/>
        <a:p>
          <a:r>
            <a:rPr lang="en-US"/>
            <a:t>users – felhasználói adatok (jelszó hash, admin flag)</a:t>
          </a:r>
        </a:p>
      </dgm:t>
    </dgm:pt>
    <dgm:pt modelId="{FD55EE3C-3A22-44DC-A479-31ECAAFF35E0}" type="parTrans" cxnId="{99266DE9-BA18-42BD-BFD1-6E6B5EC11F98}">
      <dgm:prSet/>
      <dgm:spPr/>
      <dgm:t>
        <a:bodyPr/>
        <a:lstStyle/>
        <a:p>
          <a:endParaRPr lang="en-US"/>
        </a:p>
      </dgm:t>
    </dgm:pt>
    <dgm:pt modelId="{7AEE3AF5-7615-4F75-9B89-06CC589A3933}" type="sibTrans" cxnId="{99266DE9-BA18-42BD-BFD1-6E6B5EC11F98}">
      <dgm:prSet/>
      <dgm:spPr/>
      <dgm:t>
        <a:bodyPr/>
        <a:lstStyle/>
        <a:p>
          <a:endParaRPr lang="en-US"/>
        </a:p>
      </dgm:t>
    </dgm:pt>
    <dgm:pt modelId="{E3C4B189-4E36-4A71-97ED-665D74BE70F0}">
      <dgm:prSet/>
      <dgm:spPr/>
      <dgm:t>
        <a:bodyPr/>
        <a:lstStyle/>
        <a:p>
          <a:r>
            <a:rPr lang="en-US"/>
            <a:t>shoes – cipők adatai (3 kép, kategória, új jelölő)</a:t>
          </a:r>
        </a:p>
      </dgm:t>
    </dgm:pt>
    <dgm:pt modelId="{1068534B-4FEC-4C41-8808-71DA5BBDB238}" type="parTrans" cxnId="{7B529A53-7066-480B-B35B-7EC7755A987B}">
      <dgm:prSet/>
      <dgm:spPr/>
      <dgm:t>
        <a:bodyPr/>
        <a:lstStyle/>
        <a:p>
          <a:endParaRPr lang="en-US"/>
        </a:p>
      </dgm:t>
    </dgm:pt>
    <dgm:pt modelId="{7C2682AE-5276-4EBD-A7A6-3DE2ACD90593}" type="sibTrans" cxnId="{7B529A53-7066-480B-B35B-7EC7755A987B}">
      <dgm:prSet/>
      <dgm:spPr/>
      <dgm:t>
        <a:bodyPr/>
        <a:lstStyle/>
        <a:p>
          <a:endParaRPr lang="en-US"/>
        </a:p>
      </dgm:t>
    </dgm:pt>
    <dgm:pt modelId="{F63270A2-D3B8-442A-8B23-D00823591FAE}">
      <dgm:prSet/>
      <dgm:spPr/>
      <dgm:t>
        <a:bodyPr/>
        <a:lstStyle/>
        <a:p>
          <a:r>
            <a:rPr lang="en-US"/>
            <a:t>cart – kosár tartalma (user/session alapú, mérettel)</a:t>
          </a:r>
        </a:p>
      </dgm:t>
    </dgm:pt>
    <dgm:pt modelId="{375C3BF9-DC27-4CC6-B5D0-07BBB2A193C9}" type="parTrans" cxnId="{639F858B-D025-4D57-922B-5A9F8AFB9318}">
      <dgm:prSet/>
      <dgm:spPr/>
      <dgm:t>
        <a:bodyPr/>
        <a:lstStyle/>
        <a:p>
          <a:endParaRPr lang="en-US"/>
        </a:p>
      </dgm:t>
    </dgm:pt>
    <dgm:pt modelId="{C6728104-EE67-443D-A360-E1A967B95148}" type="sibTrans" cxnId="{639F858B-D025-4D57-922B-5A9F8AFB9318}">
      <dgm:prSet/>
      <dgm:spPr/>
      <dgm:t>
        <a:bodyPr/>
        <a:lstStyle/>
        <a:p>
          <a:endParaRPr lang="en-US"/>
        </a:p>
      </dgm:t>
    </dgm:pt>
    <dgm:pt modelId="{42C3B858-B3E0-4837-9C55-7EF54A387881}">
      <dgm:prSet/>
      <dgm:spPr/>
      <dgm:t>
        <a:bodyPr/>
        <a:lstStyle/>
        <a:p>
          <a:r>
            <a:rPr lang="en-US"/>
            <a:t>orders – rendelések fejléce (szállítási adatok, fizetési azonosító)</a:t>
          </a:r>
        </a:p>
      </dgm:t>
    </dgm:pt>
    <dgm:pt modelId="{58C3EF7D-6436-44F2-BADB-2FD023FF4AA1}" type="parTrans" cxnId="{A50FA183-8366-4AE2-B217-D8DA2084461C}">
      <dgm:prSet/>
      <dgm:spPr/>
      <dgm:t>
        <a:bodyPr/>
        <a:lstStyle/>
        <a:p>
          <a:endParaRPr lang="en-US"/>
        </a:p>
      </dgm:t>
    </dgm:pt>
    <dgm:pt modelId="{C6A4F3B3-0424-4C8F-9EFC-30C3E67DBD99}" type="sibTrans" cxnId="{A50FA183-8366-4AE2-B217-D8DA2084461C}">
      <dgm:prSet/>
      <dgm:spPr/>
      <dgm:t>
        <a:bodyPr/>
        <a:lstStyle/>
        <a:p>
          <a:endParaRPr lang="en-US"/>
        </a:p>
      </dgm:t>
    </dgm:pt>
    <dgm:pt modelId="{13D2D232-0787-40C9-9FD5-9BA34793EDC7}">
      <dgm:prSet/>
      <dgm:spPr/>
      <dgm:t>
        <a:bodyPr/>
        <a:lstStyle/>
        <a:p>
          <a:r>
            <a:rPr lang="en-US"/>
            <a:t>order_items – rendelés tételek (mérettel együtt)</a:t>
          </a:r>
        </a:p>
      </dgm:t>
    </dgm:pt>
    <dgm:pt modelId="{BAA383B7-8208-4FFD-B31F-E76CCDAD5ED7}" type="parTrans" cxnId="{DB13CC7F-3514-4CB8-BEF1-0A1F7E60D986}">
      <dgm:prSet/>
      <dgm:spPr/>
      <dgm:t>
        <a:bodyPr/>
        <a:lstStyle/>
        <a:p>
          <a:endParaRPr lang="en-US"/>
        </a:p>
      </dgm:t>
    </dgm:pt>
    <dgm:pt modelId="{1C480DF2-ABD6-4D7E-BFDD-E55567F4C1E9}" type="sibTrans" cxnId="{DB13CC7F-3514-4CB8-BEF1-0A1F7E60D986}">
      <dgm:prSet/>
      <dgm:spPr/>
      <dgm:t>
        <a:bodyPr/>
        <a:lstStyle/>
        <a:p>
          <a:endParaRPr lang="en-US"/>
        </a:p>
      </dgm:t>
    </dgm:pt>
    <dgm:pt modelId="{BAB6FF1D-989C-4B8F-96A0-1A9FE7298360}">
      <dgm:prSet/>
      <dgm:spPr/>
      <dgm:t>
        <a:bodyPr/>
        <a:lstStyle/>
        <a:p>
          <a:r>
            <a:rPr lang="en-US"/>
            <a:t>comments – termékhez írt kommentek</a:t>
          </a:r>
        </a:p>
      </dgm:t>
    </dgm:pt>
    <dgm:pt modelId="{4CB37B31-11B3-421B-909C-D7BB5EF50020}" type="parTrans" cxnId="{C048EDF4-E9AB-4088-9159-CD8488E0239E}">
      <dgm:prSet/>
      <dgm:spPr/>
      <dgm:t>
        <a:bodyPr/>
        <a:lstStyle/>
        <a:p>
          <a:endParaRPr lang="en-US"/>
        </a:p>
      </dgm:t>
    </dgm:pt>
    <dgm:pt modelId="{2A9B5567-F168-4289-A261-806F04999C95}" type="sibTrans" cxnId="{C048EDF4-E9AB-4088-9159-CD8488E0239E}">
      <dgm:prSet/>
      <dgm:spPr/>
      <dgm:t>
        <a:bodyPr/>
        <a:lstStyle/>
        <a:p>
          <a:endParaRPr lang="en-US"/>
        </a:p>
      </dgm:t>
    </dgm:pt>
    <dgm:pt modelId="{36A1610B-8E3F-46D6-BBCD-B21278D30406}" type="pres">
      <dgm:prSet presAssocID="{72AEB317-9B83-4785-A9D6-49419CAAAA71}" presName="linear" presStyleCnt="0">
        <dgm:presLayoutVars>
          <dgm:animLvl val="lvl"/>
          <dgm:resizeHandles val="exact"/>
        </dgm:presLayoutVars>
      </dgm:prSet>
      <dgm:spPr/>
    </dgm:pt>
    <dgm:pt modelId="{533FC4C8-CB63-41A6-98F8-23117FDB220B}" type="pres">
      <dgm:prSet presAssocID="{22BE86A3-8A91-45F6-B85A-EC5995FB22E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E1EE6C5-9913-4604-B385-BB33940AE81D}" type="pres">
      <dgm:prSet presAssocID="{316A20AA-485A-4142-8F0A-4CF8E74BEB11}" presName="spacer" presStyleCnt="0"/>
      <dgm:spPr/>
    </dgm:pt>
    <dgm:pt modelId="{C6FA219D-9051-4CB4-8593-3E6BBE976571}" type="pres">
      <dgm:prSet presAssocID="{777C8D6B-647F-4E92-B67C-1B9E13EC72F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3D2E2F4-8BF8-4942-B56B-70E27DCA063C}" type="pres">
      <dgm:prSet presAssocID="{7AEE3AF5-7615-4F75-9B89-06CC589A3933}" presName="spacer" presStyleCnt="0"/>
      <dgm:spPr/>
    </dgm:pt>
    <dgm:pt modelId="{F5C94BBA-9E34-465C-B579-515946A4B286}" type="pres">
      <dgm:prSet presAssocID="{E3C4B189-4E36-4A71-97ED-665D74BE70F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3B8479E-6061-47E9-AF11-D18B198256F7}" type="pres">
      <dgm:prSet presAssocID="{7C2682AE-5276-4EBD-A7A6-3DE2ACD90593}" presName="spacer" presStyleCnt="0"/>
      <dgm:spPr/>
    </dgm:pt>
    <dgm:pt modelId="{517CD196-81BE-465C-A7B3-4B5BF8425631}" type="pres">
      <dgm:prSet presAssocID="{F63270A2-D3B8-442A-8B23-D00823591FA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0250859-D21A-40B1-B48A-AADCD7EF5E25}" type="pres">
      <dgm:prSet presAssocID="{C6728104-EE67-443D-A360-E1A967B95148}" presName="spacer" presStyleCnt="0"/>
      <dgm:spPr/>
    </dgm:pt>
    <dgm:pt modelId="{1F8C29ED-3605-4175-AC59-8735875FA979}" type="pres">
      <dgm:prSet presAssocID="{42C3B858-B3E0-4837-9C55-7EF54A38788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0D3D4C9-36F5-4D8F-83FA-AA9065108088}" type="pres">
      <dgm:prSet presAssocID="{C6A4F3B3-0424-4C8F-9EFC-30C3E67DBD99}" presName="spacer" presStyleCnt="0"/>
      <dgm:spPr/>
    </dgm:pt>
    <dgm:pt modelId="{7D8F0C04-0602-482F-8B53-9EE4ABFC3C64}" type="pres">
      <dgm:prSet presAssocID="{13D2D232-0787-40C9-9FD5-9BA34793EDC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0DDE42F-6891-40BE-BC3E-1FEA59DF8EBE}" type="pres">
      <dgm:prSet presAssocID="{1C480DF2-ABD6-4D7E-BFDD-E55567F4C1E9}" presName="spacer" presStyleCnt="0"/>
      <dgm:spPr/>
    </dgm:pt>
    <dgm:pt modelId="{2664A7AB-485C-4296-94E1-33FE6D1951D2}" type="pres">
      <dgm:prSet presAssocID="{BAB6FF1D-989C-4B8F-96A0-1A9FE729836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E312000-048E-435F-9A4F-CAC50DF3279E}" type="presOf" srcId="{22BE86A3-8A91-45F6-B85A-EC5995FB22E3}" destId="{533FC4C8-CB63-41A6-98F8-23117FDB220B}" srcOrd="0" destOrd="0" presId="urn:microsoft.com/office/officeart/2005/8/layout/vList2"/>
    <dgm:cxn modelId="{53A2FF1F-7114-424E-819F-6B4C7D8075C3}" type="presOf" srcId="{F63270A2-D3B8-442A-8B23-D00823591FAE}" destId="{517CD196-81BE-465C-A7B3-4B5BF8425631}" srcOrd="0" destOrd="0" presId="urn:microsoft.com/office/officeart/2005/8/layout/vList2"/>
    <dgm:cxn modelId="{6ECD9834-AFD3-4290-A559-6D8B18EDC8C6}" type="presOf" srcId="{42C3B858-B3E0-4837-9C55-7EF54A387881}" destId="{1F8C29ED-3605-4175-AC59-8735875FA979}" srcOrd="0" destOrd="0" presId="urn:microsoft.com/office/officeart/2005/8/layout/vList2"/>
    <dgm:cxn modelId="{90980243-5C76-412D-AF3C-4EAB068335F9}" type="presOf" srcId="{BAB6FF1D-989C-4B8F-96A0-1A9FE7298360}" destId="{2664A7AB-485C-4296-94E1-33FE6D1951D2}" srcOrd="0" destOrd="0" presId="urn:microsoft.com/office/officeart/2005/8/layout/vList2"/>
    <dgm:cxn modelId="{E0DD734E-4291-4D38-A979-81A4C2751D2A}" type="presOf" srcId="{72AEB317-9B83-4785-A9D6-49419CAAAA71}" destId="{36A1610B-8E3F-46D6-BBCD-B21278D30406}" srcOrd="0" destOrd="0" presId="urn:microsoft.com/office/officeart/2005/8/layout/vList2"/>
    <dgm:cxn modelId="{728D3572-789D-49B6-A0BE-A9E07A32A7C4}" type="presOf" srcId="{E3C4B189-4E36-4A71-97ED-665D74BE70F0}" destId="{F5C94BBA-9E34-465C-B579-515946A4B286}" srcOrd="0" destOrd="0" presId="urn:microsoft.com/office/officeart/2005/8/layout/vList2"/>
    <dgm:cxn modelId="{7B529A53-7066-480B-B35B-7EC7755A987B}" srcId="{72AEB317-9B83-4785-A9D6-49419CAAAA71}" destId="{E3C4B189-4E36-4A71-97ED-665D74BE70F0}" srcOrd="2" destOrd="0" parTransId="{1068534B-4FEC-4C41-8808-71DA5BBDB238}" sibTransId="{7C2682AE-5276-4EBD-A7A6-3DE2ACD90593}"/>
    <dgm:cxn modelId="{DB13CC7F-3514-4CB8-BEF1-0A1F7E60D986}" srcId="{72AEB317-9B83-4785-A9D6-49419CAAAA71}" destId="{13D2D232-0787-40C9-9FD5-9BA34793EDC7}" srcOrd="5" destOrd="0" parTransId="{BAA383B7-8208-4FFD-B31F-E76CCDAD5ED7}" sibTransId="{1C480DF2-ABD6-4D7E-BFDD-E55567F4C1E9}"/>
    <dgm:cxn modelId="{A50FA183-8366-4AE2-B217-D8DA2084461C}" srcId="{72AEB317-9B83-4785-A9D6-49419CAAAA71}" destId="{42C3B858-B3E0-4837-9C55-7EF54A387881}" srcOrd="4" destOrd="0" parTransId="{58C3EF7D-6436-44F2-BADB-2FD023FF4AA1}" sibTransId="{C6A4F3B3-0424-4C8F-9EFC-30C3E67DBD99}"/>
    <dgm:cxn modelId="{4F8FC786-F131-4005-B441-AE14A7ECE04F}" type="presOf" srcId="{13D2D232-0787-40C9-9FD5-9BA34793EDC7}" destId="{7D8F0C04-0602-482F-8B53-9EE4ABFC3C64}" srcOrd="0" destOrd="0" presId="urn:microsoft.com/office/officeart/2005/8/layout/vList2"/>
    <dgm:cxn modelId="{639F858B-D025-4D57-922B-5A9F8AFB9318}" srcId="{72AEB317-9B83-4785-A9D6-49419CAAAA71}" destId="{F63270A2-D3B8-442A-8B23-D00823591FAE}" srcOrd="3" destOrd="0" parTransId="{375C3BF9-DC27-4CC6-B5D0-07BBB2A193C9}" sibTransId="{C6728104-EE67-443D-A360-E1A967B95148}"/>
    <dgm:cxn modelId="{0750699F-6E0E-4E15-819C-1800D6104E18}" srcId="{72AEB317-9B83-4785-A9D6-49419CAAAA71}" destId="{22BE86A3-8A91-45F6-B85A-EC5995FB22E3}" srcOrd="0" destOrd="0" parTransId="{26D3E40C-C83C-4D74-B5DC-05979996E571}" sibTransId="{316A20AA-485A-4142-8F0A-4CF8E74BEB11}"/>
    <dgm:cxn modelId="{63672DBA-1886-476C-8E89-A5572071CEA3}" type="presOf" srcId="{777C8D6B-647F-4E92-B67C-1B9E13EC72F1}" destId="{C6FA219D-9051-4CB4-8593-3E6BBE976571}" srcOrd="0" destOrd="0" presId="urn:microsoft.com/office/officeart/2005/8/layout/vList2"/>
    <dgm:cxn modelId="{99266DE9-BA18-42BD-BFD1-6E6B5EC11F98}" srcId="{72AEB317-9B83-4785-A9D6-49419CAAAA71}" destId="{777C8D6B-647F-4E92-B67C-1B9E13EC72F1}" srcOrd="1" destOrd="0" parTransId="{FD55EE3C-3A22-44DC-A479-31ECAAFF35E0}" sibTransId="{7AEE3AF5-7615-4F75-9B89-06CC589A3933}"/>
    <dgm:cxn modelId="{C048EDF4-E9AB-4088-9159-CD8488E0239E}" srcId="{72AEB317-9B83-4785-A9D6-49419CAAAA71}" destId="{BAB6FF1D-989C-4B8F-96A0-1A9FE7298360}" srcOrd="6" destOrd="0" parTransId="{4CB37B31-11B3-421B-909C-D7BB5EF50020}" sibTransId="{2A9B5567-F168-4289-A261-806F04999C95}"/>
    <dgm:cxn modelId="{A6337886-8B65-4CED-9DC2-B4FD8CB46FBA}" type="presParOf" srcId="{36A1610B-8E3F-46D6-BBCD-B21278D30406}" destId="{533FC4C8-CB63-41A6-98F8-23117FDB220B}" srcOrd="0" destOrd="0" presId="urn:microsoft.com/office/officeart/2005/8/layout/vList2"/>
    <dgm:cxn modelId="{ADC41DBC-5BB9-4520-A1EE-64066765744F}" type="presParOf" srcId="{36A1610B-8E3F-46D6-BBCD-B21278D30406}" destId="{5E1EE6C5-9913-4604-B385-BB33940AE81D}" srcOrd="1" destOrd="0" presId="urn:microsoft.com/office/officeart/2005/8/layout/vList2"/>
    <dgm:cxn modelId="{875ECCA8-E481-4AA1-9668-2A6D572E0784}" type="presParOf" srcId="{36A1610B-8E3F-46D6-BBCD-B21278D30406}" destId="{C6FA219D-9051-4CB4-8593-3E6BBE976571}" srcOrd="2" destOrd="0" presId="urn:microsoft.com/office/officeart/2005/8/layout/vList2"/>
    <dgm:cxn modelId="{E1072EEC-46D2-4717-B077-867412A00E83}" type="presParOf" srcId="{36A1610B-8E3F-46D6-BBCD-B21278D30406}" destId="{E3D2E2F4-8BF8-4942-B56B-70E27DCA063C}" srcOrd="3" destOrd="0" presId="urn:microsoft.com/office/officeart/2005/8/layout/vList2"/>
    <dgm:cxn modelId="{CC7261F4-FDF7-49C0-9400-8F1D7C3AC1F1}" type="presParOf" srcId="{36A1610B-8E3F-46D6-BBCD-B21278D30406}" destId="{F5C94BBA-9E34-465C-B579-515946A4B286}" srcOrd="4" destOrd="0" presId="urn:microsoft.com/office/officeart/2005/8/layout/vList2"/>
    <dgm:cxn modelId="{CFF0280A-8900-4E1D-8F9C-A7D671DE8AC2}" type="presParOf" srcId="{36A1610B-8E3F-46D6-BBCD-B21278D30406}" destId="{83B8479E-6061-47E9-AF11-D18B198256F7}" srcOrd="5" destOrd="0" presId="urn:microsoft.com/office/officeart/2005/8/layout/vList2"/>
    <dgm:cxn modelId="{C66A09F8-81CB-488E-95DE-A19E32683498}" type="presParOf" srcId="{36A1610B-8E3F-46D6-BBCD-B21278D30406}" destId="{517CD196-81BE-465C-A7B3-4B5BF8425631}" srcOrd="6" destOrd="0" presId="urn:microsoft.com/office/officeart/2005/8/layout/vList2"/>
    <dgm:cxn modelId="{5F752DF1-BE8E-4653-A399-BF2CE43A2631}" type="presParOf" srcId="{36A1610B-8E3F-46D6-BBCD-B21278D30406}" destId="{D0250859-D21A-40B1-B48A-AADCD7EF5E25}" srcOrd="7" destOrd="0" presId="urn:microsoft.com/office/officeart/2005/8/layout/vList2"/>
    <dgm:cxn modelId="{BAFF132A-CF88-48ED-93A0-0AE89FF443B0}" type="presParOf" srcId="{36A1610B-8E3F-46D6-BBCD-B21278D30406}" destId="{1F8C29ED-3605-4175-AC59-8735875FA979}" srcOrd="8" destOrd="0" presId="urn:microsoft.com/office/officeart/2005/8/layout/vList2"/>
    <dgm:cxn modelId="{9BAFEF65-170B-4A8F-A007-13DBB0646E4C}" type="presParOf" srcId="{36A1610B-8E3F-46D6-BBCD-B21278D30406}" destId="{80D3D4C9-36F5-4D8F-83FA-AA9065108088}" srcOrd="9" destOrd="0" presId="urn:microsoft.com/office/officeart/2005/8/layout/vList2"/>
    <dgm:cxn modelId="{459C9C66-13D0-4070-8A4B-7CD16E498674}" type="presParOf" srcId="{36A1610B-8E3F-46D6-BBCD-B21278D30406}" destId="{7D8F0C04-0602-482F-8B53-9EE4ABFC3C64}" srcOrd="10" destOrd="0" presId="urn:microsoft.com/office/officeart/2005/8/layout/vList2"/>
    <dgm:cxn modelId="{8C128BD4-0688-47D5-B2DA-8720BC1F4598}" type="presParOf" srcId="{36A1610B-8E3F-46D6-BBCD-B21278D30406}" destId="{80DDE42F-6891-40BE-BC3E-1FEA59DF8EBE}" srcOrd="11" destOrd="0" presId="urn:microsoft.com/office/officeart/2005/8/layout/vList2"/>
    <dgm:cxn modelId="{41AC04DD-F755-48D9-BF53-E100CD0A67C0}" type="presParOf" srcId="{36A1610B-8E3F-46D6-BBCD-B21278D30406}" destId="{2664A7AB-485C-4296-94E1-33FE6D1951D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CC7304-49D0-41D3-A356-0DDA3AB2800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00AA11-2509-4FA7-9C93-F8C9837EC4CC}">
      <dgm:prSet/>
      <dgm:spPr/>
      <dgm:t>
        <a:bodyPr/>
        <a:lstStyle/>
        <a:p>
          <a:r>
            <a:rPr lang="en-US"/>
            <a:t>Funkciók:</a:t>
          </a:r>
        </a:p>
      </dgm:t>
    </dgm:pt>
    <dgm:pt modelId="{53084D7C-2495-4140-AC3F-AE3E468E90C8}" type="parTrans" cxnId="{47874DF5-1AB4-4831-8089-038F705B70AA}">
      <dgm:prSet/>
      <dgm:spPr/>
      <dgm:t>
        <a:bodyPr/>
        <a:lstStyle/>
        <a:p>
          <a:endParaRPr lang="en-US"/>
        </a:p>
      </dgm:t>
    </dgm:pt>
    <dgm:pt modelId="{5DC2260B-A2D9-4DDD-89E2-59DBE06940FD}" type="sibTrans" cxnId="{47874DF5-1AB4-4831-8089-038F705B70AA}">
      <dgm:prSet/>
      <dgm:spPr/>
      <dgm:t>
        <a:bodyPr/>
        <a:lstStyle/>
        <a:p>
          <a:endParaRPr lang="en-US"/>
        </a:p>
      </dgm:t>
    </dgm:pt>
    <dgm:pt modelId="{0A6B2518-143E-42EB-AAD0-08F6882DE547}">
      <dgm:prSet/>
      <dgm:spPr/>
      <dgm:t>
        <a:bodyPr/>
        <a:lstStyle/>
        <a:p>
          <a:r>
            <a:rPr lang="en-US"/>
            <a:t>Termékek megjelenítése kártyákban (kép, név, ár, gombok)</a:t>
          </a:r>
        </a:p>
      </dgm:t>
    </dgm:pt>
    <dgm:pt modelId="{F3F132BF-0389-437E-BDE9-8BA6B6BE1E26}" type="parTrans" cxnId="{640B57B2-0FDF-4379-9FF1-8D50EA885A62}">
      <dgm:prSet/>
      <dgm:spPr/>
      <dgm:t>
        <a:bodyPr/>
        <a:lstStyle/>
        <a:p>
          <a:endParaRPr lang="en-US"/>
        </a:p>
      </dgm:t>
    </dgm:pt>
    <dgm:pt modelId="{E6222AF4-1EDA-41B3-BAC7-598C0B4D9FED}" type="sibTrans" cxnId="{640B57B2-0FDF-4379-9FF1-8D50EA885A62}">
      <dgm:prSet/>
      <dgm:spPr/>
      <dgm:t>
        <a:bodyPr/>
        <a:lstStyle/>
        <a:p>
          <a:endParaRPr lang="en-US"/>
        </a:p>
      </dgm:t>
    </dgm:pt>
    <dgm:pt modelId="{505ED92B-EB8C-49D9-AFA8-4AFBDB9DC949}">
      <dgm:prSet/>
      <dgm:spPr/>
      <dgm:t>
        <a:bodyPr/>
        <a:lstStyle/>
        <a:p>
          <a:r>
            <a:rPr lang="en-US"/>
            <a:t>Kategória szűrő gombok (Férfi, Női, Sport stb.)</a:t>
          </a:r>
        </a:p>
      </dgm:t>
    </dgm:pt>
    <dgm:pt modelId="{40398127-B668-45E9-9549-7202C5E41768}" type="parTrans" cxnId="{B8D67754-69D0-492D-B560-97EBFCED1306}">
      <dgm:prSet/>
      <dgm:spPr/>
      <dgm:t>
        <a:bodyPr/>
        <a:lstStyle/>
        <a:p>
          <a:endParaRPr lang="en-US"/>
        </a:p>
      </dgm:t>
    </dgm:pt>
    <dgm:pt modelId="{A080B7FF-9370-4599-ACB7-79B94111682B}" type="sibTrans" cxnId="{B8D67754-69D0-492D-B560-97EBFCED1306}">
      <dgm:prSet/>
      <dgm:spPr/>
      <dgm:t>
        <a:bodyPr/>
        <a:lstStyle/>
        <a:p>
          <a:endParaRPr lang="en-US"/>
        </a:p>
      </dgm:t>
    </dgm:pt>
    <dgm:pt modelId="{EBDF89D6-ACAE-4DD5-8235-D9E7BAF2B5FE}">
      <dgm:prSet/>
      <dgm:spPr/>
      <dgm:t>
        <a:bodyPr/>
        <a:lstStyle/>
        <a:p>
          <a:r>
            <a:rPr lang="en-US"/>
            <a:t>Ár intervallum szűrő (min/max)</a:t>
          </a:r>
        </a:p>
      </dgm:t>
    </dgm:pt>
    <dgm:pt modelId="{02157459-D8E3-4912-AF67-0F9D2436ACF2}" type="parTrans" cxnId="{5EBD5BB1-DA58-4B9A-81A3-FEC7A77B91C6}">
      <dgm:prSet/>
      <dgm:spPr/>
      <dgm:t>
        <a:bodyPr/>
        <a:lstStyle/>
        <a:p>
          <a:endParaRPr lang="en-US"/>
        </a:p>
      </dgm:t>
    </dgm:pt>
    <dgm:pt modelId="{1A42F4CD-DE4B-4801-821F-D071204F5F1C}" type="sibTrans" cxnId="{5EBD5BB1-DA58-4B9A-81A3-FEC7A77B91C6}">
      <dgm:prSet/>
      <dgm:spPr/>
      <dgm:t>
        <a:bodyPr/>
        <a:lstStyle/>
        <a:p>
          <a:endParaRPr lang="en-US"/>
        </a:p>
      </dgm:t>
    </dgm:pt>
    <dgm:pt modelId="{14C3B9DE-E42C-40EA-BEDC-65594F89727F}">
      <dgm:prSet/>
      <dgm:spPr/>
      <dgm:t>
        <a:bodyPr/>
        <a:lstStyle/>
        <a:p>
          <a:r>
            <a:rPr lang="en-US"/>
            <a:t>Rendezési lehetőség (ár szerint növekvő/csökkenő, név szerint)</a:t>
          </a:r>
        </a:p>
      </dgm:t>
    </dgm:pt>
    <dgm:pt modelId="{BDD0FCFE-1B36-4118-A2B6-2B1C59DB3D6C}" type="parTrans" cxnId="{E298368E-3C0C-42B4-8B7C-17D60308F3A7}">
      <dgm:prSet/>
      <dgm:spPr/>
      <dgm:t>
        <a:bodyPr/>
        <a:lstStyle/>
        <a:p>
          <a:endParaRPr lang="en-US"/>
        </a:p>
      </dgm:t>
    </dgm:pt>
    <dgm:pt modelId="{5CF38D4F-77AA-4179-9B47-FABB182043EA}" type="sibTrans" cxnId="{E298368E-3C0C-42B4-8B7C-17D60308F3A7}">
      <dgm:prSet/>
      <dgm:spPr/>
      <dgm:t>
        <a:bodyPr/>
        <a:lstStyle/>
        <a:p>
          <a:endParaRPr lang="en-US"/>
        </a:p>
      </dgm:t>
    </dgm:pt>
    <dgm:pt modelId="{FA22DE33-98FD-4555-B9D9-C527BF94DBA0}">
      <dgm:prSet/>
      <dgm:spPr/>
      <dgm:t>
        <a:bodyPr/>
        <a:lstStyle/>
        <a:p>
          <a:r>
            <a:rPr lang="en-US"/>
            <a:t>Lapozás (pagination)</a:t>
          </a:r>
        </a:p>
      </dgm:t>
    </dgm:pt>
    <dgm:pt modelId="{F0068B68-319A-476F-89AA-8A59F1A81E54}" type="parTrans" cxnId="{A69D3295-3817-45A2-8DED-DB1BC090954C}">
      <dgm:prSet/>
      <dgm:spPr/>
      <dgm:t>
        <a:bodyPr/>
        <a:lstStyle/>
        <a:p>
          <a:endParaRPr lang="en-US"/>
        </a:p>
      </dgm:t>
    </dgm:pt>
    <dgm:pt modelId="{4235C75E-D1E1-4922-B501-714296BB6618}" type="sibTrans" cxnId="{A69D3295-3817-45A2-8DED-DB1BC090954C}">
      <dgm:prSet/>
      <dgm:spPr/>
      <dgm:t>
        <a:bodyPr/>
        <a:lstStyle/>
        <a:p>
          <a:endParaRPr lang="en-US"/>
        </a:p>
      </dgm:t>
    </dgm:pt>
    <dgm:pt modelId="{91D65527-93FF-4562-BE10-1396C97CFCA0}" type="pres">
      <dgm:prSet presAssocID="{AECC7304-49D0-41D3-A356-0DDA3AB28003}" presName="diagram" presStyleCnt="0">
        <dgm:presLayoutVars>
          <dgm:dir/>
          <dgm:resizeHandles val="exact"/>
        </dgm:presLayoutVars>
      </dgm:prSet>
      <dgm:spPr/>
    </dgm:pt>
    <dgm:pt modelId="{40EB35FD-3426-430F-8C03-E693974815D4}" type="pres">
      <dgm:prSet presAssocID="{3300AA11-2509-4FA7-9C93-F8C9837EC4CC}" presName="node" presStyleLbl="node1" presStyleIdx="0" presStyleCnt="6">
        <dgm:presLayoutVars>
          <dgm:bulletEnabled val="1"/>
        </dgm:presLayoutVars>
      </dgm:prSet>
      <dgm:spPr/>
    </dgm:pt>
    <dgm:pt modelId="{FF2D45E5-831F-4432-8C9B-FF19820819AC}" type="pres">
      <dgm:prSet presAssocID="{5DC2260B-A2D9-4DDD-89E2-59DBE06940FD}" presName="sibTrans" presStyleCnt="0"/>
      <dgm:spPr/>
    </dgm:pt>
    <dgm:pt modelId="{4813524F-8544-433B-809F-C8B898A840D5}" type="pres">
      <dgm:prSet presAssocID="{0A6B2518-143E-42EB-AAD0-08F6882DE547}" presName="node" presStyleLbl="node1" presStyleIdx="1" presStyleCnt="6">
        <dgm:presLayoutVars>
          <dgm:bulletEnabled val="1"/>
        </dgm:presLayoutVars>
      </dgm:prSet>
      <dgm:spPr/>
    </dgm:pt>
    <dgm:pt modelId="{DE33ACB7-83C9-411E-94DD-263C274C9952}" type="pres">
      <dgm:prSet presAssocID="{E6222AF4-1EDA-41B3-BAC7-598C0B4D9FED}" presName="sibTrans" presStyleCnt="0"/>
      <dgm:spPr/>
    </dgm:pt>
    <dgm:pt modelId="{F417F038-11B0-4D5D-AF06-F9380B82070A}" type="pres">
      <dgm:prSet presAssocID="{505ED92B-EB8C-49D9-AFA8-4AFBDB9DC949}" presName="node" presStyleLbl="node1" presStyleIdx="2" presStyleCnt="6">
        <dgm:presLayoutVars>
          <dgm:bulletEnabled val="1"/>
        </dgm:presLayoutVars>
      </dgm:prSet>
      <dgm:spPr/>
    </dgm:pt>
    <dgm:pt modelId="{87AC0EDC-BCA8-41F0-8399-08D30F53FE20}" type="pres">
      <dgm:prSet presAssocID="{A080B7FF-9370-4599-ACB7-79B94111682B}" presName="sibTrans" presStyleCnt="0"/>
      <dgm:spPr/>
    </dgm:pt>
    <dgm:pt modelId="{0398850A-B898-4F1C-A525-C829CA1C34D2}" type="pres">
      <dgm:prSet presAssocID="{EBDF89D6-ACAE-4DD5-8235-D9E7BAF2B5FE}" presName="node" presStyleLbl="node1" presStyleIdx="3" presStyleCnt="6">
        <dgm:presLayoutVars>
          <dgm:bulletEnabled val="1"/>
        </dgm:presLayoutVars>
      </dgm:prSet>
      <dgm:spPr/>
    </dgm:pt>
    <dgm:pt modelId="{BEB2E6ED-B52A-4993-870B-C749001FD189}" type="pres">
      <dgm:prSet presAssocID="{1A42F4CD-DE4B-4801-821F-D071204F5F1C}" presName="sibTrans" presStyleCnt="0"/>
      <dgm:spPr/>
    </dgm:pt>
    <dgm:pt modelId="{7E9C9E01-3B04-4CD4-9358-55AA4A5935F5}" type="pres">
      <dgm:prSet presAssocID="{14C3B9DE-E42C-40EA-BEDC-65594F89727F}" presName="node" presStyleLbl="node1" presStyleIdx="4" presStyleCnt="6">
        <dgm:presLayoutVars>
          <dgm:bulletEnabled val="1"/>
        </dgm:presLayoutVars>
      </dgm:prSet>
      <dgm:spPr/>
    </dgm:pt>
    <dgm:pt modelId="{3E957F35-6C6C-40B1-B31A-E9E92892817A}" type="pres">
      <dgm:prSet presAssocID="{5CF38D4F-77AA-4179-9B47-FABB182043EA}" presName="sibTrans" presStyleCnt="0"/>
      <dgm:spPr/>
    </dgm:pt>
    <dgm:pt modelId="{7BAEACD8-5612-4297-86A1-CB98CBF25B06}" type="pres">
      <dgm:prSet presAssocID="{FA22DE33-98FD-4555-B9D9-C527BF94DBA0}" presName="node" presStyleLbl="node1" presStyleIdx="5" presStyleCnt="6">
        <dgm:presLayoutVars>
          <dgm:bulletEnabled val="1"/>
        </dgm:presLayoutVars>
      </dgm:prSet>
      <dgm:spPr/>
    </dgm:pt>
  </dgm:ptLst>
  <dgm:cxnLst>
    <dgm:cxn modelId="{B8D67754-69D0-492D-B560-97EBFCED1306}" srcId="{AECC7304-49D0-41D3-A356-0DDA3AB28003}" destId="{505ED92B-EB8C-49D9-AFA8-4AFBDB9DC949}" srcOrd="2" destOrd="0" parTransId="{40398127-B668-45E9-9549-7202C5E41768}" sibTransId="{A080B7FF-9370-4599-ACB7-79B94111682B}"/>
    <dgm:cxn modelId="{26C71687-920F-46B8-B23E-609E46A34955}" type="presOf" srcId="{3300AA11-2509-4FA7-9C93-F8C9837EC4CC}" destId="{40EB35FD-3426-430F-8C03-E693974815D4}" srcOrd="0" destOrd="0" presId="urn:microsoft.com/office/officeart/2005/8/layout/default"/>
    <dgm:cxn modelId="{E298368E-3C0C-42B4-8B7C-17D60308F3A7}" srcId="{AECC7304-49D0-41D3-A356-0DDA3AB28003}" destId="{14C3B9DE-E42C-40EA-BEDC-65594F89727F}" srcOrd="4" destOrd="0" parTransId="{BDD0FCFE-1B36-4118-A2B6-2B1C59DB3D6C}" sibTransId="{5CF38D4F-77AA-4179-9B47-FABB182043EA}"/>
    <dgm:cxn modelId="{A69D3295-3817-45A2-8DED-DB1BC090954C}" srcId="{AECC7304-49D0-41D3-A356-0DDA3AB28003}" destId="{FA22DE33-98FD-4555-B9D9-C527BF94DBA0}" srcOrd="5" destOrd="0" parTransId="{F0068B68-319A-476F-89AA-8A59F1A81E54}" sibTransId="{4235C75E-D1E1-4922-B501-714296BB6618}"/>
    <dgm:cxn modelId="{642DFBA2-50E4-4E5C-A71A-F67EB39437E2}" type="presOf" srcId="{FA22DE33-98FD-4555-B9D9-C527BF94DBA0}" destId="{7BAEACD8-5612-4297-86A1-CB98CBF25B06}" srcOrd="0" destOrd="0" presId="urn:microsoft.com/office/officeart/2005/8/layout/default"/>
    <dgm:cxn modelId="{F6EA94AE-CAFF-4275-A9FC-DE769E4630F9}" type="presOf" srcId="{AECC7304-49D0-41D3-A356-0DDA3AB28003}" destId="{91D65527-93FF-4562-BE10-1396C97CFCA0}" srcOrd="0" destOrd="0" presId="urn:microsoft.com/office/officeart/2005/8/layout/default"/>
    <dgm:cxn modelId="{5EBD5BB1-DA58-4B9A-81A3-FEC7A77B91C6}" srcId="{AECC7304-49D0-41D3-A356-0DDA3AB28003}" destId="{EBDF89D6-ACAE-4DD5-8235-D9E7BAF2B5FE}" srcOrd="3" destOrd="0" parTransId="{02157459-D8E3-4912-AF67-0F9D2436ACF2}" sibTransId="{1A42F4CD-DE4B-4801-821F-D071204F5F1C}"/>
    <dgm:cxn modelId="{640B57B2-0FDF-4379-9FF1-8D50EA885A62}" srcId="{AECC7304-49D0-41D3-A356-0DDA3AB28003}" destId="{0A6B2518-143E-42EB-AAD0-08F6882DE547}" srcOrd="1" destOrd="0" parTransId="{F3F132BF-0389-437E-BDE9-8BA6B6BE1E26}" sibTransId="{E6222AF4-1EDA-41B3-BAC7-598C0B4D9FED}"/>
    <dgm:cxn modelId="{F89165C1-201B-457B-B1F0-03BB70561568}" type="presOf" srcId="{505ED92B-EB8C-49D9-AFA8-4AFBDB9DC949}" destId="{F417F038-11B0-4D5D-AF06-F9380B82070A}" srcOrd="0" destOrd="0" presId="urn:microsoft.com/office/officeart/2005/8/layout/default"/>
    <dgm:cxn modelId="{9C50E4D3-8EA9-43C0-8D6E-DA159D8EB06E}" type="presOf" srcId="{EBDF89D6-ACAE-4DD5-8235-D9E7BAF2B5FE}" destId="{0398850A-B898-4F1C-A525-C829CA1C34D2}" srcOrd="0" destOrd="0" presId="urn:microsoft.com/office/officeart/2005/8/layout/default"/>
    <dgm:cxn modelId="{47874DF5-1AB4-4831-8089-038F705B70AA}" srcId="{AECC7304-49D0-41D3-A356-0DDA3AB28003}" destId="{3300AA11-2509-4FA7-9C93-F8C9837EC4CC}" srcOrd="0" destOrd="0" parTransId="{53084D7C-2495-4140-AC3F-AE3E468E90C8}" sibTransId="{5DC2260B-A2D9-4DDD-89E2-59DBE06940FD}"/>
    <dgm:cxn modelId="{E867E2F7-14FA-4A70-BDF5-6B2033EF385E}" type="presOf" srcId="{0A6B2518-143E-42EB-AAD0-08F6882DE547}" destId="{4813524F-8544-433B-809F-C8B898A840D5}" srcOrd="0" destOrd="0" presId="urn:microsoft.com/office/officeart/2005/8/layout/default"/>
    <dgm:cxn modelId="{15D7F0F9-7EF0-463E-9EDC-B9CC1A1512F8}" type="presOf" srcId="{14C3B9DE-E42C-40EA-BEDC-65594F89727F}" destId="{7E9C9E01-3B04-4CD4-9358-55AA4A5935F5}" srcOrd="0" destOrd="0" presId="urn:microsoft.com/office/officeart/2005/8/layout/default"/>
    <dgm:cxn modelId="{3C08A8EC-9C12-48B9-929E-C5E42B83896F}" type="presParOf" srcId="{91D65527-93FF-4562-BE10-1396C97CFCA0}" destId="{40EB35FD-3426-430F-8C03-E693974815D4}" srcOrd="0" destOrd="0" presId="urn:microsoft.com/office/officeart/2005/8/layout/default"/>
    <dgm:cxn modelId="{6DC422B0-B103-49A6-9E32-0D2B0825F4C3}" type="presParOf" srcId="{91D65527-93FF-4562-BE10-1396C97CFCA0}" destId="{FF2D45E5-831F-4432-8C9B-FF19820819AC}" srcOrd="1" destOrd="0" presId="urn:microsoft.com/office/officeart/2005/8/layout/default"/>
    <dgm:cxn modelId="{A54FE7DF-A222-4CA0-92DB-C2D7E3E4747E}" type="presParOf" srcId="{91D65527-93FF-4562-BE10-1396C97CFCA0}" destId="{4813524F-8544-433B-809F-C8B898A840D5}" srcOrd="2" destOrd="0" presId="urn:microsoft.com/office/officeart/2005/8/layout/default"/>
    <dgm:cxn modelId="{223ED524-DB7F-4C8F-AC54-5F65B71BEDA8}" type="presParOf" srcId="{91D65527-93FF-4562-BE10-1396C97CFCA0}" destId="{DE33ACB7-83C9-411E-94DD-263C274C9952}" srcOrd="3" destOrd="0" presId="urn:microsoft.com/office/officeart/2005/8/layout/default"/>
    <dgm:cxn modelId="{D701C569-2E91-4BCB-982F-E188F63314DC}" type="presParOf" srcId="{91D65527-93FF-4562-BE10-1396C97CFCA0}" destId="{F417F038-11B0-4D5D-AF06-F9380B82070A}" srcOrd="4" destOrd="0" presId="urn:microsoft.com/office/officeart/2005/8/layout/default"/>
    <dgm:cxn modelId="{A21265D9-34AE-4840-9455-BD40DCD7520C}" type="presParOf" srcId="{91D65527-93FF-4562-BE10-1396C97CFCA0}" destId="{87AC0EDC-BCA8-41F0-8399-08D30F53FE20}" srcOrd="5" destOrd="0" presId="urn:microsoft.com/office/officeart/2005/8/layout/default"/>
    <dgm:cxn modelId="{331E8086-F66F-4BBA-AC90-610320DB3FD8}" type="presParOf" srcId="{91D65527-93FF-4562-BE10-1396C97CFCA0}" destId="{0398850A-B898-4F1C-A525-C829CA1C34D2}" srcOrd="6" destOrd="0" presId="urn:microsoft.com/office/officeart/2005/8/layout/default"/>
    <dgm:cxn modelId="{CF5700F9-B246-45A4-849C-C0A66430C4A1}" type="presParOf" srcId="{91D65527-93FF-4562-BE10-1396C97CFCA0}" destId="{BEB2E6ED-B52A-4993-870B-C749001FD189}" srcOrd="7" destOrd="0" presId="urn:microsoft.com/office/officeart/2005/8/layout/default"/>
    <dgm:cxn modelId="{4CBC4E68-1963-4E78-A4BD-D73C57199574}" type="presParOf" srcId="{91D65527-93FF-4562-BE10-1396C97CFCA0}" destId="{7E9C9E01-3B04-4CD4-9358-55AA4A5935F5}" srcOrd="8" destOrd="0" presId="urn:microsoft.com/office/officeart/2005/8/layout/default"/>
    <dgm:cxn modelId="{0256DFDA-82C0-4D28-8D2F-388B7B578AF8}" type="presParOf" srcId="{91D65527-93FF-4562-BE10-1396C97CFCA0}" destId="{3E957F35-6C6C-40B1-B31A-E9E92892817A}" srcOrd="9" destOrd="0" presId="urn:microsoft.com/office/officeart/2005/8/layout/default"/>
    <dgm:cxn modelId="{85CE947A-AA8C-4054-A31A-351D9CB5B9F8}" type="presParOf" srcId="{91D65527-93FF-4562-BE10-1396C97CFCA0}" destId="{7BAEACD8-5612-4297-86A1-CB98CBF25B0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05CEA7-5FFB-436D-96AB-B34FD0A4131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C1DBB4-1AC2-4F83-B3A3-24D4BDFEE718}">
      <dgm:prSet/>
      <dgm:spPr/>
      <dgm:t>
        <a:bodyPr/>
        <a:lstStyle/>
        <a:p>
          <a:r>
            <a:rPr lang="en-US"/>
            <a:t>Megjelenés:</a:t>
          </a:r>
        </a:p>
      </dgm:t>
    </dgm:pt>
    <dgm:pt modelId="{E026F01C-2BB0-4637-BB39-D8836A747934}" type="parTrans" cxnId="{1EC81C88-838D-4530-A30D-E33BCD2DEAD6}">
      <dgm:prSet/>
      <dgm:spPr/>
      <dgm:t>
        <a:bodyPr/>
        <a:lstStyle/>
        <a:p>
          <a:endParaRPr lang="en-US"/>
        </a:p>
      </dgm:t>
    </dgm:pt>
    <dgm:pt modelId="{F565EE4B-85B6-4D0D-8EED-8771093F0156}" type="sibTrans" cxnId="{1EC81C88-838D-4530-A30D-E33BCD2DEAD6}">
      <dgm:prSet/>
      <dgm:spPr/>
      <dgm:t>
        <a:bodyPr/>
        <a:lstStyle/>
        <a:p>
          <a:endParaRPr lang="en-US"/>
        </a:p>
      </dgm:t>
    </dgm:pt>
    <dgm:pt modelId="{23DC8D7E-A211-4461-83DC-21A5A227A964}">
      <dgm:prSet/>
      <dgm:spPr/>
      <dgm:t>
        <a:bodyPr/>
        <a:lstStyle/>
        <a:p>
          <a:r>
            <a:rPr lang="en-US"/>
            <a:t>Bootstrap carousel (több kép esetén)</a:t>
          </a:r>
        </a:p>
      </dgm:t>
    </dgm:pt>
    <dgm:pt modelId="{5549A9EC-94FE-4A05-819D-8D36AC875D91}" type="parTrans" cxnId="{03B2351D-8053-4012-BF73-ACB2E73B6EA2}">
      <dgm:prSet/>
      <dgm:spPr/>
      <dgm:t>
        <a:bodyPr/>
        <a:lstStyle/>
        <a:p>
          <a:endParaRPr lang="en-US"/>
        </a:p>
      </dgm:t>
    </dgm:pt>
    <dgm:pt modelId="{AB94B4E2-32FC-4A98-8043-BD9834E41D06}" type="sibTrans" cxnId="{03B2351D-8053-4012-BF73-ACB2E73B6EA2}">
      <dgm:prSet/>
      <dgm:spPr/>
      <dgm:t>
        <a:bodyPr/>
        <a:lstStyle/>
        <a:p>
          <a:endParaRPr lang="en-US"/>
        </a:p>
      </dgm:t>
    </dgm:pt>
    <dgm:pt modelId="{69931B6F-D8DC-46B7-A5A0-51F936D73466}">
      <dgm:prSet/>
      <dgm:spPr/>
      <dgm:t>
        <a:bodyPr/>
        <a:lstStyle/>
        <a:p>
          <a:r>
            <a:rPr lang="en-US"/>
            <a:t>Termék adatok: név, leírás, ár</a:t>
          </a:r>
        </a:p>
      </dgm:t>
    </dgm:pt>
    <dgm:pt modelId="{DE2A4D60-983A-416A-A871-C58BFC5B08CD}" type="parTrans" cxnId="{7571B3C6-6C22-4223-9AC8-3260A88DA504}">
      <dgm:prSet/>
      <dgm:spPr/>
      <dgm:t>
        <a:bodyPr/>
        <a:lstStyle/>
        <a:p>
          <a:endParaRPr lang="en-US"/>
        </a:p>
      </dgm:t>
    </dgm:pt>
    <dgm:pt modelId="{07CE79E9-38C3-4CDF-AB00-E1E21A97BE63}" type="sibTrans" cxnId="{7571B3C6-6C22-4223-9AC8-3260A88DA504}">
      <dgm:prSet/>
      <dgm:spPr/>
      <dgm:t>
        <a:bodyPr/>
        <a:lstStyle/>
        <a:p>
          <a:endParaRPr lang="en-US"/>
        </a:p>
      </dgm:t>
    </dgm:pt>
    <dgm:pt modelId="{5AC31833-6BA9-4A93-B700-A5318BBD1011}">
      <dgm:prSet/>
      <dgm:spPr/>
      <dgm:t>
        <a:bodyPr/>
        <a:lstStyle/>
        <a:p>
          <a:r>
            <a:rPr lang="en-US"/>
            <a:t>Méretválasztó (35–45)</a:t>
          </a:r>
        </a:p>
      </dgm:t>
    </dgm:pt>
    <dgm:pt modelId="{699D27BD-C5B9-446F-840C-C6AE87C473AA}" type="parTrans" cxnId="{39862F6C-C51A-4501-965B-F4D6533F4256}">
      <dgm:prSet/>
      <dgm:spPr/>
      <dgm:t>
        <a:bodyPr/>
        <a:lstStyle/>
        <a:p>
          <a:endParaRPr lang="en-US"/>
        </a:p>
      </dgm:t>
    </dgm:pt>
    <dgm:pt modelId="{13CF202E-7297-46DB-8817-E23CAF464014}" type="sibTrans" cxnId="{39862F6C-C51A-4501-965B-F4D6533F4256}">
      <dgm:prSet/>
      <dgm:spPr/>
      <dgm:t>
        <a:bodyPr/>
        <a:lstStyle/>
        <a:p>
          <a:endParaRPr lang="en-US"/>
        </a:p>
      </dgm:t>
    </dgm:pt>
    <dgm:pt modelId="{01EA4A1A-2D03-4368-AB49-DE56CAA0A91E}">
      <dgm:prSet/>
      <dgm:spPr/>
      <dgm:t>
        <a:bodyPr/>
        <a:lstStyle/>
        <a:p>
          <a:r>
            <a:rPr lang="en-US"/>
            <a:t>Kosárba rakás gomb</a:t>
          </a:r>
        </a:p>
      </dgm:t>
    </dgm:pt>
    <dgm:pt modelId="{B88A12BE-7DBD-47C7-BB6B-0ABC549333EF}" type="parTrans" cxnId="{0A19CDC8-FF60-45B5-98A0-BB9D57796D0C}">
      <dgm:prSet/>
      <dgm:spPr/>
      <dgm:t>
        <a:bodyPr/>
        <a:lstStyle/>
        <a:p>
          <a:endParaRPr lang="en-US"/>
        </a:p>
      </dgm:t>
    </dgm:pt>
    <dgm:pt modelId="{56433152-4809-49A5-BD10-8078A34ECEEE}" type="sibTrans" cxnId="{0A19CDC8-FF60-45B5-98A0-BB9D57796D0C}">
      <dgm:prSet/>
      <dgm:spPr/>
      <dgm:t>
        <a:bodyPr/>
        <a:lstStyle/>
        <a:p>
          <a:endParaRPr lang="en-US"/>
        </a:p>
      </dgm:t>
    </dgm:pt>
    <dgm:pt modelId="{F8D5C0C8-0C65-44B6-B503-01772AC74C54}">
      <dgm:prSet/>
      <dgm:spPr/>
      <dgm:t>
        <a:bodyPr/>
        <a:lstStyle/>
        <a:p>
          <a:r>
            <a:rPr lang="en-US"/>
            <a:t>Vissza a főoldalra gomb</a:t>
          </a:r>
        </a:p>
      </dgm:t>
    </dgm:pt>
    <dgm:pt modelId="{255FB6F0-DD84-4C49-8FA9-C8A92BD2265D}" type="parTrans" cxnId="{FA9C3365-D96B-4FF5-A58E-5FCEE89B2CAD}">
      <dgm:prSet/>
      <dgm:spPr/>
      <dgm:t>
        <a:bodyPr/>
        <a:lstStyle/>
        <a:p>
          <a:endParaRPr lang="en-US"/>
        </a:p>
      </dgm:t>
    </dgm:pt>
    <dgm:pt modelId="{90183293-12D6-4ECA-8D24-F0085343BD0B}" type="sibTrans" cxnId="{FA9C3365-D96B-4FF5-A58E-5FCEE89B2CAD}">
      <dgm:prSet/>
      <dgm:spPr/>
      <dgm:t>
        <a:bodyPr/>
        <a:lstStyle/>
        <a:p>
          <a:endParaRPr lang="en-US"/>
        </a:p>
      </dgm:t>
    </dgm:pt>
    <dgm:pt modelId="{08D60D02-0AB5-4636-BAB2-BBD12C5DD61E}" type="pres">
      <dgm:prSet presAssocID="{4405CEA7-5FFB-436D-96AB-B34FD0A4131B}" presName="diagram" presStyleCnt="0">
        <dgm:presLayoutVars>
          <dgm:dir/>
          <dgm:resizeHandles val="exact"/>
        </dgm:presLayoutVars>
      </dgm:prSet>
      <dgm:spPr/>
    </dgm:pt>
    <dgm:pt modelId="{3CBA463E-9D4C-4947-9F78-6089D2EB5272}" type="pres">
      <dgm:prSet presAssocID="{50C1DBB4-1AC2-4F83-B3A3-24D4BDFEE718}" presName="node" presStyleLbl="node1" presStyleIdx="0" presStyleCnt="6">
        <dgm:presLayoutVars>
          <dgm:bulletEnabled val="1"/>
        </dgm:presLayoutVars>
      </dgm:prSet>
      <dgm:spPr/>
    </dgm:pt>
    <dgm:pt modelId="{1E892815-41AA-45A0-B147-F397B0CCFB2D}" type="pres">
      <dgm:prSet presAssocID="{F565EE4B-85B6-4D0D-8EED-8771093F0156}" presName="sibTrans" presStyleCnt="0"/>
      <dgm:spPr/>
    </dgm:pt>
    <dgm:pt modelId="{8C6A5CA0-704F-4BFB-9DE2-63657B638E37}" type="pres">
      <dgm:prSet presAssocID="{23DC8D7E-A211-4461-83DC-21A5A227A964}" presName="node" presStyleLbl="node1" presStyleIdx="1" presStyleCnt="6">
        <dgm:presLayoutVars>
          <dgm:bulletEnabled val="1"/>
        </dgm:presLayoutVars>
      </dgm:prSet>
      <dgm:spPr/>
    </dgm:pt>
    <dgm:pt modelId="{1B4F3C62-3655-4322-A8B3-BC37C0FBE05E}" type="pres">
      <dgm:prSet presAssocID="{AB94B4E2-32FC-4A98-8043-BD9834E41D06}" presName="sibTrans" presStyleCnt="0"/>
      <dgm:spPr/>
    </dgm:pt>
    <dgm:pt modelId="{78B5F957-6D44-423D-9A6D-29ED917B0F21}" type="pres">
      <dgm:prSet presAssocID="{69931B6F-D8DC-46B7-A5A0-51F936D73466}" presName="node" presStyleLbl="node1" presStyleIdx="2" presStyleCnt="6">
        <dgm:presLayoutVars>
          <dgm:bulletEnabled val="1"/>
        </dgm:presLayoutVars>
      </dgm:prSet>
      <dgm:spPr/>
    </dgm:pt>
    <dgm:pt modelId="{982E78E7-A611-4A60-A2AC-E0E92D517F30}" type="pres">
      <dgm:prSet presAssocID="{07CE79E9-38C3-4CDF-AB00-E1E21A97BE63}" presName="sibTrans" presStyleCnt="0"/>
      <dgm:spPr/>
    </dgm:pt>
    <dgm:pt modelId="{F58A2C2C-CFDA-48F8-B52A-3F2CC306386A}" type="pres">
      <dgm:prSet presAssocID="{5AC31833-6BA9-4A93-B700-A5318BBD1011}" presName="node" presStyleLbl="node1" presStyleIdx="3" presStyleCnt="6">
        <dgm:presLayoutVars>
          <dgm:bulletEnabled val="1"/>
        </dgm:presLayoutVars>
      </dgm:prSet>
      <dgm:spPr/>
    </dgm:pt>
    <dgm:pt modelId="{DF700A9E-553C-4485-AB03-099BB658CB23}" type="pres">
      <dgm:prSet presAssocID="{13CF202E-7297-46DB-8817-E23CAF464014}" presName="sibTrans" presStyleCnt="0"/>
      <dgm:spPr/>
    </dgm:pt>
    <dgm:pt modelId="{4980C5C6-7004-4CA1-808F-74080A25FB16}" type="pres">
      <dgm:prSet presAssocID="{01EA4A1A-2D03-4368-AB49-DE56CAA0A91E}" presName="node" presStyleLbl="node1" presStyleIdx="4" presStyleCnt="6">
        <dgm:presLayoutVars>
          <dgm:bulletEnabled val="1"/>
        </dgm:presLayoutVars>
      </dgm:prSet>
      <dgm:spPr/>
    </dgm:pt>
    <dgm:pt modelId="{2FA90B93-E1A8-4B4D-ADEE-91352001A8CE}" type="pres">
      <dgm:prSet presAssocID="{56433152-4809-49A5-BD10-8078A34ECEEE}" presName="sibTrans" presStyleCnt="0"/>
      <dgm:spPr/>
    </dgm:pt>
    <dgm:pt modelId="{CF324F65-F2E6-464E-BB95-D6F2761EC9D7}" type="pres">
      <dgm:prSet presAssocID="{F8D5C0C8-0C65-44B6-B503-01772AC74C54}" presName="node" presStyleLbl="node1" presStyleIdx="5" presStyleCnt="6">
        <dgm:presLayoutVars>
          <dgm:bulletEnabled val="1"/>
        </dgm:presLayoutVars>
      </dgm:prSet>
      <dgm:spPr/>
    </dgm:pt>
  </dgm:ptLst>
  <dgm:cxnLst>
    <dgm:cxn modelId="{03B2351D-8053-4012-BF73-ACB2E73B6EA2}" srcId="{4405CEA7-5FFB-436D-96AB-B34FD0A4131B}" destId="{23DC8D7E-A211-4461-83DC-21A5A227A964}" srcOrd="1" destOrd="0" parTransId="{5549A9EC-94FE-4A05-819D-8D36AC875D91}" sibTransId="{AB94B4E2-32FC-4A98-8043-BD9834E41D06}"/>
    <dgm:cxn modelId="{60672D61-8297-4B25-8E9E-FAF90617FC14}" type="presOf" srcId="{23DC8D7E-A211-4461-83DC-21A5A227A964}" destId="{8C6A5CA0-704F-4BFB-9DE2-63657B638E37}" srcOrd="0" destOrd="0" presId="urn:microsoft.com/office/officeart/2005/8/layout/default"/>
    <dgm:cxn modelId="{FA9C3365-D96B-4FF5-A58E-5FCEE89B2CAD}" srcId="{4405CEA7-5FFB-436D-96AB-B34FD0A4131B}" destId="{F8D5C0C8-0C65-44B6-B503-01772AC74C54}" srcOrd="5" destOrd="0" parTransId="{255FB6F0-DD84-4C49-8FA9-C8A92BD2265D}" sibTransId="{90183293-12D6-4ECA-8D24-F0085343BD0B}"/>
    <dgm:cxn modelId="{39862F6C-C51A-4501-965B-F4D6533F4256}" srcId="{4405CEA7-5FFB-436D-96AB-B34FD0A4131B}" destId="{5AC31833-6BA9-4A93-B700-A5318BBD1011}" srcOrd="3" destOrd="0" parTransId="{699D27BD-C5B9-446F-840C-C6AE87C473AA}" sibTransId="{13CF202E-7297-46DB-8817-E23CAF464014}"/>
    <dgm:cxn modelId="{B278BB56-B839-424D-93F9-E00CACB75006}" type="presOf" srcId="{50C1DBB4-1AC2-4F83-B3A3-24D4BDFEE718}" destId="{3CBA463E-9D4C-4947-9F78-6089D2EB5272}" srcOrd="0" destOrd="0" presId="urn:microsoft.com/office/officeart/2005/8/layout/default"/>
    <dgm:cxn modelId="{98141C7B-51F0-42EF-AD46-6F2A0314D96B}" type="presOf" srcId="{5AC31833-6BA9-4A93-B700-A5318BBD1011}" destId="{F58A2C2C-CFDA-48F8-B52A-3F2CC306386A}" srcOrd="0" destOrd="0" presId="urn:microsoft.com/office/officeart/2005/8/layout/default"/>
    <dgm:cxn modelId="{2668957E-A59D-4E5C-AB38-82917175DE9A}" type="presOf" srcId="{F8D5C0C8-0C65-44B6-B503-01772AC74C54}" destId="{CF324F65-F2E6-464E-BB95-D6F2761EC9D7}" srcOrd="0" destOrd="0" presId="urn:microsoft.com/office/officeart/2005/8/layout/default"/>
    <dgm:cxn modelId="{1EC81C88-838D-4530-A30D-E33BCD2DEAD6}" srcId="{4405CEA7-5FFB-436D-96AB-B34FD0A4131B}" destId="{50C1DBB4-1AC2-4F83-B3A3-24D4BDFEE718}" srcOrd="0" destOrd="0" parTransId="{E026F01C-2BB0-4637-BB39-D8836A747934}" sibTransId="{F565EE4B-85B6-4D0D-8EED-8771093F0156}"/>
    <dgm:cxn modelId="{A1C43B89-6D9E-4E78-AFC5-6B5C8CF62887}" type="presOf" srcId="{4405CEA7-5FFB-436D-96AB-B34FD0A4131B}" destId="{08D60D02-0AB5-4636-BAB2-BBD12C5DD61E}" srcOrd="0" destOrd="0" presId="urn:microsoft.com/office/officeart/2005/8/layout/default"/>
    <dgm:cxn modelId="{95E7D3A8-636D-4B4F-8799-DA7F04211EDE}" type="presOf" srcId="{01EA4A1A-2D03-4368-AB49-DE56CAA0A91E}" destId="{4980C5C6-7004-4CA1-808F-74080A25FB16}" srcOrd="0" destOrd="0" presId="urn:microsoft.com/office/officeart/2005/8/layout/default"/>
    <dgm:cxn modelId="{7571B3C6-6C22-4223-9AC8-3260A88DA504}" srcId="{4405CEA7-5FFB-436D-96AB-B34FD0A4131B}" destId="{69931B6F-D8DC-46B7-A5A0-51F936D73466}" srcOrd="2" destOrd="0" parTransId="{DE2A4D60-983A-416A-A871-C58BFC5B08CD}" sibTransId="{07CE79E9-38C3-4CDF-AB00-E1E21A97BE63}"/>
    <dgm:cxn modelId="{0A19CDC8-FF60-45B5-98A0-BB9D57796D0C}" srcId="{4405CEA7-5FFB-436D-96AB-B34FD0A4131B}" destId="{01EA4A1A-2D03-4368-AB49-DE56CAA0A91E}" srcOrd="4" destOrd="0" parTransId="{B88A12BE-7DBD-47C7-BB6B-0ABC549333EF}" sibTransId="{56433152-4809-49A5-BD10-8078A34ECEEE}"/>
    <dgm:cxn modelId="{721857C9-C76C-486D-AECC-A5FF2183DD5B}" type="presOf" srcId="{69931B6F-D8DC-46B7-A5A0-51F936D73466}" destId="{78B5F957-6D44-423D-9A6D-29ED917B0F21}" srcOrd="0" destOrd="0" presId="urn:microsoft.com/office/officeart/2005/8/layout/default"/>
    <dgm:cxn modelId="{872E8F4A-9B79-4E11-BBB5-BD201AFA6FF6}" type="presParOf" srcId="{08D60D02-0AB5-4636-BAB2-BBD12C5DD61E}" destId="{3CBA463E-9D4C-4947-9F78-6089D2EB5272}" srcOrd="0" destOrd="0" presId="urn:microsoft.com/office/officeart/2005/8/layout/default"/>
    <dgm:cxn modelId="{917A341D-6CEC-41F9-834B-CC1602791803}" type="presParOf" srcId="{08D60D02-0AB5-4636-BAB2-BBD12C5DD61E}" destId="{1E892815-41AA-45A0-B147-F397B0CCFB2D}" srcOrd="1" destOrd="0" presId="urn:microsoft.com/office/officeart/2005/8/layout/default"/>
    <dgm:cxn modelId="{B36A423C-3F0D-4DF8-9330-BAAF7A2A23FD}" type="presParOf" srcId="{08D60D02-0AB5-4636-BAB2-BBD12C5DD61E}" destId="{8C6A5CA0-704F-4BFB-9DE2-63657B638E37}" srcOrd="2" destOrd="0" presId="urn:microsoft.com/office/officeart/2005/8/layout/default"/>
    <dgm:cxn modelId="{AFD57C49-3E83-4D1D-9E29-16E1DF7284D7}" type="presParOf" srcId="{08D60D02-0AB5-4636-BAB2-BBD12C5DD61E}" destId="{1B4F3C62-3655-4322-A8B3-BC37C0FBE05E}" srcOrd="3" destOrd="0" presId="urn:microsoft.com/office/officeart/2005/8/layout/default"/>
    <dgm:cxn modelId="{74A7619F-5F0D-48DD-A5D4-7AE8FF3D340A}" type="presParOf" srcId="{08D60D02-0AB5-4636-BAB2-BBD12C5DD61E}" destId="{78B5F957-6D44-423D-9A6D-29ED917B0F21}" srcOrd="4" destOrd="0" presId="urn:microsoft.com/office/officeart/2005/8/layout/default"/>
    <dgm:cxn modelId="{903BEBFA-B7D8-4520-89F3-F5B046C935B1}" type="presParOf" srcId="{08D60D02-0AB5-4636-BAB2-BBD12C5DD61E}" destId="{982E78E7-A611-4A60-A2AC-E0E92D517F30}" srcOrd="5" destOrd="0" presId="urn:microsoft.com/office/officeart/2005/8/layout/default"/>
    <dgm:cxn modelId="{65015469-F2DF-45E7-BA6C-6FC892A1C7DD}" type="presParOf" srcId="{08D60D02-0AB5-4636-BAB2-BBD12C5DD61E}" destId="{F58A2C2C-CFDA-48F8-B52A-3F2CC306386A}" srcOrd="6" destOrd="0" presId="urn:microsoft.com/office/officeart/2005/8/layout/default"/>
    <dgm:cxn modelId="{09B325DD-D49B-43BF-805B-721C4A77CE46}" type="presParOf" srcId="{08D60D02-0AB5-4636-BAB2-BBD12C5DD61E}" destId="{DF700A9E-553C-4485-AB03-099BB658CB23}" srcOrd="7" destOrd="0" presId="urn:microsoft.com/office/officeart/2005/8/layout/default"/>
    <dgm:cxn modelId="{66D39FE4-9248-419D-AE3F-D3A853CC3EAF}" type="presParOf" srcId="{08D60D02-0AB5-4636-BAB2-BBD12C5DD61E}" destId="{4980C5C6-7004-4CA1-808F-74080A25FB16}" srcOrd="8" destOrd="0" presId="urn:microsoft.com/office/officeart/2005/8/layout/default"/>
    <dgm:cxn modelId="{687481E0-C775-456C-846F-74254DD02D20}" type="presParOf" srcId="{08D60D02-0AB5-4636-BAB2-BBD12C5DD61E}" destId="{2FA90B93-E1A8-4B4D-ADEE-91352001A8CE}" srcOrd="9" destOrd="0" presId="urn:microsoft.com/office/officeart/2005/8/layout/default"/>
    <dgm:cxn modelId="{424E1431-5201-46C9-A63F-D557228E6671}" type="presParOf" srcId="{08D60D02-0AB5-4636-BAB2-BBD12C5DD61E}" destId="{CF324F65-F2E6-464E-BB95-D6F2761EC9D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1245C3-B455-48CB-9E17-6E6ADB20CFC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335A29-3DC3-45CF-A8A7-3D1C914DDE0C}">
      <dgm:prSet/>
      <dgm:spPr/>
      <dgm:t>
        <a:bodyPr/>
        <a:lstStyle/>
        <a:p>
          <a:r>
            <a:rPr lang="en-US"/>
            <a:t>Funkciók:</a:t>
          </a:r>
        </a:p>
      </dgm:t>
    </dgm:pt>
    <dgm:pt modelId="{23A7EFF8-67A1-4FCC-A6F1-E741D7FC6B19}" type="parTrans" cxnId="{CC6F448B-7EDD-473D-9F58-3642DB3FEE45}">
      <dgm:prSet/>
      <dgm:spPr/>
      <dgm:t>
        <a:bodyPr/>
        <a:lstStyle/>
        <a:p>
          <a:endParaRPr lang="en-US"/>
        </a:p>
      </dgm:t>
    </dgm:pt>
    <dgm:pt modelId="{C0FE6A30-41EB-4542-BD22-12C8489F2AEF}" type="sibTrans" cxnId="{CC6F448B-7EDD-473D-9F58-3642DB3FEE45}">
      <dgm:prSet/>
      <dgm:spPr/>
      <dgm:t>
        <a:bodyPr/>
        <a:lstStyle/>
        <a:p>
          <a:endParaRPr lang="en-US"/>
        </a:p>
      </dgm:t>
    </dgm:pt>
    <dgm:pt modelId="{7048221A-B258-4033-8FB4-E0B40E88B96A}">
      <dgm:prSet/>
      <dgm:spPr/>
      <dgm:t>
        <a:bodyPr/>
        <a:lstStyle/>
        <a:p>
          <a:r>
            <a:rPr lang="en-US"/>
            <a:t>Csak bejelentkezett felhasználók írhatnak kommentet</a:t>
          </a:r>
        </a:p>
      </dgm:t>
    </dgm:pt>
    <dgm:pt modelId="{6E5E68A8-A244-4DF0-AC86-321A8516DB28}" type="parTrans" cxnId="{613539A2-E4CF-4A34-B7F8-33133C4184E1}">
      <dgm:prSet/>
      <dgm:spPr/>
      <dgm:t>
        <a:bodyPr/>
        <a:lstStyle/>
        <a:p>
          <a:endParaRPr lang="en-US"/>
        </a:p>
      </dgm:t>
    </dgm:pt>
    <dgm:pt modelId="{C1F49B65-AE79-46C5-A591-799D09746561}" type="sibTrans" cxnId="{613539A2-E4CF-4A34-B7F8-33133C4184E1}">
      <dgm:prSet/>
      <dgm:spPr/>
      <dgm:t>
        <a:bodyPr/>
        <a:lstStyle/>
        <a:p>
          <a:endParaRPr lang="en-US"/>
        </a:p>
      </dgm:t>
    </dgm:pt>
    <dgm:pt modelId="{0203D932-5983-4AAF-8268-8E14E59B4B66}">
      <dgm:prSet/>
      <dgm:spPr/>
      <dgm:t>
        <a:bodyPr/>
        <a:lstStyle/>
        <a:p>
          <a:r>
            <a:rPr lang="en-US"/>
            <a:t>Kommentek listázása (név, dátum, szöveg)</a:t>
          </a:r>
        </a:p>
      </dgm:t>
    </dgm:pt>
    <dgm:pt modelId="{EA99152D-238F-469E-A3A2-B505C6A8959B}" type="parTrans" cxnId="{4E2D0DE3-2E3C-456C-BF40-34582BE82FF6}">
      <dgm:prSet/>
      <dgm:spPr/>
      <dgm:t>
        <a:bodyPr/>
        <a:lstStyle/>
        <a:p>
          <a:endParaRPr lang="en-US"/>
        </a:p>
      </dgm:t>
    </dgm:pt>
    <dgm:pt modelId="{445D97C3-21BD-4A0D-A490-65439A59555C}" type="sibTrans" cxnId="{4E2D0DE3-2E3C-456C-BF40-34582BE82FF6}">
      <dgm:prSet/>
      <dgm:spPr/>
      <dgm:t>
        <a:bodyPr/>
        <a:lstStyle/>
        <a:p>
          <a:endParaRPr lang="en-US"/>
        </a:p>
      </dgm:t>
    </dgm:pt>
    <dgm:pt modelId="{AEA6EFF1-A697-43C9-A53A-28107E2C6F0E}">
      <dgm:prSet/>
      <dgm:spPr/>
      <dgm:t>
        <a:bodyPr/>
        <a:lstStyle/>
        <a:p>
          <a:r>
            <a:rPr lang="en-US"/>
            <a:t>Admin törölheti a nem megfelelő kommenteket</a:t>
          </a:r>
        </a:p>
      </dgm:t>
    </dgm:pt>
    <dgm:pt modelId="{FD965F11-F49A-4E26-B652-03F283A9549F}" type="parTrans" cxnId="{69276F63-27CE-4544-A096-324D681A2EF7}">
      <dgm:prSet/>
      <dgm:spPr/>
      <dgm:t>
        <a:bodyPr/>
        <a:lstStyle/>
        <a:p>
          <a:endParaRPr lang="en-US"/>
        </a:p>
      </dgm:t>
    </dgm:pt>
    <dgm:pt modelId="{EB0BEF85-E68D-4598-A171-A393AFCFB83F}" type="sibTrans" cxnId="{69276F63-27CE-4544-A096-324D681A2EF7}">
      <dgm:prSet/>
      <dgm:spPr/>
      <dgm:t>
        <a:bodyPr/>
        <a:lstStyle/>
        <a:p>
          <a:endParaRPr lang="en-US"/>
        </a:p>
      </dgm:t>
    </dgm:pt>
    <dgm:pt modelId="{E61ECA59-19CB-4EC6-B941-4E98BAEEC5BF}" type="pres">
      <dgm:prSet presAssocID="{E41245C3-B455-48CB-9E17-6E6ADB20CF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685DDF3-14D9-429B-B5DB-FDDA6E1B9976}" type="pres">
      <dgm:prSet presAssocID="{84335A29-3DC3-45CF-A8A7-3D1C914DDE0C}" presName="hierRoot1" presStyleCnt="0"/>
      <dgm:spPr/>
    </dgm:pt>
    <dgm:pt modelId="{03A649C6-5F87-473E-A13D-B5C0465A0A69}" type="pres">
      <dgm:prSet presAssocID="{84335A29-3DC3-45CF-A8A7-3D1C914DDE0C}" presName="composite" presStyleCnt="0"/>
      <dgm:spPr/>
    </dgm:pt>
    <dgm:pt modelId="{CB6B5A2D-CF4C-4BDC-9E64-57AC5649F6B1}" type="pres">
      <dgm:prSet presAssocID="{84335A29-3DC3-45CF-A8A7-3D1C914DDE0C}" presName="background" presStyleLbl="node0" presStyleIdx="0" presStyleCnt="4"/>
      <dgm:spPr/>
    </dgm:pt>
    <dgm:pt modelId="{D83EE102-C0B5-478C-B7D5-DEC16B9265CF}" type="pres">
      <dgm:prSet presAssocID="{84335A29-3DC3-45CF-A8A7-3D1C914DDE0C}" presName="text" presStyleLbl="fgAcc0" presStyleIdx="0" presStyleCnt="4">
        <dgm:presLayoutVars>
          <dgm:chPref val="3"/>
        </dgm:presLayoutVars>
      </dgm:prSet>
      <dgm:spPr/>
    </dgm:pt>
    <dgm:pt modelId="{5340191D-2A18-4EB4-9527-2B63E378C52A}" type="pres">
      <dgm:prSet presAssocID="{84335A29-3DC3-45CF-A8A7-3D1C914DDE0C}" presName="hierChild2" presStyleCnt="0"/>
      <dgm:spPr/>
    </dgm:pt>
    <dgm:pt modelId="{B711106D-EA97-4DEC-9613-380F51282DBD}" type="pres">
      <dgm:prSet presAssocID="{7048221A-B258-4033-8FB4-E0B40E88B96A}" presName="hierRoot1" presStyleCnt="0"/>
      <dgm:spPr/>
    </dgm:pt>
    <dgm:pt modelId="{797E0708-3887-44F4-8164-D00C92607070}" type="pres">
      <dgm:prSet presAssocID="{7048221A-B258-4033-8FB4-E0B40E88B96A}" presName="composite" presStyleCnt="0"/>
      <dgm:spPr/>
    </dgm:pt>
    <dgm:pt modelId="{51F92B09-F4FF-416D-B032-10F51828E987}" type="pres">
      <dgm:prSet presAssocID="{7048221A-B258-4033-8FB4-E0B40E88B96A}" presName="background" presStyleLbl="node0" presStyleIdx="1" presStyleCnt="4"/>
      <dgm:spPr/>
    </dgm:pt>
    <dgm:pt modelId="{09C68441-0E97-46EE-8407-F153A5F54AC3}" type="pres">
      <dgm:prSet presAssocID="{7048221A-B258-4033-8FB4-E0B40E88B96A}" presName="text" presStyleLbl="fgAcc0" presStyleIdx="1" presStyleCnt="4">
        <dgm:presLayoutVars>
          <dgm:chPref val="3"/>
        </dgm:presLayoutVars>
      </dgm:prSet>
      <dgm:spPr/>
    </dgm:pt>
    <dgm:pt modelId="{9AE7C587-B3F2-4238-B53C-DFC80567ED1B}" type="pres">
      <dgm:prSet presAssocID="{7048221A-B258-4033-8FB4-E0B40E88B96A}" presName="hierChild2" presStyleCnt="0"/>
      <dgm:spPr/>
    </dgm:pt>
    <dgm:pt modelId="{AA80F610-3F2F-49B9-8520-3C4503C9298D}" type="pres">
      <dgm:prSet presAssocID="{0203D932-5983-4AAF-8268-8E14E59B4B66}" presName="hierRoot1" presStyleCnt="0"/>
      <dgm:spPr/>
    </dgm:pt>
    <dgm:pt modelId="{CF614DE3-F17F-4F6A-8D49-9F66E3975768}" type="pres">
      <dgm:prSet presAssocID="{0203D932-5983-4AAF-8268-8E14E59B4B66}" presName="composite" presStyleCnt="0"/>
      <dgm:spPr/>
    </dgm:pt>
    <dgm:pt modelId="{9CA3A77E-BE0B-48A6-ACF5-068762379556}" type="pres">
      <dgm:prSet presAssocID="{0203D932-5983-4AAF-8268-8E14E59B4B66}" presName="background" presStyleLbl="node0" presStyleIdx="2" presStyleCnt="4"/>
      <dgm:spPr/>
    </dgm:pt>
    <dgm:pt modelId="{A5E3E264-A5E0-4A3C-81D4-0DD141FEBC88}" type="pres">
      <dgm:prSet presAssocID="{0203D932-5983-4AAF-8268-8E14E59B4B66}" presName="text" presStyleLbl="fgAcc0" presStyleIdx="2" presStyleCnt="4">
        <dgm:presLayoutVars>
          <dgm:chPref val="3"/>
        </dgm:presLayoutVars>
      </dgm:prSet>
      <dgm:spPr/>
    </dgm:pt>
    <dgm:pt modelId="{4EBABE50-05B7-4361-A135-CF91F6E5DAD7}" type="pres">
      <dgm:prSet presAssocID="{0203D932-5983-4AAF-8268-8E14E59B4B66}" presName="hierChild2" presStyleCnt="0"/>
      <dgm:spPr/>
    </dgm:pt>
    <dgm:pt modelId="{A282AE90-4492-4888-88F2-669F9ABBD28F}" type="pres">
      <dgm:prSet presAssocID="{AEA6EFF1-A697-43C9-A53A-28107E2C6F0E}" presName="hierRoot1" presStyleCnt="0"/>
      <dgm:spPr/>
    </dgm:pt>
    <dgm:pt modelId="{4D8BC199-EF64-4925-8890-A56AFFABC70B}" type="pres">
      <dgm:prSet presAssocID="{AEA6EFF1-A697-43C9-A53A-28107E2C6F0E}" presName="composite" presStyleCnt="0"/>
      <dgm:spPr/>
    </dgm:pt>
    <dgm:pt modelId="{20BD7A9D-EC34-4C04-B3F1-B9D1BC32038E}" type="pres">
      <dgm:prSet presAssocID="{AEA6EFF1-A697-43C9-A53A-28107E2C6F0E}" presName="background" presStyleLbl="node0" presStyleIdx="3" presStyleCnt="4"/>
      <dgm:spPr/>
    </dgm:pt>
    <dgm:pt modelId="{5A623DB8-7609-4AC1-87AC-40528F369BBB}" type="pres">
      <dgm:prSet presAssocID="{AEA6EFF1-A697-43C9-A53A-28107E2C6F0E}" presName="text" presStyleLbl="fgAcc0" presStyleIdx="3" presStyleCnt="4">
        <dgm:presLayoutVars>
          <dgm:chPref val="3"/>
        </dgm:presLayoutVars>
      </dgm:prSet>
      <dgm:spPr/>
    </dgm:pt>
    <dgm:pt modelId="{E08F2B4C-A4CF-4D50-9A3C-2902B1A6B600}" type="pres">
      <dgm:prSet presAssocID="{AEA6EFF1-A697-43C9-A53A-28107E2C6F0E}" presName="hierChild2" presStyleCnt="0"/>
      <dgm:spPr/>
    </dgm:pt>
  </dgm:ptLst>
  <dgm:cxnLst>
    <dgm:cxn modelId="{DF2F253B-C69E-4FE5-BE06-829727F54B93}" type="presOf" srcId="{AEA6EFF1-A697-43C9-A53A-28107E2C6F0E}" destId="{5A623DB8-7609-4AC1-87AC-40528F369BBB}" srcOrd="0" destOrd="0" presId="urn:microsoft.com/office/officeart/2005/8/layout/hierarchy1"/>
    <dgm:cxn modelId="{6C15703E-1391-43E9-A1DE-6F894552BF25}" type="presOf" srcId="{7048221A-B258-4033-8FB4-E0B40E88B96A}" destId="{09C68441-0E97-46EE-8407-F153A5F54AC3}" srcOrd="0" destOrd="0" presId="urn:microsoft.com/office/officeart/2005/8/layout/hierarchy1"/>
    <dgm:cxn modelId="{69276F63-27CE-4544-A096-324D681A2EF7}" srcId="{E41245C3-B455-48CB-9E17-6E6ADB20CFCF}" destId="{AEA6EFF1-A697-43C9-A53A-28107E2C6F0E}" srcOrd="3" destOrd="0" parTransId="{FD965F11-F49A-4E26-B652-03F283A9549F}" sibTransId="{EB0BEF85-E68D-4598-A171-A393AFCFB83F}"/>
    <dgm:cxn modelId="{2AAA4151-3599-4529-A57F-B355965AFD3F}" type="presOf" srcId="{84335A29-3DC3-45CF-A8A7-3D1C914DDE0C}" destId="{D83EE102-C0B5-478C-B7D5-DEC16B9265CF}" srcOrd="0" destOrd="0" presId="urn:microsoft.com/office/officeart/2005/8/layout/hierarchy1"/>
    <dgm:cxn modelId="{1B83A071-6CCF-4728-B0D2-DEA0F8C20D7F}" type="presOf" srcId="{0203D932-5983-4AAF-8268-8E14E59B4B66}" destId="{A5E3E264-A5E0-4A3C-81D4-0DD141FEBC88}" srcOrd="0" destOrd="0" presId="urn:microsoft.com/office/officeart/2005/8/layout/hierarchy1"/>
    <dgm:cxn modelId="{CC6F448B-7EDD-473D-9F58-3642DB3FEE45}" srcId="{E41245C3-B455-48CB-9E17-6E6ADB20CFCF}" destId="{84335A29-3DC3-45CF-A8A7-3D1C914DDE0C}" srcOrd="0" destOrd="0" parTransId="{23A7EFF8-67A1-4FCC-A6F1-E741D7FC6B19}" sibTransId="{C0FE6A30-41EB-4542-BD22-12C8489F2AEF}"/>
    <dgm:cxn modelId="{613539A2-E4CF-4A34-B7F8-33133C4184E1}" srcId="{E41245C3-B455-48CB-9E17-6E6ADB20CFCF}" destId="{7048221A-B258-4033-8FB4-E0B40E88B96A}" srcOrd="1" destOrd="0" parTransId="{6E5E68A8-A244-4DF0-AC86-321A8516DB28}" sibTransId="{C1F49B65-AE79-46C5-A591-799D09746561}"/>
    <dgm:cxn modelId="{4E2D0DE3-2E3C-456C-BF40-34582BE82FF6}" srcId="{E41245C3-B455-48CB-9E17-6E6ADB20CFCF}" destId="{0203D932-5983-4AAF-8268-8E14E59B4B66}" srcOrd="2" destOrd="0" parTransId="{EA99152D-238F-469E-A3A2-B505C6A8959B}" sibTransId="{445D97C3-21BD-4A0D-A490-65439A59555C}"/>
    <dgm:cxn modelId="{6DDDD5F9-B0FF-4191-B2B9-DFC24CEDAA94}" type="presOf" srcId="{E41245C3-B455-48CB-9E17-6E6ADB20CFCF}" destId="{E61ECA59-19CB-4EC6-B941-4E98BAEEC5BF}" srcOrd="0" destOrd="0" presId="urn:microsoft.com/office/officeart/2005/8/layout/hierarchy1"/>
    <dgm:cxn modelId="{4ABCA446-C6B2-4C12-BD12-3A626C39B6C0}" type="presParOf" srcId="{E61ECA59-19CB-4EC6-B941-4E98BAEEC5BF}" destId="{8685DDF3-14D9-429B-B5DB-FDDA6E1B9976}" srcOrd="0" destOrd="0" presId="urn:microsoft.com/office/officeart/2005/8/layout/hierarchy1"/>
    <dgm:cxn modelId="{F6781898-9D3F-4F8D-B066-861D96A9BEA4}" type="presParOf" srcId="{8685DDF3-14D9-429B-B5DB-FDDA6E1B9976}" destId="{03A649C6-5F87-473E-A13D-B5C0465A0A69}" srcOrd="0" destOrd="0" presId="urn:microsoft.com/office/officeart/2005/8/layout/hierarchy1"/>
    <dgm:cxn modelId="{ABF438D6-2C42-4AF2-865B-8B1C401698AF}" type="presParOf" srcId="{03A649C6-5F87-473E-A13D-B5C0465A0A69}" destId="{CB6B5A2D-CF4C-4BDC-9E64-57AC5649F6B1}" srcOrd="0" destOrd="0" presId="urn:microsoft.com/office/officeart/2005/8/layout/hierarchy1"/>
    <dgm:cxn modelId="{916F8328-3B58-4648-9325-03F682297621}" type="presParOf" srcId="{03A649C6-5F87-473E-A13D-B5C0465A0A69}" destId="{D83EE102-C0B5-478C-B7D5-DEC16B9265CF}" srcOrd="1" destOrd="0" presId="urn:microsoft.com/office/officeart/2005/8/layout/hierarchy1"/>
    <dgm:cxn modelId="{82EE3AB9-84B1-4D13-B6C8-D2F454C312E4}" type="presParOf" srcId="{8685DDF3-14D9-429B-B5DB-FDDA6E1B9976}" destId="{5340191D-2A18-4EB4-9527-2B63E378C52A}" srcOrd="1" destOrd="0" presId="urn:microsoft.com/office/officeart/2005/8/layout/hierarchy1"/>
    <dgm:cxn modelId="{44B538B0-46AD-4C4F-8EAD-7CE96195D45B}" type="presParOf" srcId="{E61ECA59-19CB-4EC6-B941-4E98BAEEC5BF}" destId="{B711106D-EA97-4DEC-9613-380F51282DBD}" srcOrd="1" destOrd="0" presId="urn:microsoft.com/office/officeart/2005/8/layout/hierarchy1"/>
    <dgm:cxn modelId="{3E122498-2DE4-4F07-8B45-94BA0FAD539B}" type="presParOf" srcId="{B711106D-EA97-4DEC-9613-380F51282DBD}" destId="{797E0708-3887-44F4-8164-D00C92607070}" srcOrd="0" destOrd="0" presId="urn:microsoft.com/office/officeart/2005/8/layout/hierarchy1"/>
    <dgm:cxn modelId="{0744EEEA-47C1-4258-A63E-29EF0DD4EA48}" type="presParOf" srcId="{797E0708-3887-44F4-8164-D00C92607070}" destId="{51F92B09-F4FF-416D-B032-10F51828E987}" srcOrd="0" destOrd="0" presId="urn:microsoft.com/office/officeart/2005/8/layout/hierarchy1"/>
    <dgm:cxn modelId="{2EE5BFFA-C519-45B3-986C-332E73ED9365}" type="presParOf" srcId="{797E0708-3887-44F4-8164-D00C92607070}" destId="{09C68441-0E97-46EE-8407-F153A5F54AC3}" srcOrd="1" destOrd="0" presId="urn:microsoft.com/office/officeart/2005/8/layout/hierarchy1"/>
    <dgm:cxn modelId="{16B54AFD-B33A-45B4-A46C-BB3EB98C0D4F}" type="presParOf" srcId="{B711106D-EA97-4DEC-9613-380F51282DBD}" destId="{9AE7C587-B3F2-4238-B53C-DFC80567ED1B}" srcOrd="1" destOrd="0" presId="urn:microsoft.com/office/officeart/2005/8/layout/hierarchy1"/>
    <dgm:cxn modelId="{E5114B26-CBC6-495B-B12A-23C596530F8A}" type="presParOf" srcId="{E61ECA59-19CB-4EC6-B941-4E98BAEEC5BF}" destId="{AA80F610-3F2F-49B9-8520-3C4503C9298D}" srcOrd="2" destOrd="0" presId="urn:microsoft.com/office/officeart/2005/8/layout/hierarchy1"/>
    <dgm:cxn modelId="{A9CE87A0-10DD-4785-980A-094A08246DED}" type="presParOf" srcId="{AA80F610-3F2F-49B9-8520-3C4503C9298D}" destId="{CF614DE3-F17F-4F6A-8D49-9F66E3975768}" srcOrd="0" destOrd="0" presId="urn:microsoft.com/office/officeart/2005/8/layout/hierarchy1"/>
    <dgm:cxn modelId="{C9CF2ED4-05E3-44AB-95C2-2B58B6321883}" type="presParOf" srcId="{CF614DE3-F17F-4F6A-8D49-9F66E3975768}" destId="{9CA3A77E-BE0B-48A6-ACF5-068762379556}" srcOrd="0" destOrd="0" presId="urn:microsoft.com/office/officeart/2005/8/layout/hierarchy1"/>
    <dgm:cxn modelId="{7B995335-FA7B-4EE6-9246-734E1D5FE7EA}" type="presParOf" srcId="{CF614DE3-F17F-4F6A-8D49-9F66E3975768}" destId="{A5E3E264-A5E0-4A3C-81D4-0DD141FEBC88}" srcOrd="1" destOrd="0" presId="urn:microsoft.com/office/officeart/2005/8/layout/hierarchy1"/>
    <dgm:cxn modelId="{00DB77D1-3DA9-4877-82D5-7BB99AFBE971}" type="presParOf" srcId="{AA80F610-3F2F-49B9-8520-3C4503C9298D}" destId="{4EBABE50-05B7-4361-A135-CF91F6E5DAD7}" srcOrd="1" destOrd="0" presId="urn:microsoft.com/office/officeart/2005/8/layout/hierarchy1"/>
    <dgm:cxn modelId="{7178A52E-75A3-48E4-9CC2-D4B4F4457F3F}" type="presParOf" srcId="{E61ECA59-19CB-4EC6-B941-4E98BAEEC5BF}" destId="{A282AE90-4492-4888-88F2-669F9ABBD28F}" srcOrd="3" destOrd="0" presId="urn:microsoft.com/office/officeart/2005/8/layout/hierarchy1"/>
    <dgm:cxn modelId="{EFC1DB96-2513-4795-9A0B-69F9A2753915}" type="presParOf" srcId="{A282AE90-4492-4888-88F2-669F9ABBD28F}" destId="{4D8BC199-EF64-4925-8890-A56AFFABC70B}" srcOrd="0" destOrd="0" presId="urn:microsoft.com/office/officeart/2005/8/layout/hierarchy1"/>
    <dgm:cxn modelId="{8C723E67-C782-4919-AF63-5813E5A25190}" type="presParOf" srcId="{4D8BC199-EF64-4925-8890-A56AFFABC70B}" destId="{20BD7A9D-EC34-4C04-B3F1-B9D1BC32038E}" srcOrd="0" destOrd="0" presId="urn:microsoft.com/office/officeart/2005/8/layout/hierarchy1"/>
    <dgm:cxn modelId="{FF9EE0BE-F61F-4459-BDFC-31E12172F028}" type="presParOf" srcId="{4D8BC199-EF64-4925-8890-A56AFFABC70B}" destId="{5A623DB8-7609-4AC1-87AC-40528F369BBB}" srcOrd="1" destOrd="0" presId="urn:microsoft.com/office/officeart/2005/8/layout/hierarchy1"/>
    <dgm:cxn modelId="{3E1AF535-DE1A-4800-93CC-819DC9C62E7B}" type="presParOf" srcId="{A282AE90-4492-4888-88F2-669F9ABBD28F}" destId="{E08F2B4C-A4CF-4D50-9A3C-2902B1A6B6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C04FAC-946A-4B45-ABF9-B87DB599F0F7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7A0C5C3-4C7D-48C0-9C06-F90E9BA4F504}">
      <dgm:prSet/>
      <dgm:spPr/>
      <dgm:t>
        <a:bodyPr/>
        <a:lstStyle/>
        <a:p>
          <a:r>
            <a:rPr lang="en-US"/>
            <a:t>Élő keresés:</a:t>
          </a:r>
        </a:p>
      </dgm:t>
    </dgm:pt>
    <dgm:pt modelId="{E82530EA-11BF-435A-93BA-7C8E0D916F8C}" type="parTrans" cxnId="{F1659AEF-84EC-42C5-BF1B-0743CE9A5268}">
      <dgm:prSet/>
      <dgm:spPr/>
      <dgm:t>
        <a:bodyPr/>
        <a:lstStyle/>
        <a:p>
          <a:endParaRPr lang="en-US"/>
        </a:p>
      </dgm:t>
    </dgm:pt>
    <dgm:pt modelId="{EDC08C1F-F116-4A7F-BABD-83164384F880}" type="sibTrans" cxnId="{F1659AEF-84EC-42C5-BF1B-0743CE9A5268}">
      <dgm:prSet/>
      <dgm:spPr/>
      <dgm:t>
        <a:bodyPr/>
        <a:lstStyle/>
        <a:p>
          <a:endParaRPr lang="en-US"/>
        </a:p>
      </dgm:t>
    </dgm:pt>
    <dgm:pt modelId="{D3107E9B-5475-41F2-947F-432AC32EE64B}">
      <dgm:prSet/>
      <dgm:spPr/>
      <dgm:t>
        <a:bodyPr/>
        <a:lstStyle/>
        <a:p>
          <a:r>
            <a:rPr lang="en-US"/>
            <a:t>Azonnali találatok a fejlécben és mobil keresőben</a:t>
          </a:r>
        </a:p>
      </dgm:t>
    </dgm:pt>
    <dgm:pt modelId="{5CD397C7-B971-484A-A052-C045CA89E870}" type="parTrans" cxnId="{45B12F88-B831-40DD-B672-0A7CD7C4F0F0}">
      <dgm:prSet/>
      <dgm:spPr/>
      <dgm:t>
        <a:bodyPr/>
        <a:lstStyle/>
        <a:p>
          <a:endParaRPr lang="en-US"/>
        </a:p>
      </dgm:t>
    </dgm:pt>
    <dgm:pt modelId="{1220E79A-4436-4AE9-8BDD-276DB3161539}" type="sibTrans" cxnId="{45B12F88-B831-40DD-B672-0A7CD7C4F0F0}">
      <dgm:prSet/>
      <dgm:spPr/>
      <dgm:t>
        <a:bodyPr/>
        <a:lstStyle/>
        <a:p>
          <a:endParaRPr lang="en-US"/>
        </a:p>
      </dgm:t>
    </dgm:pt>
    <dgm:pt modelId="{B98329A9-E217-4D79-806C-4AF726E0EFB0}">
      <dgm:prSet/>
      <dgm:spPr/>
      <dgm:t>
        <a:bodyPr/>
        <a:lstStyle/>
        <a:p>
          <a:r>
            <a:rPr lang="en-US"/>
            <a:t>5 találat limit, képpel és árral</a:t>
          </a:r>
        </a:p>
      </dgm:t>
    </dgm:pt>
    <dgm:pt modelId="{2B1E9B17-6B29-4DB8-8255-7F4353268A7F}" type="parTrans" cxnId="{64CEB3C7-2C3D-4465-AA06-FD26176B726E}">
      <dgm:prSet/>
      <dgm:spPr/>
      <dgm:t>
        <a:bodyPr/>
        <a:lstStyle/>
        <a:p>
          <a:endParaRPr lang="en-US"/>
        </a:p>
      </dgm:t>
    </dgm:pt>
    <dgm:pt modelId="{E00734BD-1F98-41D3-8D68-586747C74E3D}" type="sibTrans" cxnId="{64CEB3C7-2C3D-4465-AA06-FD26176B726E}">
      <dgm:prSet/>
      <dgm:spPr/>
      <dgm:t>
        <a:bodyPr/>
        <a:lstStyle/>
        <a:p>
          <a:endParaRPr lang="en-US"/>
        </a:p>
      </dgm:t>
    </dgm:pt>
    <dgm:pt modelId="{5166B9A3-BF87-4285-B129-3619B8FD69F8}">
      <dgm:prSet/>
      <dgm:spPr/>
      <dgm:t>
        <a:bodyPr/>
        <a:lstStyle/>
        <a:p>
          <a:r>
            <a:rPr lang="en-US"/>
            <a:t>Keresőoldal:</a:t>
          </a:r>
        </a:p>
      </dgm:t>
    </dgm:pt>
    <dgm:pt modelId="{2E0C016B-6982-43EA-94B4-90AA30AF2F46}" type="parTrans" cxnId="{E86664EB-B54F-424C-A24F-21FBD6BD97AA}">
      <dgm:prSet/>
      <dgm:spPr/>
      <dgm:t>
        <a:bodyPr/>
        <a:lstStyle/>
        <a:p>
          <a:endParaRPr lang="en-US"/>
        </a:p>
      </dgm:t>
    </dgm:pt>
    <dgm:pt modelId="{DA345E66-149B-4563-8D78-9620D78ADA4E}" type="sibTrans" cxnId="{E86664EB-B54F-424C-A24F-21FBD6BD97AA}">
      <dgm:prSet/>
      <dgm:spPr/>
      <dgm:t>
        <a:bodyPr/>
        <a:lstStyle/>
        <a:p>
          <a:endParaRPr lang="en-US"/>
        </a:p>
      </dgm:t>
    </dgm:pt>
    <dgm:pt modelId="{38509D4D-5A4B-40EA-A52C-A56270344B45}">
      <dgm:prSet/>
      <dgm:spPr/>
      <dgm:t>
        <a:bodyPr/>
        <a:lstStyle/>
        <a:p>
          <a:r>
            <a:rPr lang="en-US"/>
            <a:t>Részletes találati lista</a:t>
          </a:r>
        </a:p>
      </dgm:t>
    </dgm:pt>
    <dgm:pt modelId="{918C4733-AF32-4A8B-9118-70A8E4A57AEF}" type="parTrans" cxnId="{4BB6E829-DB24-4025-89BE-38EC160E7254}">
      <dgm:prSet/>
      <dgm:spPr/>
      <dgm:t>
        <a:bodyPr/>
        <a:lstStyle/>
        <a:p>
          <a:endParaRPr lang="en-US"/>
        </a:p>
      </dgm:t>
    </dgm:pt>
    <dgm:pt modelId="{FFD4CB1A-98DB-4DA4-A549-CF7002119356}" type="sibTrans" cxnId="{4BB6E829-DB24-4025-89BE-38EC160E7254}">
      <dgm:prSet/>
      <dgm:spPr/>
      <dgm:t>
        <a:bodyPr/>
        <a:lstStyle/>
        <a:p>
          <a:endParaRPr lang="en-US"/>
        </a:p>
      </dgm:t>
    </dgm:pt>
    <dgm:pt modelId="{BE59EC54-B932-417D-B0FE-C387EB9F4BB0}">
      <dgm:prSet/>
      <dgm:spPr/>
      <dgm:t>
        <a:bodyPr/>
        <a:lstStyle/>
        <a:p>
          <a:r>
            <a:rPr lang="en-US"/>
            <a:t>Lapozás ha sok találat van</a:t>
          </a:r>
        </a:p>
      </dgm:t>
    </dgm:pt>
    <dgm:pt modelId="{5516F46F-A19D-41DA-88A5-551A4BC10FCE}" type="parTrans" cxnId="{EB649AC5-1CCB-4AA2-B1D2-C2391FD20548}">
      <dgm:prSet/>
      <dgm:spPr/>
      <dgm:t>
        <a:bodyPr/>
        <a:lstStyle/>
        <a:p>
          <a:endParaRPr lang="en-US"/>
        </a:p>
      </dgm:t>
    </dgm:pt>
    <dgm:pt modelId="{7AE52B82-DF42-47B1-BFEB-F49DE6D97407}" type="sibTrans" cxnId="{EB649AC5-1CCB-4AA2-B1D2-C2391FD20548}">
      <dgm:prSet/>
      <dgm:spPr/>
      <dgm:t>
        <a:bodyPr/>
        <a:lstStyle/>
        <a:p>
          <a:endParaRPr lang="en-US"/>
        </a:p>
      </dgm:t>
    </dgm:pt>
    <dgm:pt modelId="{191E9B41-7D5D-4D6C-856D-5ED6670596D5}" type="pres">
      <dgm:prSet presAssocID="{99C04FAC-946A-4B45-ABF9-B87DB599F0F7}" presName="vert0" presStyleCnt="0">
        <dgm:presLayoutVars>
          <dgm:dir/>
          <dgm:animOne val="branch"/>
          <dgm:animLvl val="lvl"/>
        </dgm:presLayoutVars>
      </dgm:prSet>
      <dgm:spPr/>
    </dgm:pt>
    <dgm:pt modelId="{F5B16644-985D-4A16-B0E6-95698F28548F}" type="pres">
      <dgm:prSet presAssocID="{47A0C5C3-4C7D-48C0-9C06-F90E9BA4F504}" presName="thickLine" presStyleLbl="alignNode1" presStyleIdx="0" presStyleCnt="6"/>
      <dgm:spPr/>
    </dgm:pt>
    <dgm:pt modelId="{72BA6D3D-E855-4684-9A82-EFAE9B255132}" type="pres">
      <dgm:prSet presAssocID="{47A0C5C3-4C7D-48C0-9C06-F90E9BA4F504}" presName="horz1" presStyleCnt="0"/>
      <dgm:spPr/>
    </dgm:pt>
    <dgm:pt modelId="{BBDDBC60-8E3D-4E6D-A7B1-E6066D32CB0A}" type="pres">
      <dgm:prSet presAssocID="{47A0C5C3-4C7D-48C0-9C06-F90E9BA4F504}" presName="tx1" presStyleLbl="revTx" presStyleIdx="0" presStyleCnt="6"/>
      <dgm:spPr/>
    </dgm:pt>
    <dgm:pt modelId="{319D6566-3203-4AD0-936E-51521F515F3C}" type="pres">
      <dgm:prSet presAssocID="{47A0C5C3-4C7D-48C0-9C06-F90E9BA4F504}" presName="vert1" presStyleCnt="0"/>
      <dgm:spPr/>
    </dgm:pt>
    <dgm:pt modelId="{02BF609F-2270-40A8-9875-FD918394EFE6}" type="pres">
      <dgm:prSet presAssocID="{D3107E9B-5475-41F2-947F-432AC32EE64B}" presName="thickLine" presStyleLbl="alignNode1" presStyleIdx="1" presStyleCnt="6"/>
      <dgm:spPr/>
    </dgm:pt>
    <dgm:pt modelId="{BD20F783-EB1A-49E0-9232-A7D9B2872A39}" type="pres">
      <dgm:prSet presAssocID="{D3107E9B-5475-41F2-947F-432AC32EE64B}" presName="horz1" presStyleCnt="0"/>
      <dgm:spPr/>
    </dgm:pt>
    <dgm:pt modelId="{E6CF89A2-1782-4FCD-8B04-D7E0EFFA37E9}" type="pres">
      <dgm:prSet presAssocID="{D3107E9B-5475-41F2-947F-432AC32EE64B}" presName="tx1" presStyleLbl="revTx" presStyleIdx="1" presStyleCnt="6"/>
      <dgm:spPr/>
    </dgm:pt>
    <dgm:pt modelId="{9D4789D1-4AAB-40A4-9172-30D7060609D1}" type="pres">
      <dgm:prSet presAssocID="{D3107E9B-5475-41F2-947F-432AC32EE64B}" presName="vert1" presStyleCnt="0"/>
      <dgm:spPr/>
    </dgm:pt>
    <dgm:pt modelId="{AB059DF6-B7E9-4DC5-ABAD-3B6F0A8698FC}" type="pres">
      <dgm:prSet presAssocID="{B98329A9-E217-4D79-806C-4AF726E0EFB0}" presName="thickLine" presStyleLbl="alignNode1" presStyleIdx="2" presStyleCnt="6"/>
      <dgm:spPr/>
    </dgm:pt>
    <dgm:pt modelId="{7CB61561-28B3-416B-9831-4B03644E8C70}" type="pres">
      <dgm:prSet presAssocID="{B98329A9-E217-4D79-806C-4AF726E0EFB0}" presName="horz1" presStyleCnt="0"/>
      <dgm:spPr/>
    </dgm:pt>
    <dgm:pt modelId="{588F33A7-4EAC-4659-B30C-417B82530F39}" type="pres">
      <dgm:prSet presAssocID="{B98329A9-E217-4D79-806C-4AF726E0EFB0}" presName="tx1" presStyleLbl="revTx" presStyleIdx="2" presStyleCnt="6"/>
      <dgm:spPr/>
    </dgm:pt>
    <dgm:pt modelId="{D1EC8BED-A823-4960-A499-B214966A792B}" type="pres">
      <dgm:prSet presAssocID="{B98329A9-E217-4D79-806C-4AF726E0EFB0}" presName="vert1" presStyleCnt="0"/>
      <dgm:spPr/>
    </dgm:pt>
    <dgm:pt modelId="{0A7C1EC9-3974-4BAA-87FF-F10F5D2668F0}" type="pres">
      <dgm:prSet presAssocID="{5166B9A3-BF87-4285-B129-3619B8FD69F8}" presName="thickLine" presStyleLbl="alignNode1" presStyleIdx="3" presStyleCnt="6"/>
      <dgm:spPr/>
    </dgm:pt>
    <dgm:pt modelId="{2138B8E5-BEFD-40F2-9B9A-A6C6ACF47A1A}" type="pres">
      <dgm:prSet presAssocID="{5166B9A3-BF87-4285-B129-3619B8FD69F8}" presName="horz1" presStyleCnt="0"/>
      <dgm:spPr/>
    </dgm:pt>
    <dgm:pt modelId="{6EC63B25-5B41-4C10-8DA2-B67DB7AEC6F0}" type="pres">
      <dgm:prSet presAssocID="{5166B9A3-BF87-4285-B129-3619B8FD69F8}" presName="tx1" presStyleLbl="revTx" presStyleIdx="3" presStyleCnt="6"/>
      <dgm:spPr/>
    </dgm:pt>
    <dgm:pt modelId="{22BBE973-A423-4155-9A13-79F72C60F102}" type="pres">
      <dgm:prSet presAssocID="{5166B9A3-BF87-4285-B129-3619B8FD69F8}" presName="vert1" presStyleCnt="0"/>
      <dgm:spPr/>
    </dgm:pt>
    <dgm:pt modelId="{E30893D8-B361-4368-9026-4EBC90BA5921}" type="pres">
      <dgm:prSet presAssocID="{38509D4D-5A4B-40EA-A52C-A56270344B45}" presName="thickLine" presStyleLbl="alignNode1" presStyleIdx="4" presStyleCnt="6"/>
      <dgm:spPr/>
    </dgm:pt>
    <dgm:pt modelId="{ADEC8267-D892-4B07-AA5F-2B2093C89E3C}" type="pres">
      <dgm:prSet presAssocID="{38509D4D-5A4B-40EA-A52C-A56270344B45}" presName="horz1" presStyleCnt="0"/>
      <dgm:spPr/>
    </dgm:pt>
    <dgm:pt modelId="{2A2B50FD-7C22-486E-9611-300456714957}" type="pres">
      <dgm:prSet presAssocID="{38509D4D-5A4B-40EA-A52C-A56270344B45}" presName="tx1" presStyleLbl="revTx" presStyleIdx="4" presStyleCnt="6"/>
      <dgm:spPr/>
    </dgm:pt>
    <dgm:pt modelId="{A0899F64-377D-46E5-BDD8-B21E3082CFA0}" type="pres">
      <dgm:prSet presAssocID="{38509D4D-5A4B-40EA-A52C-A56270344B45}" presName="vert1" presStyleCnt="0"/>
      <dgm:spPr/>
    </dgm:pt>
    <dgm:pt modelId="{3BA6A80F-52D6-4E8B-9C91-FCC2033CD372}" type="pres">
      <dgm:prSet presAssocID="{BE59EC54-B932-417D-B0FE-C387EB9F4BB0}" presName="thickLine" presStyleLbl="alignNode1" presStyleIdx="5" presStyleCnt="6"/>
      <dgm:spPr/>
    </dgm:pt>
    <dgm:pt modelId="{BD4B0BF7-3C44-4ADD-8F73-C8C822E4AC2C}" type="pres">
      <dgm:prSet presAssocID="{BE59EC54-B932-417D-B0FE-C387EB9F4BB0}" presName="horz1" presStyleCnt="0"/>
      <dgm:spPr/>
    </dgm:pt>
    <dgm:pt modelId="{AE281FAC-4611-44EE-AD42-B8DBCB7CFBA0}" type="pres">
      <dgm:prSet presAssocID="{BE59EC54-B932-417D-B0FE-C387EB9F4BB0}" presName="tx1" presStyleLbl="revTx" presStyleIdx="5" presStyleCnt="6"/>
      <dgm:spPr/>
    </dgm:pt>
    <dgm:pt modelId="{7D78C360-49D4-4FD6-897B-2AD83B94DF6E}" type="pres">
      <dgm:prSet presAssocID="{BE59EC54-B932-417D-B0FE-C387EB9F4BB0}" presName="vert1" presStyleCnt="0"/>
      <dgm:spPr/>
    </dgm:pt>
  </dgm:ptLst>
  <dgm:cxnLst>
    <dgm:cxn modelId="{FBA74406-E95F-4690-8937-914323F9EDAC}" type="presOf" srcId="{D3107E9B-5475-41F2-947F-432AC32EE64B}" destId="{E6CF89A2-1782-4FCD-8B04-D7E0EFFA37E9}" srcOrd="0" destOrd="0" presId="urn:microsoft.com/office/officeart/2008/layout/LinedList"/>
    <dgm:cxn modelId="{4BB6E829-DB24-4025-89BE-38EC160E7254}" srcId="{99C04FAC-946A-4B45-ABF9-B87DB599F0F7}" destId="{38509D4D-5A4B-40EA-A52C-A56270344B45}" srcOrd="4" destOrd="0" parTransId="{918C4733-AF32-4A8B-9118-70A8E4A57AEF}" sibTransId="{FFD4CB1A-98DB-4DA4-A549-CF7002119356}"/>
    <dgm:cxn modelId="{B6559F3F-53DB-441A-97C8-73A901BD255F}" type="presOf" srcId="{B98329A9-E217-4D79-806C-4AF726E0EFB0}" destId="{588F33A7-4EAC-4659-B30C-417B82530F39}" srcOrd="0" destOrd="0" presId="urn:microsoft.com/office/officeart/2008/layout/LinedList"/>
    <dgm:cxn modelId="{B7516A6A-9716-4FF0-9CA1-375667A5CC8B}" type="presOf" srcId="{38509D4D-5A4B-40EA-A52C-A56270344B45}" destId="{2A2B50FD-7C22-486E-9611-300456714957}" srcOrd="0" destOrd="0" presId="urn:microsoft.com/office/officeart/2008/layout/LinedList"/>
    <dgm:cxn modelId="{A5C6A67F-4058-47C2-86E1-ECAE5B1C362D}" type="presOf" srcId="{99C04FAC-946A-4B45-ABF9-B87DB599F0F7}" destId="{191E9B41-7D5D-4D6C-856D-5ED6670596D5}" srcOrd="0" destOrd="0" presId="urn:microsoft.com/office/officeart/2008/layout/LinedList"/>
    <dgm:cxn modelId="{45B12F88-B831-40DD-B672-0A7CD7C4F0F0}" srcId="{99C04FAC-946A-4B45-ABF9-B87DB599F0F7}" destId="{D3107E9B-5475-41F2-947F-432AC32EE64B}" srcOrd="1" destOrd="0" parTransId="{5CD397C7-B971-484A-A052-C045CA89E870}" sibTransId="{1220E79A-4436-4AE9-8BDD-276DB3161539}"/>
    <dgm:cxn modelId="{706A19A6-4D5D-44C4-AA03-607EA1114DE5}" type="presOf" srcId="{BE59EC54-B932-417D-B0FE-C387EB9F4BB0}" destId="{AE281FAC-4611-44EE-AD42-B8DBCB7CFBA0}" srcOrd="0" destOrd="0" presId="urn:microsoft.com/office/officeart/2008/layout/LinedList"/>
    <dgm:cxn modelId="{EB649AC5-1CCB-4AA2-B1D2-C2391FD20548}" srcId="{99C04FAC-946A-4B45-ABF9-B87DB599F0F7}" destId="{BE59EC54-B932-417D-B0FE-C387EB9F4BB0}" srcOrd="5" destOrd="0" parTransId="{5516F46F-A19D-41DA-88A5-551A4BC10FCE}" sibTransId="{7AE52B82-DF42-47B1-BFEB-F49DE6D97407}"/>
    <dgm:cxn modelId="{64CEB3C7-2C3D-4465-AA06-FD26176B726E}" srcId="{99C04FAC-946A-4B45-ABF9-B87DB599F0F7}" destId="{B98329A9-E217-4D79-806C-4AF726E0EFB0}" srcOrd="2" destOrd="0" parTransId="{2B1E9B17-6B29-4DB8-8255-7F4353268A7F}" sibTransId="{E00734BD-1F98-41D3-8D68-586747C74E3D}"/>
    <dgm:cxn modelId="{480E90D2-DE9E-4468-A0BE-779EA8832B11}" type="presOf" srcId="{5166B9A3-BF87-4285-B129-3619B8FD69F8}" destId="{6EC63B25-5B41-4C10-8DA2-B67DB7AEC6F0}" srcOrd="0" destOrd="0" presId="urn:microsoft.com/office/officeart/2008/layout/LinedList"/>
    <dgm:cxn modelId="{E86664EB-B54F-424C-A24F-21FBD6BD97AA}" srcId="{99C04FAC-946A-4B45-ABF9-B87DB599F0F7}" destId="{5166B9A3-BF87-4285-B129-3619B8FD69F8}" srcOrd="3" destOrd="0" parTransId="{2E0C016B-6982-43EA-94B4-90AA30AF2F46}" sibTransId="{DA345E66-149B-4563-8D78-9620D78ADA4E}"/>
    <dgm:cxn modelId="{F1659AEF-84EC-42C5-BF1B-0743CE9A5268}" srcId="{99C04FAC-946A-4B45-ABF9-B87DB599F0F7}" destId="{47A0C5C3-4C7D-48C0-9C06-F90E9BA4F504}" srcOrd="0" destOrd="0" parTransId="{E82530EA-11BF-435A-93BA-7C8E0D916F8C}" sibTransId="{EDC08C1F-F116-4A7F-BABD-83164384F880}"/>
    <dgm:cxn modelId="{B82AA5F9-CA84-49CB-A302-45A293A8CFB4}" type="presOf" srcId="{47A0C5C3-4C7D-48C0-9C06-F90E9BA4F504}" destId="{BBDDBC60-8E3D-4E6D-A7B1-E6066D32CB0A}" srcOrd="0" destOrd="0" presId="urn:microsoft.com/office/officeart/2008/layout/LinedList"/>
    <dgm:cxn modelId="{D3CA5B7C-7040-453C-A526-8AD8FA41E536}" type="presParOf" srcId="{191E9B41-7D5D-4D6C-856D-5ED6670596D5}" destId="{F5B16644-985D-4A16-B0E6-95698F28548F}" srcOrd="0" destOrd="0" presId="urn:microsoft.com/office/officeart/2008/layout/LinedList"/>
    <dgm:cxn modelId="{F1942775-0943-48C4-A1DC-534AC5213F7D}" type="presParOf" srcId="{191E9B41-7D5D-4D6C-856D-5ED6670596D5}" destId="{72BA6D3D-E855-4684-9A82-EFAE9B255132}" srcOrd="1" destOrd="0" presId="urn:microsoft.com/office/officeart/2008/layout/LinedList"/>
    <dgm:cxn modelId="{37998393-4E86-4B81-82B1-C9EB8E9A0A16}" type="presParOf" srcId="{72BA6D3D-E855-4684-9A82-EFAE9B255132}" destId="{BBDDBC60-8E3D-4E6D-A7B1-E6066D32CB0A}" srcOrd="0" destOrd="0" presId="urn:microsoft.com/office/officeart/2008/layout/LinedList"/>
    <dgm:cxn modelId="{98A0E33B-4B88-4AF1-B865-3C7E42FCC850}" type="presParOf" srcId="{72BA6D3D-E855-4684-9A82-EFAE9B255132}" destId="{319D6566-3203-4AD0-936E-51521F515F3C}" srcOrd="1" destOrd="0" presId="urn:microsoft.com/office/officeart/2008/layout/LinedList"/>
    <dgm:cxn modelId="{BAFC6771-9C41-4CD9-A984-F244F8341CC4}" type="presParOf" srcId="{191E9B41-7D5D-4D6C-856D-5ED6670596D5}" destId="{02BF609F-2270-40A8-9875-FD918394EFE6}" srcOrd="2" destOrd="0" presId="urn:microsoft.com/office/officeart/2008/layout/LinedList"/>
    <dgm:cxn modelId="{294CC1B4-7761-403F-8111-309137CEF757}" type="presParOf" srcId="{191E9B41-7D5D-4D6C-856D-5ED6670596D5}" destId="{BD20F783-EB1A-49E0-9232-A7D9B2872A39}" srcOrd="3" destOrd="0" presId="urn:microsoft.com/office/officeart/2008/layout/LinedList"/>
    <dgm:cxn modelId="{E0BD878B-AE0C-4BA3-B34B-A0CF89E96C7E}" type="presParOf" srcId="{BD20F783-EB1A-49E0-9232-A7D9B2872A39}" destId="{E6CF89A2-1782-4FCD-8B04-D7E0EFFA37E9}" srcOrd="0" destOrd="0" presId="urn:microsoft.com/office/officeart/2008/layout/LinedList"/>
    <dgm:cxn modelId="{C1705F5B-F800-4310-BC9F-3ADCAD7B1372}" type="presParOf" srcId="{BD20F783-EB1A-49E0-9232-A7D9B2872A39}" destId="{9D4789D1-4AAB-40A4-9172-30D7060609D1}" srcOrd="1" destOrd="0" presId="urn:microsoft.com/office/officeart/2008/layout/LinedList"/>
    <dgm:cxn modelId="{3B25B4CC-3ADE-4DFC-A179-C9BA94E99053}" type="presParOf" srcId="{191E9B41-7D5D-4D6C-856D-5ED6670596D5}" destId="{AB059DF6-B7E9-4DC5-ABAD-3B6F0A8698FC}" srcOrd="4" destOrd="0" presId="urn:microsoft.com/office/officeart/2008/layout/LinedList"/>
    <dgm:cxn modelId="{8F847FAE-8338-4B5C-9F83-3ABCDF4142F4}" type="presParOf" srcId="{191E9B41-7D5D-4D6C-856D-5ED6670596D5}" destId="{7CB61561-28B3-416B-9831-4B03644E8C70}" srcOrd="5" destOrd="0" presId="urn:microsoft.com/office/officeart/2008/layout/LinedList"/>
    <dgm:cxn modelId="{2C809454-5C65-4580-8737-6A6FA5CCFFAE}" type="presParOf" srcId="{7CB61561-28B3-416B-9831-4B03644E8C70}" destId="{588F33A7-4EAC-4659-B30C-417B82530F39}" srcOrd="0" destOrd="0" presId="urn:microsoft.com/office/officeart/2008/layout/LinedList"/>
    <dgm:cxn modelId="{CE1C494B-A8CC-454D-B520-42BDDBC945DB}" type="presParOf" srcId="{7CB61561-28B3-416B-9831-4B03644E8C70}" destId="{D1EC8BED-A823-4960-A499-B214966A792B}" srcOrd="1" destOrd="0" presId="urn:microsoft.com/office/officeart/2008/layout/LinedList"/>
    <dgm:cxn modelId="{EED72C7D-15A3-451A-9F87-4833ACCB571E}" type="presParOf" srcId="{191E9B41-7D5D-4D6C-856D-5ED6670596D5}" destId="{0A7C1EC9-3974-4BAA-87FF-F10F5D2668F0}" srcOrd="6" destOrd="0" presId="urn:microsoft.com/office/officeart/2008/layout/LinedList"/>
    <dgm:cxn modelId="{5501B3A0-BA71-4095-926F-03025EFC8528}" type="presParOf" srcId="{191E9B41-7D5D-4D6C-856D-5ED6670596D5}" destId="{2138B8E5-BEFD-40F2-9B9A-A6C6ACF47A1A}" srcOrd="7" destOrd="0" presId="urn:microsoft.com/office/officeart/2008/layout/LinedList"/>
    <dgm:cxn modelId="{6D305901-5036-4A78-ACC4-A3267FDB8B01}" type="presParOf" srcId="{2138B8E5-BEFD-40F2-9B9A-A6C6ACF47A1A}" destId="{6EC63B25-5B41-4C10-8DA2-B67DB7AEC6F0}" srcOrd="0" destOrd="0" presId="urn:microsoft.com/office/officeart/2008/layout/LinedList"/>
    <dgm:cxn modelId="{FDF70E8C-2944-498A-B7D3-93AC2BDA1436}" type="presParOf" srcId="{2138B8E5-BEFD-40F2-9B9A-A6C6ACF47A1A}" destId="{22BBE973-A423-4155-9A13-79F72C60F102}" srcOrd="1" destOrd="0" presId="urn:microsoft.com/office/officeart/2008/layout/LinedList"/>
    <dgm:cxn modelId="{606A3FBB-9C2B-451E-AA40-54C037EC9E59}" type="presParOf" srcId="{191E9B41-7D5D-4D6C-856D-5ED6670596D5}" destId="{E30893D8-B361-4368-9026-4EBC90BA5921}" srcOrd="8" destOrd="0" presId="urn:microsoft.com/office/officeart/2008/layout/LinedList"/>
    <dgm:cxn modelId="{B3628646-CFDD-46F4-926A-E8BBB85B4DF6}" type="presParOf" srcId="{191E9B41-7D5D-4D6C-856D-5ED6670596D5}" destId="{ADEC8267-D892-4B07-AA5F-2B2093C89E3C}" srcOrd="9" destOrd="0" presId="urn:microsoft.com/office/officeart/2008/layout/LinedList"/>
    <dgm:cxn modelId="{18A9F50A-3E29-49F8-8658-F8621110964E}" type="presParOf" srcId="{ADEC8267-D892-4B07-AA5F-2B2093C89E3C}" destId="{2A2B50FD-7C22-486E-9611-300456714957}" srcOrd="0" destOrd="0" presId="urn:microsoft.com/office/officeart/2008/layout/LinedList"/>
    <dgm:cxn modelId="{CF805472-CB72-42B2-9F87-4A623DDCFDFB}" type="presParOf" srcId="{ADEC8267-D892-4B07-AA5F-2B2093C89E3C}" destId="{A0899F64-377D-46E5-BDD8-B21E3082CFA0}" srcOrd="1" destOrd="0" presId="urn:microsoft.com/office/officeart/2008/layout/LinedList"/>
    <dgm:cxn modelId="{030F9848-F675-4972-A656-743A36B85F5B}" type="presParOf" srcId="{191E9B41-7D5D-4D6C-856D-5ED6670596D5}" destId="{3BA6A80F-52D6-4E8B-9C91-FCC2033CD372}" srcOrd="10" destOrd="0" presId="urn:microsoft.com/office/officeart/2008/layout/LinedList"/>
    <dgm:cxn modelId="{50B70FA6-993C-4E46-A40F-5F0BBA3EDFC5}" type="presParOf" srcId="{191E9B41-7D5D-4D6C-856D-5ED6670596D5}" destId="{BD4B0BF7-3C44-4ADD-8F73-C8C822E4AC2C}" srcOrd="11" destOrd="0" presId="urn:microsoft.com/office/officeart/2008/layout/LinedList"/>
    <dgm:cxn modelId="{80735DFE-DA2D-4C74-A513-93C9B805F0CB}" type="presParOf" srcId="{BD4B0BF7-3C44-4ADD-8F73-C8C822E4AC2C}" destId="{AE281FAC-4611-44EE-AD42-B8DBCB7CFBA0}" srcOrd="0" destOrd="0" presId="urn:microsoft.com/office/officeart/2008/layout/LinedList"/>
    <dgm:cxn modelId="{277BCE77-B506-4A37-9232-20651EF13020}" type="presParOf" srcId="{BD4B0BF7-3C44-4ADD-8F73-C8C822E4AC2C}" destId="{7D78C360-49D4-4FD6-897B-2AD83B94DF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E6CE4D-4ABA-444A-A91E-E139C5983F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A3FB71F-EADC-4472-9C04-EC0420B62E8F}">
      <dgm:prSet/>
      <dgm:spPr/>
      <dgm:t>
        <a:bodyPr/>
        <a:lstStyle/>
        <a:p>
          <a:r>
            <a:rPr lang="en-US"/>
            <a:t>Megjelenés:</a:t>
          </a:r>
        </a:p>
      </dgm:t>
    </dgm:pt>
    <dgm:pt modelId="{4D38B045-71F0-4695-A1F9-C1A802530E67}" type="parTrans" cxnId="{35DED32B-6033-4E0B-BF61-10427C53612B}">
      <dgm:prSet/>
      <dgm:spPr/>
      <dgm:t>
        <a:bodyPr/>
        <a:lstStyle/>
        <a:p>
          <a:endParaRPr lang="en-US"/>
        </a:p>
      </dgm:t>
    </dgm:pt>
    <dgm:pt modelId="{2E4A46D4-56A1-4127-8AE2-B8B78544A6D4}" type="sibTrans" cxnId="{35DED32B-6033-4E0B-BF61-10427C53612B}">
      <dgm:prSet/>
      <dgm:spPr/>
      <dgm:t>
        <a:bodyPr/>
        <a:lstStyle/>
        <a:p>
          <a:endParaRPr lang="en-US"/>
        </a:p>
      </dgm:t>
    </dgm:pt>
    <dgm:pt modelId="{614DC94C-710F-4CC9-9897-91397FC28970}">
      <dgm:prSet/>
      <dgm:spPr/>
      <dgm:t>
        <a:bodyPr/>
        <a:lstStyle/>
        <a:p>
          <a:r>
            <a:rPr lang="en-US"/>
            <a:t>Táblázatos forma (termék, méret, ár, mennyiség, összeg)</a:t>
          </a:r>
        </a:p>
      </dgm:t>
    </dgm:pt>
    <dgm:pt modelId="{72270780-0526-4FE1-AB2E-1F8FF211A844}" type="parTrans" cxnId="{7887C555-617A-4ED1-B706-9C583C1062B5}">
      <dgm:prSet/>
      <dgm:spPr/>
      <dgm:t>
        <a:bodyPr/>
        <a:lstStyle/>
        <a:p>
          <a:endParaRPr lang="en-US"/>
        </a:p>
      </dgm:t>
    </dgm:pt>
    <dgm:pt modelId="{40E82272-29DC-4728-9E80-D53E3DE4D27A}" type="sibTrans" cxnId="{7887C555-617A-4ED1-B706-9C583C1062B5}">
      <dgm:prSet/>
      <dgm:spPr/>
      <dgm:t>
        <a:bodyPr/>
        <a:lstStyle/>
        <a:p>
          <a:endParaRPr lang="en-US"/>
        </a:p>
      </dgm:t>
    </dgm:pt>
    <dgm:pt modelId="{A100D180-E902-46A3-8B72-B4EE1BD10834}">
      <dgm:prSet/>
      <dgm:spPr/>
      <dgm:t>
        <a:bodyPr/>
        <a:lstStyle/>
        <a:p>
          <a:r>
            <a:rPr lang="en-US"/>
            <a:t>Mennyiség módosítása AJAX-szal (azonnali újraszámolás)</a:t>
          </a:r>
        </a:p>
      </dgm:t>
    </dgm:pt>
    <dgm:pt modelId="{C11DD590-7D55-4675-87C1-34737F1542DA}" type="parTrans" cxnId="{19D9B178-DAB2-4D12-9C24-A0C07C46B175}">
      <dgm:prSet/>
      <dgm:spPr/>
      <dgm:t>
        <a:bodyPr/>
        <a:lstStyle/>
        <a:p>
          <a:endParaRPr lang="en-US"/>
        </a:p>
      </dgm:t>
    </dgm:pt>
    <dgm:pt modelId="{A9E7B259-F57D-445B-A1E6-F843699469AE}" type="sibTrans" cxnId="{19D9B178-DAB2-4D12-9C24-A0C07C46B175}">
      <dgm:prSet/>
      <dgm:spPr/>
      <dgm:t>
        <a:bodyPr/>
        <a:lstStyle/>
        <a:p>
          <a:endParaRPr lang="en-US"/>
        </a:p>
      </dgm:t>
    </dgm:pt>
    <dgm:pt modelId="{061638A4-A655-4022-B929-FD9E8A304393}">
      <dgm:prSet/>
      <dgm:spPr/>
      <dgm:t>
        <a:bodyPr/>
        <a:lstStyle/>
        <a:p>
          <a:r>
            <a:rPr lang="en-US"/>
            <a:t>Tétel törlése</a:t>
          </a:r>
        </a:p>
      </dgm:t>
    </dgm:pt>
    <dgm:pt modelId="{2C637DC8-A2C0-460A-9AF8-28DD1ECE77DD}" type="parTrans" cxnId="{834E5CA5-FE14-4984-81AC-D50A5416980B}">
      <dgm:prSet/>
      <dgm:spPr/>
      <dgm:t>
        <a:bodyPr/>
        <a:lstStyle/>
        <a:p>
          <a:endParaRPr lang="en-US"/>
        </a:p>
      </dgm:t>
    </dgm:pt>
    <dgm:pt modelId="{A17068FE-DB8F-4549-AB37-E744558372EA}" type="sibTrans" cxnId="{834E5CA5-FE14-4984-81AC-D50A5416980B}">
      <dgm:prSet/>
      <dgm:spPr/>
      <dgm:t>
        <a:bodyPr/>
        <a:lstStyle/>
        <a:p>
          <a:endParaRPr lang="en-US"/>
        </a:p>
      </dgm:t>
    </dgm:pt>
    <dgm:pt modelId="{D8AD99E8-ABF9-43C4-8E75-EA8DC2299C9F}">
      <dgm:prSet/>
      <dgm:spPr/>
      <dgm:t>
        <a:bodyPr/>
        <a:lstStyle/>
        <a:p>
          <a:r>
            <a:rPr lang="en-US"/>
            <a:t>Végösszeg kijelzése</a:t>
          </a:r>
        </a:p>
      </dgm:t>
    </dgm:pt>
    <dgm:pt modelId="{FFD45150-FA3B-4B71-961E-AAE1108745C2}" type="parTrans" cxnId="{489A74F1-74FC-4F75-9A98-78F2FBFD32A1}">
      <dgm:prSet/>
      <dgm:spPr/>
      <dgm:t>
        <a:bodyPr/>
        <a:lstStyle/>
        <a:p>
          <a:endParaRPr lang="en-US"/>
        </a:p>
      </dgm:t>
    </dgm:pt>
    <dgm:pt modelId="{32DE938A-72D3-476B-9169-DD12899500A3}" type="sibTrans" cxnId="{489A74F1-74FC-4F75-9A98-78F2FBFD32A1}">
      <dgm:prSet/>
      <dgm:spPr/>
      <dgm:t>
        <a:bodyPr/>
        <a:lstStyle/>
        <a:p>
          <a:endParaRPr lang="en-US"/>
        </a:p>
      </dgm:t>
    </dgm:pt>
    <dgm:pt modelId="{ED59FC40-2C30-4F7E-B2F3-5AC085124778}">
      <dgm:prSet/>
      <dgm:spPr/>
      <dgm:t>
        <a:bodyPr/>
        <a:lstStyle/>
        <a:p>
          <a:r>
            <a:rPr lang="en-US"/>
            <a:t>Funkció: Kosár tartalma session-höz vagy user-hez kötve</a:t>
          </a:r>
        </a:p>
      </dgm:t>
    </dgm:pt>
    <dgm:pt modelId="{110DC877-79E6-4108-B761-3D52ED0B633F}" type="parTrans" cxnId="{212F2442-D176-4D57-9B7C-9E25FCFA76CC}">
      <dgm:prSet/>
      <dgm:spPr/>
      <dgm:t>
        <a:bodyPr/>
        <a:lstStyle/>
        <a:p>
          <a:endParaRPr lang="en-US"/>
        </a:p>
      </dgm:t>
    </dgm:pt>
    <dgm:pt modelId="{A9192885-0982-434B-AAFA-A590737AAF10}" type="sibTrans" cxnId="{212F2442-D176-4D57-9B7C-9E25FCFA76CC}">
      <dgm:prSet/>
      <dgm:spPr/>
      <dgm:t>
        <a:bodyPr/>
        <a:lstStyle/>
        <a:p>
          <a:endParaRPr lang="en-US"/>
        </a:p>
      </dgm:t>
    </dgm:pt>
    <dgm:pt modelId="{37220169-DFEB-407A-96D4-1F7606945062}" type="pres">
      <dgm:prSet presAssocID="{0AE6CE4D-4ABA-444A-A91E-E139C5983FDE}" presName="linear" presStyleCnt="0">
        <dgm:presLayoutVars>
          <dgm:animLvl val="lvl"/>
          <dgm:resizeHandles val="exact"/>
        </dgm:presLayoutVars>
      </dgm:prSet>
      <dgm:spPr/>
    </dgm:pt>
    <dgm:pt modelId="{AE0D9953-A20A-4905-8774-3BB5095172E0}" type="pres">
      <dgm:prSet presAssocID="{AA3FB71F-EADC-4472-9C04-EC0420B62E8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71D5847-66F4-44F6-89C8-559E09A115C4}" type="pres">
      <dgm:prSet presAssocID="{2E4A46D4-56A1-4127-8AE2-B8B78544A6D4}" presName="spacer" presStyleCnt="0"/>
      <dgm:spPr/>
    </dgm:pt>
    <dgm:pt modelId="{237C3AD3-2723-45C9-8224-3C0A178AE56C}" type="pres">
      <dgm:prSet presAssocID="{614DC94C-710F-4CC9-9897-91397FC2897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AA6BBDF-CE9D-4827-B899-850B1813FFCF}" type="pres">
      <dgm:prSet presAssocID="{40E82272-29DC-4728-9E80-D53E3DE4D27A}" presName="spacer" presStyleCnt="0"/>
      <dgm:spPr/>
    </dgm:pt>
    <dgm:pt modelId="{D236FC59-0C65-4DD1-BCF0-2BD8C44AFDF9}" type="pres">
      <dgm:prSet presAssocID="{A100D180-E902-46A3-8B72-B4EE1BD1083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03F9D2-6462-4C36-BAF3-135890D4631C}" type="pres">
      <dgm:prSet presAssocID="{A9E7B259-F57D-445B-A1E6-F843699469AE}" presName="spacer" presStyleCnt="0"/>
      <dgm:spPr/>
    </dgm:pt>
    <dgm:pt modelId="{E83EA0B0-B880-4557-85D4-4362BDF96B2D}" type="pres">
      <dgm:prSet presAssocID="{061638A4-A655-4022-B929-FD9E8A30439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3F658D6-348C-4E83-A820-E15F6C2BDED6}" type="pres">
      <dgm:prSet presAssocID="{A17068FE-DB8F-4549-AB37-E744558372EA}" presName="spacer" presStyleCnt="0"/>
      <dgm:spPr/>
    </dgm:pt>
    <dgm:pt modelId="{79B0CE4C-A194-4778-8803-D6C27E9472C8}" type="pres">
      <dgm:prSet presAssocID="{D8AD99E8-ABF9-43C4-8E75-EA8DC2299C9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C532FBA-FAC3-411D-9B2D-392875F46974}" type="pres">
      <dgm:prSet presAssocID="{32DE938A-72D3-476B-9169-DD12899500A3}" presName="spacer" presStyleCnt="0"/>
      <dgm:spPr/>
    </dgm:pt>
    <dgm:pt modelId="{6A849B10-8634-4752-A4DE-A88F0BFA49A9}" type="pres">
      <dgm:prSet presAssocID="{ED59FC40-2C30-4F7E-B2F3-5AC08512477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0876629-3464-4192-BEC3-6C1153D0B6D8}" type="presOf" srcId="{ED59FC40-2C30-4F7E-B2F3-5AC085124778}" destId="{6A849B10-8634-4752-A4DE-A88F0BFA49A9}" srcOrd="0" destOrd="0" presId="urn:microsoft.com/office/officeart/2005/8/layout/vList2"/>
    <dgm:cxn modelId="{35DED32B-6033-4E0B-BF61-10427C53612B}" srcId="{0AE6CE4D-4ABA-444A-A91E-E139C5983FDE}" destId="{AA3FB71F-EADC-4472-9C04-EC0420B62E8F}" srcOrd="0" destOrd="0" parTransId="{4D38B045-71F0-4695-A1F9-C1A802530E67}" sibTransId="{2E4A46D4-56A1-4127-8AE2-B8B78544A6D4}"/>
    <dgm:cxn modelId="{212F2442-D176-4D57-9B7C-9E25FCFA76CC}" srcId="{0AE6CE4D-4ABA-444A-A91E-E139C5983FDE}" destId="{ED59FC40-2C30-4F7E-B2F3-5AC085124778}" srcOrd="5" destOrd="0" parTransId="{110DC877-79E6-4108-B761-3D52ED0B633F}" sibTransId="{A9192885-0982-434B-AAFA-A590737AAF10}"/>
    <dgm:cxn modelId="{7887C555-617A-4ED1-B706-9C583C1062B5}" srcId="{0AE6CE4D-4ABA-444A-A91E-E139C5983FDE}" destId="{614DC94C-710F-4CC9-9897-91397FC28970}" srcOrd="1" destOrd="0" parTransId="{72270780-0526-4FE1-AB2E-1F8FF211A844}" sibTransId="{40E82272-29DC-4728-9E80-D53E3DE4D27A}"/>
    <dgm:cxn modelId="{19D9B178-DAB2-4D12-9C24-A0C07C46B175}" srcId="{0AE6CE4D-4ABA-444A-A91E-E139C5983FDE}" destId="{A100D180-E902-46A3-8B72-B4EE1BD10834}" srcOrd="2" destOrd="0" parTransId="{C11DD590-7D55-4675-87C1-34737F1542DA}" sibTransId="{A9E7B259-F57D-445B-A1E6-F843699469AE}"/>
    <dgm:cxn modelId="{C9280B89-904E-4B25-ABE6-875FE2E90CAB}" type="presOf" srcId="{0AE6CE4D-4ABA-444A-A91E-E139C5983FDE}" destId="{37220169-DFEB-407A-96D4-1F7606945062}" srcOrd="0" destOrd="0" presId="urn:microsoft.com/office/officeart/2005/8/layout/vList2"/>
    <dgm:cxn modelId="{9A998D98-7867-4585-A635-9D04FC20E534}" type="presOf" srcId="{A100D180-E902-46A3-8B72-B4EE1BD10834}" destId="{D236FC59-0C65-4DD1-BCF0-2BD8C44AFDF9}" srcOrd="0" destOrd="0" presId="urn:microsoft.com/office/officeart/2005/8/layout/vList2"/>
    <dgm:cxn modelId="{834E5CA5-FE14-4984-81AC-D50A5416980B}" srcId="{0AE6CE4D-4ABA-444A-A91E-E139C5983FDE}" destId="{061638A4-A655-4022-B929-FD9E8A304393}" srcOrd="3" destOrd="0" parTransId="{2C637DC8-A2C0-460A-9AF8-28DD1ECE77DD}" sibTransId="{A17068FE-DB8F-4549-AB37-E744558372EA}"/>
    <dgm:cxn modelId="{0C31A6BA-0224-40DC-A116-3ED652A547AA}" type="presOf" srcId="{061638A4-A655-4022-B929-FD9E8A304393}" destId="{E83EA0B0-B880-4557-85D4-4362BDF96B2D}" srcOrd="0" destOrd="0" presId="urn:microsoft.com/office/officeart/2005/8/layout/vList2"/>
    <dgm:cxn modelId="{41DFA0DC-3A67-4909-A1B4-D89164A2D4C9}" type="presOf" srcId="{AA3FB71F-EADC-4472-9C04-EC0420B62E8F}" destId="{AE0D9953-A20A-4905-8774-3BB5095172E0}" srcOrd="0" destOrd="0" presId="urn:microsoft.com/office/officeart/2005/8/layout/vList2"/>
    <dgm:cxn modelId="{BE75FFE7-E5C8-4EBF-AFE1-8FABEFAC6A7F}" type="presOf" srcId="{D8AD99E8-ABF9-43C4-8E75-EA8DC2299C9F}" destId="{79B0CE4C-A194-4778-8803-D6C27E9472C8}" srcOrd="0" destOrd="0" presId="urn:microsoft.com/office/officeart/2005/8/layout/vList2"/>
    <dgm:cxn modelId="{8B028CED-AEE6-4E50-93DA-DF29512A7119}" type="presOf" srcId="{614DC94C-710F-4CC9-9897-91397FC28970}" destId="{237C3AD3-2723-45C9-8224-3C0A178AE56C}" srcOrd="0" destOrd="0" presId="urn:microsoft.com/office/officeart/2005/8/layout/vList2"/>
    <dgm:cxn modelId="{489A74F1-74FC-4F75-9A98-78F2FBFD32A1}" srcId="{0AE6CE4D-4ABA-444A-A91E-E139C5983FDE}" destId="{D8AD99E8-ABF9-43C4-8E75-EA8DC2299C9F}" srcOrd="4" destOrd="0" parTransId="{FFD45150-FA3B-4B71-961E-AAE1108745C2}" sibTransId="{32DE938A-72D3-476B-9169-DD12899500A3}"/>
    <dgm:cxn modelId="{75BBE347-B17C-4D12-B7FD-2A9EC44839B3}" type="presParOf" srcId="{37220169-DFEB-407A-96D4-1F7606945062}" destId="{AE0D9953-A20A-4905-8774-3BB5095172E0}" srcOrd="0" destOrd="0" presId="urn:microsoft.com/office/officeart/2005/8/layout/vList2"/>
    <dgm:cxn modelId="{FFA4694C-2F9A-4A8F-BB80-27AE63D1691A}" type="presParOf" srcId="{37220169-DFEB-407A-96D4-1F7606945062}" destId="{F71D5847-66F4-44F6-89C8-559E09A115C4}" srcOrd="1" destOrd="0" presId="urn:microsoft.com/office/officeart/2005/8/layout/vList2"/>
    <dgm:cxn modelId="{37DDBA49-E129-43D8-B037-DC060B75A167}" type="presParOf" srcId="{37220169-DFEB-407A-96D4-1F7606945062}" destId="{237C3AD3-2723-45C9-8224-3C0A178AE56C}" srcOrd="2" destOrd="0" presId="urn:microsoft.com/office/officeart/2005/8/layout/vList2"/>
    <dgm:cxn modelId="{473EDABF-5FC7-4C51-88FC-5423F63574AF}" type="presParOf" srcId="{37220169-DFEB-407A-96D4-1F7606945062}" destId="{FAA6BBDF-CE9D-4827-B899-850B1813FFCF}" srcOrd="3" destOrd="0" presId="urn:microsoft.com/office/officeart/2005/8/layout/vList2"/>
    <dgm:cxn modelId="{09BB19DD-52F6-4028-9E4A-1F34439B171F}" type="presParOf" srcId="{37220169-DFEB-407A-96D4-1F7606945062}" destId="{D236FC59-0C65-4DD1-BCF0-2BD8C44AFDF9}" srcOrd="4" destOrd="0" presId="urn:microsoft.com/office/officeart/2005/8/layout/vList2"/>
    <dgm:cxn modelId="{10FC8BD0-0185-4DB7-B6D7-B01AA0321281}" type="presParOf" srcId="{37220169-DFEB-407A-96D4-1F7606945062}" destId="{6703F9D2-6462-4C36-BAF3-135890D4631C}" srcOrd="5" destOrd="0" presId="urn:microsoft.com/office/officeart/2005/8/layout/vList2"/>
    <dgm:cxn modelId="{3B46FCD6-41F3-46CB-A5FC-976EAB9D07D8}" type="presParOf" srcId="{37220169-DFEB-407A-96D4-1F7606945062}" destId="{E83EA0B0-B880-4557-85D4-4362BDF96B2D}" srcOrd="6" destOrd="0" presId="urn:microsoft.com/office/officeart/2005/8/layout/vList2"/>
    <dgm:cxn modelId="{3152E97C-2E92-4714-A75E-E83AA625588E}" type="presParOf" srcId="{37220169-DFEB-407A-96D4-1F7606945062}" destId="{13F658D6-348C-4E83-A820-E15F6C2BDED6}" srcOrd="7" destOrd="0" presId="urn:microsoft.com/office/officeart/2005/8/layout/vList2"/>
    <dgm:cxn modelId="{A667CC07-C4D3-499D-9170-4B569C6054F5}" type="presParOf" srcId="{37220169-DFEB-407A-96D4-1F7606945062}" destId="{79B0CE4C-A194-4778-8803-D6C27E9472C8}" srcOrd="8" destOrd="0" presId="urn:microsoft.com/office/officeart/2005/8/layout/vList2"/>
    <dgm:cxn modelId="{5E515A6C-99D0-4D0A-BD32-5192567BAD80}" type="presParOf" srcId="{37220169-DFEB-407A-96D4-1F7606945062}" destId="{2C532FBA-FAC3-411D-9B2D-392875F46974}" srcOrd="9" destOrd="0" presId="urn:microsoft.com/office/officeart/2005/8/layout/vList2"/>
    <dgm:cxn modelId="{F7954921-CC85-41B7-BB14-3354C88EE126}" type="presParOf" srcId="{37220169-DFEB-407A-96D4-1F7606945062}" destId="{6A849B10-8634-4752-A4DE-A88F0BFA49A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9DF5BD-E9AD-4E02-AF7D-E49E6DF487F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AF350D-D682-4789-8D22-474BA6F9F51B}">
      <dgm:prSet/>
      <dgm:spPr/>
      <dgm:t>
        <a:bodyPr/>
        <a:lstStyle/>
        <a:p>
          <a:r>
            <a:rPr lang="en-US"/>
            <a:t>Adatok bekérése:</a:t>
          </a:r>
        </a:p>
      </dgm:t>
    </dgm:pt>
    <dgm:pt modelId="{E4DF7655-F063-430D-B5F0-78E5337FB06E}" type="parTrans" cxnId="{983B7F9E-E56E-4CD9-834F-7A98DA6A767E}">
      <dgm:prSet/>
      <dgm:spPr/>
      <dgm:t>
        <a:bodyPr/>
        <a:lstStyle/>
        <a:p>
          <a:endParaRPr lang="en-US"/>
        </a:p>
      </dgm:t>
    </dgm:pt>
    <dgm:pt modelId="{3A01AC31-CC3C-43E6-B233-BD19C94D07F0}" type="sibTrans" cxnId="{983B7F9E-E56E-4CD9-834F-7A98DA6A767E}">
      <dgm:prSet/>
      <dgm:spPr/>
      <dgm:t>
        <a:bodyPr/>
        <a:lstStyle/>
        <a:p>
          <a:endParaRPr lang="en-US"/>
        </a:p>
      </dgm:t>
    </dgm:pt>
    <dgm:pt modelId="{D8FF8D5C-B852-41E9-AE2D-01BCC8C6E8A7}">
      <dgm:prSet/>
      <dgm:spPr/>
      <dgm:t>
        <a:bodyPr/>
        <a:lstStyle/>
        <a:p>
          <a:r>
            <a:rPr lang="en-US"/>
            <a:t>Név, telefonszám, irányítószám, város, cím</a:t>
          </a:r>
        </a:p>
      </dgm:t>
    </dgm:pt>
    <dgm:pt modelId="{0DFE863A-360B-49FC-9A63-E5A384CD84C3}" type="parTrans" cxnId="{09FA448D-FFD9-44E8-9686-73037E077971}">
      <dgm:prSet/>
      <dgm:spPr/>
      <dgm:t>
        <a:bodyPr/>
        <a:lstStyle/>
        <a:p>
          <a:endParaRPr lang="en-US"/>
        </a:p>
      </dgm:t>
    </dgm:pt>
    <dgm:pt modelId="{3C0C2FC2-58AE-4035-8589-F235EF30505C}" type="sibTrans" cxnId="{09FA448D-FFD9-44E8-9686-73037E077971}">
      <dgm:prSet/>
      <dgm:spPr/>
      <dgm:t>
        <a:bodyPr/>
        <a:lstStyle/>
        <a:p>
          <a:endParaRPr lang="en-US"/>
        </a:p>
      </dgm:t>
    </dgm:pt>
    <dgm:pt modelId="{A7A9F839-A464-4D26-83AB-3E97EE464493}">
      <dgm:prSet/>
      <dgm:spPr/>
      <dgm:t>
        <a:bodyPr/>
        <a:lstStyle/>
        <a:p>
          <a:r>
            <a:rPr lang="en-US"/>
            <a:t>Szállítási mód választása (standard/express)</a:t>
          </a:r>
        </a:p>
      </dgm:t>
    </dgm:pt>
    <dgm:pt modelId="{5641196E-31B3-4EEF-AD0F-243839560A4C}" type="parTrans" cxnId="{D076CF40-0166-4095-9299-392F1FA222BD}">
      <dgm:prSet/>
      <dgm:spPr/>
      <dgm:t>
        <a:bodyPr/>
        <a:lstStyle/>
        <a:p>
          <a:endParaRPr lang="en-US"/>
        </a:p>
      </dgm:t>
    </dgm:pt>
    <dgm:pt modelId="{F3E3D4B5-9F5A-4F4B-B4A5-3BFB914B8C7B}" type="sibTrans" cxnId="{D076CF40-0166-4095-9299-392F1FA222BD}">
      <dgm:prSet/>
      <dgm:spPr/>
      <dgm:t>
        <a:bodyPr/>
        <a:lstStyle/>
        <a:p>
          <a:endParaRPr lang="en-US"/>
        </a:p>
      </dgm:t>
    </dgm:pt>
    <dgm:pt modelId="{AD014032-FB72-46A4-BA57-A18357E4F1F2}">
      <dgm:prSet/>
      <dgm:spPr/>
      <dgm:t>
        <a:bodyPr/>
        <a:lstStyle/>
        <a:p>
          <a:r>
            <a:rPr lang="en-US"/>
            <a:t>Fizetési mód (PayPal)</a:t>
          </a:r>
        </a:p>
      </dgm:t>
    </dgm:pt>
    <dgm:pt modelId="{DB54C6D1-75EB-4C87-B385-E0B8EBB2CE7C}" type="parTrans" cxnId="{B7FCA4E8-9859-4EAA-B993-FBCAECFE8EF4}">
      <dgm:prSet/>
      <dgm:spPr/>
      <dgm:t>
        <a:bodyPr/>
        <a:lstStyle/>
        <a:p>
          <a:endParaRPr lang="en-US"/>
        </a:p>
      </dgm:t>
    </dgm:pt>
    <dgm:pt modelId="{79558AC0-0754-4FD3-B6F3-18BCB2E4583B}" type="sibTrans" cxnId="{B7FCA4E8-9859-4EAA-B993-FBCAECFE8EF4}">
      <dgm:prSet/>
      <dgm:spPr/>
      <dgm:t>
        <a:bodyPr/>
        <a:lstStyle/>
        <a:p>
          <a:endParaRPr lang="en-US"/>
        </a:p>
      </dgm:t>
    </dgm:pt>
    <dgm:pt modelId="{696A9CF3-C34B-4C21-8B5C-E865E09ADBCA}">
      <dgm:prSet/>
      <dgm:spPr/>
      <dgm:t>
        <a:bodyPr/>
        <a:lstStyle/>
        <a:p>
          <a:r>
            <a:rPr lang="en-US"/>
            <a:t>Összegzés: Termékek összege + szállítási költség</a:t>
          </a:r>
        </a:p>
      </dgm:t>
    </dgm:pt>
    <dgm:pt modelId="{75EFC121-F433-4BBC-82F8-31522E407DEF}" type="parTrans" cxnId="{55593026-4820-4ECC-A73C-4FE2F33D0452}">
      <dgm:prSet/>
      <dgm:spPr/>
      <dgm:t>
        <a:bodyPr/>
        <a:lstStyle/>
        <a:p>
          <a:endParaRPr lang="en-US"/>
        </a:p>
      </dgm:t>
    </dgm:pt>
    <dgm:pt modelId="{0CF7BDA9-2E60-4586-BBD3-6A75DD5AA3D6}" type="sibTrans" cxnId="{55593026-4820-4ECC-A73C-4FE2F33D0452}">
      <dgm:prSet/>
      <dgm:spPr/>
      <dgm:t>
        <a:bodyPr/>
        <a:lstStyle/>
        <a:p>
          <a:endParaRPr lang="en-US"/>
        </a:p>
      </dgm:t>
    </dgm:pt>
    <dgm:pt modelId="{BBED9C88-E820-4E64-B0E5-AC0B5003B193}" type="pres">
      <dgm:prSet presAssocID="{A89DF5BD-E9AD-4E02-AF7D-E49E6DF487F5}" presName="vert0" presStyleCnt="0">
        <dgm:presLayoutVars>
          <dgm:dir/>
          <dgm:animOne val="branch"/>
          <dgm:animLvl val="lvl"/>
        </dgm:presLayoutVars>
      </dgm:prSet>
      <dgm:spPr/>
    </dgm:pt>
    <dgm:pt modelId="{965B2508-B16D-422A-B60A-057EFF7EB634}" type="pres">
      <dgm:prSet presAssocID="{56AF350D-D682-4789-8D22-474BA6F9F51B}" presName="thickLine" presStyleLbl="alignNode1" presStyleIdx="0" presStyleCnt="5"/>
      <dgm:spPr/>
    </dgm:pt>
    <dgm:pt modelId="{B0C84C97-4891-4CA3-942B-BCB93B1DE809}" type="pres">
      <dgm:prSet presAssocID="{56AF350D-D682-4789-8D22-474BA6F9F51B}" presName="horz1" presStyleCnt="0"/>
      <dgm:spPr/>
    </dgm:pt>
    <dgm:pt modelId="{8BCBAED9-5DA9-4B19-8799-0129999B0C58}" type="pres">
      <dgm:prSet presAssocID="{56AF350D-D682-4789-8D22-474BA6F9F51B}" presName="tx1" presStyleLbl="revTx" presStyleIdx="0" presStyleCnt="5"/>
      <dgm:spPr/>
    </dgm:pt>
    <dgm:pt modelId="{0F9DE442-2B3B-4CCD-815C-B14B8C8E3F34}" type="pres">
      <dgm:prSet presAssocID="{56AF350D-D682-4789-8D22-474BA6F9F51B}" presName="vert1" presStyleCnt="0"/>
      <dgm:spPr/>
    </dgm:pt>
    <dgm:pt modelId="{2B32082E-ADD5-4458-BB31-EAFC48FE19B0}" type="pres">
      <dgm:prSet presAssocID="{D8FF8D5C-B852-41E9-AE2D-01BCC8C6E8A7}" presName="thickLine" presStyleLbl="alignNode1" presStyleIdx="1" presStyleCnt="5"/>
      <dgm:spPr/>
    </dgm:pt>
    <dgm:pt modelId="{3C81C9D1-BA9C-4B6A-BE99-89516A8026C5}" type="pres">
      <dgm:prSet presAssocID="{D8FF8D5C-B852-41E9-AE2D-01BCC8C6E8A7}" presName="horz1" presStyleCnt="0"/>
      <dgm:spPr/>
    </dgm:pt>
    <dgm:pt modelId="{853BFA0F-9512-4CE8-A41E-D12E69C77082}" type="pres">
      <dgm:prSet presAssocID="{D8FF8D5C-B852-41E9-AE2D-01BCC8C6E8A7}" presName="tx1" presStyleLbl="revTx" presStyleIdx="1" presStyleCnt="5"/>
      <dgm:spPr/>
    </dgm:pt>
    <dgm:pt modelId="{8B2849AD-6285-4522-87E1-0D51724DFD2D}" type="pres">
      <dgm:prSet presAssocID="{D8FF8D5C-B852-41E9-AE2D-01BCC8C6E8A7}" presName="vert1" presStyleCnt="0"/>
      <dgm:spPr/>
    </dgm:pt>
    <dgm:pt modelId="{8A934F8A-6326-4E69-B2EF-42F1593855B1}" type="pres">
      <dgm:prSet presAssocID="{A7A9F839-A464-4D26-83AB-3E97EE464493}" presName="thickLine" presStyleLbl="alignNode1" presStyleIdx="2" presStyleCnt="5"/>
      <dgm:spPr/>
    </dgm:pt>
    <dgm:pt modelId="{2A7DD152-F248-4318-9E99-EE2ACF09E978}" type="pres">
      <dgm:prSet presAssocID="{A7A9F839-A464-4D26-83AB-3E97EE464493}" presName="horz1" presStyleCnt="0"/>
      <dgm:spPr/>
    </dgm:pt>
    <dgm:pt modelId="{E6835D09-EDE9-4ECA-BDEB-3298770C643E}" type="pres">
      <dgm:prSet presAssocID="{A7A9F839-A464-4D26-83AB-3E97EE464493}" presName="tx1" presStyleLbl="revTx" presStyleIdx="2" presStyleCnt="5"/>
      <dgm:spPr/>
    </dgm:pt>
    <dgm:pt modelId="{C6BA8AA7-1B9F-4EBB-BEFD-48929A7C8FA7}" type="pres">
      <dgm:prSet presAssocID="{A7A9F839-A464-4D26-83AB-3E97EE464493}" presName="vert1" presStyleCnt="0"/>
      <dgm:spPr/>
    </dgm:pt>
    <dgm:pt modelId="{6E8F6FF0-1EFD-4A2B-874C-78899764ECFD}" type="pres">
      <dgm:prSet presAssocID="{AD014032-FB72-46A4-BA57-A18357E4F1F2}" presName="thickLine" presStyleLbl="alignNode1" presStyleIdx="3" presStyleCnt="5"/>
      <dgm:spPr/>
    </dgm:pt>
    <dgm:pt modelId="{D2813EA5-673B-484B-9960-5D018880C8DE}" type="pres">
      <dgm:prSet presAssocID="{AD014032-FB72-46A4-BA57-A18357E4F1F2}" presName="horz1" presStyleCnt="0"/>
      <dgm:spPr/>
    </dgm:pt>
    <dgm:pt modelId="{765C55D4-9168-4F92-A5C3-91134FAA8B31}" type="pres">
      <dgm:prSet presAssocID="{AD014032-FB72-46A4-BA57-A18357E4F1F2}" presName="tx1" presStyleLbl="revTx" presStyleIdx="3" presStyleCnt="5"/>
      <dgm:spPr/>
    </dgm:pt>
    <dgm:pt modelId="{BD4245EF-696A-4447-B089-6BF143CC486E}" type="pres">
      <dgm:prSet presAssocID="{AD014032-FB72-46A4-BA57-A18357E4F1F2}" presName="vert1" presStyleCnt="0"/>
      <dgm:spPr/>
    </dgm:pt>
    <dgm:pt modelId="{5DE1AAA3-105B-471D-B61F-06CE3C64A293}" type="pres">
      <dgm:prSet presAssocID="{696A9CF3-C34B-4C21-8B5C-E865E09ADBCA}" presName="thickLine" presStyleLbl="alignNode1" presStyleIdx="4" presStyleCnt="5"/>
      <dgm:spPr/>
    </dgm:pt>
    <dgm:pt modelId="{8E59FC34-8335-4A8F-8004-352635E36B37}" type="pres">
      <dgm:prSet presAssocID="{696A9CF3-C34B-4C21-8B5C-E865E09ADBCA}" presName="horz1" presStyleCnt="0"/>
      <dgm:spPr/>
    </dgm:pt>
    <dgm:pt modelId="{FDA0DC42-A50C-4B05-8347-F0F0B390D33B}" type="pres">
      <dgm:prSet presAssocID="{696A9CF3-C34B-4C21-8B5C-E865E09ADBCA}" presName="tx1" presStyleLbl="revTx" presStyleIdx="4" presStyleCnt="5"/>
      <dgm:spPr/>
    </dgm:pt>
    <dgm:pt modelId="{0368BDF0-AB9C-4767-A827-F68BAD3135C2}" type="pres">
      <dgm:prSet presAssocID="{696A9CF3-C34B-4C21-8B5C-E865E09ADBCA}" presName="vert1" presStyleCnt="0"/>
      <dgm:spPr/>
    </dgm:pt>
  </dgm:ptLst>
  <dgm:cxnLst>
    <dgm:cxn modelId="{55593026-4820-4ECC-A73C-4FE2F33D0452}" srcId="{A89DF5BD-E9AD-4E02-AF7D-E49E6DF487F5}" destId="{696A9CF3-C34B-4C21-8B5C-E865E09ADBCA}" srcOrd="4" destOrd="0" parTransId="{75EFC121-F433-4BBC-82F8-31522E407DEF}" sibTransId="{0CF7BDA9-2E60-4586-BBD3-6A75DD5AA3D6}"/>
    <dgm:cxn modelId="{5EE56C29-C9B5-4B4D-BC66-5399B9E874A5}" type="presOf" srcId="{A7A9F839-A464-4D26-83AB-3E97EE464493}" destId="{E6835D09-EDE9-4ECA-BDEB-3298770C643E}" srcOrd="0" destOrd="0" presId="urn:microsoft.com/office/officeart/2008/layout/LinedList"/>
    <dgm:cxn modelId="{D076CF40-0166-4095-9299-392F1FA222BD}" srcId="{A89DF5BD-E9AD-4E02-AF7D-E49E6DF487F5}" destId="{A7A9F839-A464-4D26-83AB-3E97EE464493}" srcOrd="2" destOrd="0" parTransId="{5641196E-31B3-4EEF-AD0F-243839560A4C}" sibTransId="{F3E3D4B5-9F5A-4F4B-B4A5-3BFB914B8C7B}"/>
    <dgm:cxn modelId="{0B886A73-09E4-41E3-A351-1BE51DBD4384}" type="presOf" srcId="{696A9CF3-C34B-4C21-8B5C-E865E09ADBCA}" destId="{FDA0DC42-A50C-4B05-8347-F0F0B390D33B}" srcOrd="0" destOrd="0" presId="urn:microsoft.com/office/officeart/2008/layout/LinedList"/>
    <dgm:cxn modelId="{D7849455-73C3-4A0C-8CB8-31F63274B892}" type="presOf" srcId="{AD014032-FB72-46A4-BA57-A18357E4F1F2}" destId="{765C55D4-9168-4F92-A5C3-91134FAA8B31}" srcOrd="0" destOrd="0" presId="urn:microsoft.com/office/officeart/2008/layout/LinedList"/>
    <dgm:cxn modelId="{09FA448D-FFD9-44E8-9686-73037E077971}" srcId="{A89DF5BD-E9AD-4E02-AF7D-E49E6DF487F5}" destId="{D8FF8D5C-B852-41E9-AE2D-01BCC8C6E8A7}" srcOrd="1" destOrd="0" parTransId="{0DFE863A-360B-49FC-9A63-E5A384CD84C3}" sibTransId="{3C0C2FC2-58AE-4035-8589-F235EF30505C}"/>
    <dgm:cxn modelId="{983B7F9E-E56E-4CD9-834F-7A98DA6A767E}" srcId="{A89DF5BD-E9AD-4E02-AF7D-E49E6DF487F5}" destId="{56AF350D-D682-4789-8D22-474BA6F9F51B}" srcOrd="0" destOrd="0" parTransId="{E4DF7655-F063-430D-B5F0-78E5337FB06E}" sibTransId="{3A01AC31-CC3C-43E6-B233-BD19C94D07F0}"/>
    <dgm:cxn modelId="{66E9DBAD-892A-455A-84B7-858B38BEAE71}" type="presOf" srcId="{56AF350D-D682-4789-8D22-474BA6F9F51B}" destId="{8BCBAED9-5DA9-4B19-8799-0129999B0C58}" srcOrd="0" destOrd="0" presId="urn:microsoft.com/office/officeart/2008/layout/LinedList"/>
    <dgm:cxn modelId="{6D2CE3C8-AE38-4D5C-B553-FB1D4B7A10A6}" type="presOf" srcId="{D8FF8D5C-B852-41E9-AE2D-01BCC8C6E8A7}" destId="{853BFA0F-9512-4CE8-A41E-D12E69C77082}" srcOrd="0" destOrd="0" presId="urn:microsoft.com/office/officeart/2008/layout/LinedList"/>
    <dgm:cxn modelId="{775B0FE7-F964-403D-81D3-FA0A11A3EF55}" type="presOf" srcId="{A89DF5BD-E9AD-4E02-AF7D-E49E6DF487F5}" destId="{BBED9C88-E820-4E64-B0E5-AC0B5003B193}" srcOrd="0" destOrd="0" presId="urn:microsoft.com/office/officeart/2008/layout/LinedList"/>
    <dgm:cxn modelId="{B7FCA4E8-9859-4EAA-B993-FBCAECFE8EF4}" srcId="{A89DF5BD-E9AD-4E02-AF7D-E49E6DF487F5}" destId="{AD014032-FB72-46A4-BA57-A18357E4F1F2}" srcOrd="3" destOrd="0" parTransId="{DB54C6D1-75EB-4C87-B385-E0B8EBB2CE7C}" sibTransId="{79558AC0-0754-4FD3-B6F3-18BCB2E4583B}"/>
    <dgm:cxn modelId="{DD26F119-34DF-4771-BD3A-90727D6EADBD}" type="presParOf" srcId="{BBED9C88-E820-4E64-B0E5-AC0B5003B193}" destId="{965B2508-B16D-422A-B60A-057EFF7EB634}" srcOrd="0" destOrd="0" presId="urn:microsoft.com/office/officeart/2008/layout/LinedList"/>
    <dgm:cxn modelId="{F4516ABA-2134-4714-A6F6-887DC67BF38F}" type="presParOf" srcId="{BBED9C88-E820-4E64-B0E5-AC0B5003B193}" destId="{B0C84C97-4891-4CA3-942B-BCB93B1DE809}" srcOrd="1" destOrd="0" presId="urn:microsoft.com/office/officeart/2008/layout/LinedList"/>
    <dgm:cxn modelId="{7077686B-B75C-43CC-898E-CEE9C4D00B30}" type="presParOf" srcId="{B0C84C97-4891-4CA3-942B-BCB93B1DE809}" destId="{8BCBAED9-5DA9-4B19-8799-0129999B0C58}" srcOrd="0" destOrd="0" presId="urn:microsoft.com/office/officeart/2008/layout/LinedList"/>
    <dgm:cxn modelId="{07959DA1-C89F-4AE0-80CD-703D6A39745B}" type="presParOf" srcId="{B0C84C97-4891-4CA3-942B-BCB93B1DE809}" destId="{0F9DE442-2B3B-4CCD-815C-B14B8C8E3F34}" srcOrd="1" destOrd="0" presId="urn:microsoft.com/office/officeart/2008/layout/LinedList"/>
    <dgm:cxn modelId="{42298C32-79DE-40B0-AEB8-3ED0331AF1F3}" type="presParOf" srcId="{BBED9C88-E820-4E64-B0E5-AC0B5003B193}" destId="{2B32082E-ADD5-4458-BB31-EAFC48FE19B0}" srcOrd="2" destOrd="0" presId="urn:microsoft.com/office/officeart/2008/layout/LinedList"/>
    <dgm:cxn modelId="{FE58AA53-DC11-4027-B13E-4D41BC28E3A5}" type="presParOf" srcId="{BBED9C88-E820-4E64-B0E5-AC0B5003B193}" destId="{3C81C9D1-BA9C-4B6A-BE99-89516A8026C5}" srcOrd="3" destOrd="0" presId="urn:microsoft.com/office/officeart/2008/layout/LinedList"/>
    <dgm:cxn modelId="{BD1D408B-1DDC-445D-814C-6D91BE6CCEB4}" type="presParOf" srcId="{3C81C9D1-BA9C-4B6A-BE99-89516A8026C5}" destId="{853BFA0F-9512-4CE8-A41E-D12E69C77082}" srcOrd="0" destOrd="0" presId="urn:microsoft.com/office/officeart/2008/layout/LinedList"/>
    <dgm:cxn modelId="{1420F493-AADA-4909-91E3-E697EE7DFD01}" type="presParOf" srcId="{3C81C9D1-BA9C-4B6A-BE99-89516A8026C5}" destId="{8B2849AD-6285-4522-87E1-0D51724DFD2D}" srcOrd="1" destOrd="0" presId="urn:microsoft.com/office/officeart/2008/layout/LinedList"/>
    <dgm:cxn modelId="{9D8D1CD9-EE58-4C17-8512-D3ECCF5976F0}" type="presParOf" srcId="{BBED9C88-E820-4E64-B0E5-AC0B5003B193}" destId="{8A934F8A-6326-4E69-B2EF-42F1593855B1}" srcOrd="4" destOrd="0" presId="urn:microsoft.com/office/officeart/2008/layout/LinedList"/>
    <dgm:cxn modelId="{35292797-3B4A-4F9F-9C97-4F671E05FA02}" type="presParOf" srcId="{BBED9C88-E820-4E64-B0E5-AC0B5003B193}" destId="{2A7DD152-F248-4318-9E99-EE2ACF09E978}" srcOrd="5" destOrd="0" presId="urn:microsoft.com/office/officeart/2008/layout/LinedList"/>
    <dgm:cxn modelId="{C7E53E1A-DEDE-4B4D-807B-8E69F134CE97}" type="presParOf" srcId="{2A7DD152-F248-4318-9E99-EE2ACF09E978}" destId="{E6835D09-EDE9-4ECA-BDEB-3298770C643E}" srcOrd="0" destOrd="0" presId="urn:microsoft.com/office/officeart/2008/layout/LinedList"/>
    <dgm:cxn modelId="{0A00DE69-BCFF-41DB-B9FC-751F4468CF54}" type="presParOf" srcId="{2A7DD152-F248-4318-9E99-EE2ACF09E978}" destId="{C6BA8AA7-1B9F-4EBB-BEFD-48929A7C8FA7}" srcOrd="1" destOrd="0" presId="urn:microsoft.com/office/officeart/2008/layout/LinedList"/>
    <dgm:cxn modelId="{69BA942E-7840-4974-8DE5-465804CE62EC}" type="presParOf" srcId="{BBED9C88-E820-4E64-B0E5-AC0B5003B193}" destId="{6E8F6FF0-1EFD-4A2B-874C-78899764ECFD}" srcOrd="6" destOrd="0" presId="urn:microsoft.com/office/officeart/2008/layout/LinedList"/>
    <dgm:cxn modelId="{94CB123C-5029-467D-BA41-7D868812D0A0}" type="presParOf" srcId="{BBED9C88-E820-4E64-B0E5-AC0B5003B193}" destId="{D2813EA5-673B-484B-9960-5D018880C8DE}" srcOrd="7" destOrd="0" presId="urn:microsoft.com/office/officeart/2008/layout/LinedList"/>
    <dgm:cxn modelId="{F79011D7-958D-406F-84B4-D921E7425C00}" type="presParOf" srcId="{D2813EA5-673B-484B-9960-5D018880C8DE}" destId="{765C55D4-9168-4F92-A5C3-91134FAA8B31}" srcOrd="0" destOrd="0" presId="urn:microsoft.com/office/officeart/2008/layout/LinedList"/>
    <dgm:cxn modelId="{37A4EBC7-EF77-4F24-BF69-EA2114429A3E}" type="presParOf" srcId="{D2813EA5-673B-484B-9960-5D018880C8DE}" destId="{BD4245EF-696A-4447-B089-6BF143CC486E}" srcOrd="1" destOrd="0" presId="urn:microsoft.com/office/officeart/2008/layout/LinedList"/>
    <dgm:cxn modelId="{44A8E349-6C32-4AC3-A8C4-324B55E6A1A9}" type="presParOf" srcId="{BBED9C88-E820-4E64-B0E5-AC0B5003B193}" destId="{5DE1AAA3-105B-471D-B61F-06CE3C64A293}" srcOrd="8" destOrd="0" presId="urn:microsoft.com/office/officeart/2008/layout/LinedList"/>
    <dgm:cxn modelId="{D077C19D-8C6A-4256-86FB-FDF70328F463}" type="presParOf" srcId="{BBED9C88-E820-4E64-B0E5-AC0B5003B193}" destId="{8E59FC34-8335-4A8F-8004-352635E36B37}" srcOrd="9" destOrd="0" presId="urn:microsoft.com/office/officeart/2008/layout/LinedList"/>
    <dgm:cxn modelId="{C230DCE4-B1A0-449F-B3C8-AD199E121F2D}" type="presParOf" srcId="{8E59FC34-8335-4A8F-8004-352635E36B37}" destId="{FDA0DC42-A50C-4B05-8347-F0F0B390D33B}" srcOrd="0" destOrd="0" presId="urn:microsoft.com/office/officeart/2008/layout/LinedList"/>
    <dgm:cxn modelId="{310F45AA-82A0-4EA4-AED5-2DCFB87DB3FC}" type="presParOf" srcId="{8E59FC34-8335-4A8F-8004-352635E36B37}" destId="{0368BDF0-AB9C-4767-A827-F68BAD3135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29F77A3-9279-414E-8285-44A6369625F9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0485649-BA96-488C-A6F5-81C45F0D4DF9}">
      <dgm:prSet/>
      <dgm:spPr/>
      <dgm:t>
        <a:bodyPr/>
        <a:lstStyle/>
        <a:p>
          <a:r>
            <a:rPr lang="en-US"/>
            <a:t>Megvalósítás:</a:t>
          </a:r>
        </a:p>
      </dgm:t>
    </dgm:pt>
    <dgm:pt modelId="{34D4756C-BB99-47C2-960A-38C1D6E4A00C}" type="parTrans" cxnId="{6FFD8415-E94B-466F-A95F-DBDAEE699D51}">
      <dgm:prSet/>
      <dgm:spPr/>
      <dgm:t>
        <a:bodyPr/>
        <a:lstStyle/>
        <a:p>
          <a:endParaRPr lang="en-US"/>
        </a:p>
      </dgm:t>
    </dgm:pt>
    <dgm:pt modelId="{4DDA87F2-0C67-494D-B050-99D5A1AC6230}" type="sibTrans" cxnId="{6FFD8415-E94B-466F-A95F-DBDAEE699D51}">
      <dgm:prSet/>
      <dgm:spPr/>
      <dgm:t>
        <a:bodyPr/>
        <a:lstStyle/>
        <a:p>
          <a:endParaRPr lang="en-US"/>
        </a:p>
      </dgm:t>
    </dgm:pt>
    <dgm:pt modelId="{0BC9C948-E32A-4A4C-AFAC-41E8EA854789}">
      <dgm:prSet/>
      <dgm:spPr/>
      <dgm:t>
        <a:bodyPr/>
        <a:lstStyle/>
        <a:p>
          <a:r>
            <a:rPr lang="en-US"/>
            <a:t>PayPal Sandbox használata teszteléshez</a:t>
          </a:r>
        </a:p>
      </dgm:t>
    </dgm:pt>
    <dgm:pt modelId="{F93895FA-B36D-46E8-9CA6-8CE5CB8B544F}" type="parTrans" cxnId="{BC8D36B7-3238-4580-8B17-E473C2EF6D82}">
      <dgm:prSet/>
      <dgm:spPr/>
      <dgm:t>
        <a:bodyPr/>
        <a:lstStyle/>
        <a:p>
          <a:endParaRPr lang="en-US"/>
        </a:p>
      </dgm:t>
    </dgm:pt>
    <dgm:pt modelId="{031847B9-BA75-4871-AE25-628001AC541D}" type="sibTrans" cxnId="{BC8D36B7-3238-4580-8B17-E473C2EF6D82}">
      <dgm:prSet/>
      <dgm:spPr/>
      <dgm:t>
        <a:bodyPr/>
        <a:lstStyle/>
        <a:p>
          <a:endParaRPr lang="en-US"/>
        </a:p>
      </dgm:t>
    </dgm:pt>
    <dgm:pt modelId="{42E7F733-1A15-4B78-96EB-49B0EC790600}">
      <dgm:prSet/>
      <dgm:spPr/>
      <dgm:t>
        <a:bodyPr/>
        <a:lstStyle/>
        <a:p>
          <a:r>
            <a:rPr lang="en-US"/>
            <a:t>paypal_checkout.php – PayPal gomb megjelenítése</a:t>
          </a:r>
        </a:p>
      </dgm:t>
    </dgm:pt>
    <dgm:pt modelId="{52294DE6-4768-4F93-8B61-D8DDC865305D}" type="parTrans" cxnId="{B64D95CE-CE96-4632-828E-2577985F4662}">
      <dgm:prSet/>
      <dgm:spPr/>
      <dgm:t>
        <a:bodyPr/>
        <a:lstStyle/>
        <a:p>
          <a:endParaRPr lang="en-US"/>
        </a:p>
      </dgm:t>
    </dgm:pt>
    <dgm:pt modelId="{9528AF0B-A4AF-4653-A380-604E5920D918}" type="sibTrans" cxnId="{B64D95CE-CE96-4632-828E-2577985F4662}">
      <dgm:prSet/>
      <dgm:spPr/>
      <dgm:t>
        <a:bodyPr/>
        <a:lstStyle/>
        <a:p>
          <a:endParaRPr lang="en-US"/>
        </a:p>
      </dgm:t>
    </dgm:pt>
    <dgm:pt modelId="{78B5BD7D-4CD4-4BEE-A471-E0F54D80E950}">
      <dgm:prSet/>
      <dgm:spPr/>
      <dgm:t>
        <a:bodyPr/>
        <a:lstStyle/>
        <a:p>
          <a:r>
            <a:rPr lang="en-US"/>
            <a:t>Tesztadatok megjelenítése (email/jelszó)</a:t>
          </a:r>
        </a:p>
      </dgm:t>
    </dgm:pt>
    <dgm:pt modelId="{D56EFD1C-A313-4D37-B958-AA1AEFF670A7}" type="parTrans" cxnId="{98605C41-73A4-4E7C-9E1D-91A072188D3E}">
      <dgm:prSet/>
      <dgm:spPr/>
      <dgm:t>
        <a:bodyPr/>
        <a:lstStyle/>
        <a:p>
          <a:endParaRPr lang="en-US"/>
        </a:p>
      </dgm:t>
    </dgm:pt>
    <dgm:pt modelId="{570D0920-688A-4327-8BE1-872390C7836E}" type="sibTrans" cxnId="{98605C41-73A4-4E7C-9E1D-91A072188D3E}">
      <dgm:prSet/>
      <dgm:spPr/>
      <dgm:t>
        <a:bodyPr/>
        <a:lstStyle/>
        <a:p>
          <a:endParaRPr lang="en-US"/>
        </a:p>
      </dgm:t>
    </dgm:pt>
    <dgm:pt modelId="{C396BC59-9735-4AF8-9487-D21D1DC206AC}">
      <dgm:prSet/>
      <dgm:spPr/>
      <dgm:t>
        <a:bodyPr/>
        <a:lstStyle/>
        <a:p>
          <a:r>
            <a:rPr lang="en-US"/>
            <a:t>Visszaigazolás: payment_success.php és payment_cancel.php</a:t>
          </a:r>
        </a:p>
      </dgm:t>
    </dgm:pt>
    <dgm:pt modelId="{FA5085F4-A3FF-4D95-A8E0-D29878978CE1}" type="parTrans" cxnId="{AA7C4ABC-7E92-4A25-BCBD-E6FF57FCE56E}">
      <dgm:prSet/>
      <dgm:spPr/>
      <dgm:t>
        <a:bodyPr/>
        <a:lstStyle/>
        <a:p>
          <a:endParaRPr lang="en-US"/>
        </a:p>
      </dgm:t>
    </dgm:pt>
    <dgm:pt modelId="{268657C0-0DB2-48D5-84BD-EA626245FEBD}" type="sibTrans" cxnId="{AA7C4ABC-7E92-4A25-BCBD-E6FF57FCE56E}">
      <dgm:prSet/>
      <dgm:spPr/>
      <dgm:t>
        <a:bodyPr/>
        <a:lstStyle/>
        <a:p>
          <a:endParaRPr lang="en-US"/>
        </a:p>
      </dgm:t>
    </dgm:pt>
    <dgm:pt modelId="{9D813C70-EFE7-4741-9551-4E5CB62C58ED}" type="pres">
      <dgm:prSet presAssocID="{429F77A3-9279-414E-8285-44A6369625F9}" presName="diagram" presStyleCnt="0">
        <dgm:presLayoutVars>
          <dgm:dir/>
          <dgm:resizeHandles val="exact"/>
        </dgm:presLayoutVars>
      </dgm:prSet>
      <dgm:spPr/>
    </dgm:pt>
    <dgm:pt modelId="{EF0A665A-9DAA-4ED1-99C3-7E92AE57F32A}" type="pres">
      <dgm:prSet presAssocID="{00485649-BA96-488C-A6F5-81C45F0D4DF9}" presName="node" presStyleLbl="node1" presStyleIdx="0" presStyleCnt="5">
        <dgm:presLayoutVars>
          <dgm:bulletEnabled val="1"/>
        </dgm:presLayoutVars>
      </dgm:prSet>
      <dgm:spPr/>
    </dgm:pt>
    <dgm:pt modelId="{13581215-5416-442E-B062-38CCD54C0CF4}" type="pres">
      <dgm:prSet presAssocID="{4DDA87F2-0C67-494D-B050-99D5A1AC6230}" presName="sibTrans" presStyleCnt="0"/>
      <dgm:spPr/>
    </dgm:pt>
    <dgm:pt modelId="{10555F44-9E71-4222-BC52-D7F98268B7A5}" type="pres">
      <dgm:prSet presAssocID="{0BC9C948-E32A-4A4C-AFAC-41E8EA854789}" presName="node" presStyleLbl="node1" presStyleIdx="1" presStyleCnt="5">
        <dgm:presLayoutVars>
          <dgm:bulletEnabled val="1"/>
        </dgm:presLayoutVars>
      </dgm:prSet>
      <dgm:spPr/>
    </dgm:pt>
    <dgm:pt modelId="{7C0DA245-A163-46ED-A6A3-40E3C493CDDB}" type="pres">
      <dgm:prSet presAssocID="{031847B9-BA75-4871-AE25-628001AC541D}" presName="sibTrans" presStyleCnt="0"/>
      <dgm:spPr/>
    </dgm:pt>
    <dgm:pt modelId="{D5B393AD-8EAC-4313-A59B-76FC470F41D2}" type="pres">
      <dgm:prSet presAssocID="{42E7F733-1A15-4B78-96EB-49B0EC790600}" presName="node" presStyleLbl="node1" presStyleIdx="2" presStyleCnt="5">
        <dgm:presLayoutVars>
          <dgm:bulletEnabled val="1"/>
        </dgm:presLayoutVars>
      </dgm:prSet>
      <dgm:spPr/>
    </dgm:pt>
    <dgm:pt modelId="{6072B26E-9EE6-42F1-B7BA-EB70E1455E8D}" type="pres">
      <dgm:prSet presAssocID="{9528AF0B-A4AF-4653-A380-604E5920D918}" presName="sibTrans" presStyleCnt="0"/>
      <dgm:spPr/>
    </dgm:pt>
    <dgm:pt modelId="{2A8ACBF5-7AE2-4D31-AD6D-1B04464748BC}" type="pres">
      <dgm:prSet presAssocID="{78B5BD7D-4CD4-4BEE-A471-E0F54D80E950}" presName="node" presStyleLbl="node1" presStyleIdx="3" presStyleCnt="5">
        <dgm:presLayoutVars>
          <dgm:bulletEnabled val="1"/>
        </dgm:presLayoutVars>
      </dgm:prSet>
      <dgm:spPr/>
    </dgm:pt>
    <dgm:pt modelId="{C316970E-B0E4-4976-A6C5-3C19794E4E28}" type="pres">
      <dgm:prSet presAssocID="{570D0920-688A-4327-8BE1-872390C7836E}" presName="sibTrans" presStyleCnt="0"/>
      <dgm:spPr/>
    </dgm:pt>
    <dgm:pt modelId="{F0F516AD-8E9F-49F6-9A33-AF760FA064B5}" type="pres">
      <dgm:prSet presAssocID="{C396BC59-9735-4AF8-9487-D21D1DC206AC}" presName="node" presStyleLbl="node1" presStyleIdx="4" presStyleCnt="5">
        <dgm:presLayoutVars>
          <dgm:bulletEnabled val="1"/>
        </dgm:presLayoutVars>
      </dgm:prSet>
      <dgm:spPr/>
    </dgm:pt>
  </dgm:ptLst>
  <dgm:cxnLst>
    <dgm:cxn modelId="{6E6E8D00-42BB-4CE9-8436-1956F0B1F652}" type="presOf" srcId="{429F77A3-9279-414E-8285-44A6369625F9}" destId="{9D813C70-EFE7-4741-9551-4E5CB62C58ED}" srcOrd="0" destOrd="0" presId="urn:microsoft.com/office/officeart/2005/8/layout/default"/>
    <dgm:cxn modelId="{6FFD8415-E94B-466F-A95F-DBDAEE699D51}" srcId="{429F77A3-9279-414E-8285-44A6369625F9}" destId="{00485649-BA96-488C-A6F5-81C45F0D4DF9}" srcOrd="0" destOrd="0" parTransId="{34D4756C-BB99-47C2-960A-38C1D6E4A00C}" sibTransId="{4DDA87F2-0C67-494D-B050-99D5A1AC6230}"/>
    <dgm:cxn modelId="{5E5AFB1D-78B8-4C75-A5CD-DC5623A23D02}" type="presOf" srcId="{42E7F733-1A15-4B78-96EB-49B0EC790600}" destId="{D5B393AD-8EAC-4313-A59B-76FC470F41D2}" srcOrd="0" destOrd="0" presId="urn:microsoft.com/office/officeart/2005/8/layout/default"/>
    <dgm:cxn modelId="{DED1A05C-7327-422E-9686-DEF33CAFEBB5}" type="presOf" srcId="{C396BC59-9735-4AF8-9487-D21D1DC206AC}" destId="{F0F516AD-8E9F-49F6-9A33-AF760FA064B5}" srcOrd="0" destOrd="0" presId="urn:microsoft.com/office/officeart/2005/8/layout/default"/>
    <dgm:cxn modelId="{98605C41-73A4-4E7C-9E1D-91A072188D3E}" srcId="{429F77A3-9279-414E-8285-44A6369625F9}" destId="{78B5BD7D-4CD4-4BEE-A471-E0F54D80E950}" srcOrd="3" destOrd="0" parTransId="{D56EFD1C-A313-4D37-B958-AA1AEFF670A7}" sibTransId="{570D0920-688A-4327-8BE1-872390C7836E}"/>
    <dgm:cxn modelId="{F0F1FB71-E114-4234-A943-B231F722B73A}" type="presOf" srcId="{78B5BD7D-4CD4-4BEE-A471-E0F54D80E950}" destId="{2A8ACBF5-7AE2-4D31-AD6D-1B04464748BC}" srcOrd="0" destOrd="0" presId="urn:microsoft.com/office/officeart/2005/8/layout/default"/>
    <dgm:cxn modelId="{BC8D36B7-3238-4580-8B17-E473C2EF6D82}" srcId="{429F77A3-9279-414E-8285-44A6369625F9}" destId="{0BC9C948-E32A-4A4C-AFAC-41E8EA854789}" srcOrd="1" destOrd="0" parTransId="{F93895FA-B36D-46E8-9CA6-8CE5CB8B544F}" sibTransId="{031847B9-BA75-4871-AE25-628001AC541D}"/>
    <dgm:cxn modelId="{AA7C4ABC-7E92-4A25-BCBD-E6FF57FCE56E}" srcId="{429F77A3-9279-414E-8285-44A6369625F9}" destId="{C396BC59-9735-4AF8-9487-D21D1DC206AC}" srcOrd="4" destOrd="0" parTransId="{FA5085F4-A3FF-4D95-A8E0-D29878978CE1}" sibTransId="{268657C0-0DB2-48D5-84BD-EA626245FEBD}"/>
    <dgm:cxn modelId="{B64D95CE-CE96-4632-828E-2577985F4662}" srcId="{429F77A3-9279-414E-8285-44A6369625F9}" destId="{42E7F733-1A15-4B78-96EB-49B0EC790600}" srcOrd="2" destOrd="0" parTransId="{52294DE6-4768-4F93-8B61-D8DDC865305D}" sibTransId="{9528AF0B-A4AF-4653-A380-604E5920D918}"/>
    <dgm:cxn modelId="{96983DF4-6705-4EB9-8F25-92F91492C66A}" type="presOf" srcId="{00485649-BA96-488C-A6F5-81C45F0D4DF9}" destId="{EF0A665A-9DAA-4ED1-99C3-7E92AE57F32A}" srcOrd="0" destOrd="0" presId="urn:microsoft.com/office/officeart/2005/8/layout/default"/>
    <dgm:cxn modelId="{C2FD6DFB-9B13-48DF-B5F2-16715C367AED}" type="presOf" srcId="{0BC9C948-E32A-4A4C-AFAC-41E8EA854789}" destId="{10555F44-9E71-4222-BC52-D7F98268B7A5}" srcOrd="0" destOrd="0" presId="urn:microsoft.com/office/officeart/2005/8/layout/default"/>
    <dgm:cxn modelId="{FA894257-A091-4A04-AB6A-B5028A65F0AE}" type="presParOf" srcId="{9D813C70-EFE7-4741-9551-4E5CB62C58ED}" destId="{EF0A665A-9DAA-4ED1-99C3-7E92AE57F32A}" srcOrd="0" destOrd="0" presId="urn:microsoft.com/office/officeart/2005/8/layout/default"/>
    <dgm:cxn modelId="{0324E3A4-22A3-4243-9D2A-B221E8F3979A}" type="presParOf" srcId="{9D813C70-EFE7-4741-9551-4E5CB62C58ED}" destId="{13581215-5416-442E-B062-38CCD54C0CF4}" srcOrd="1" destOrd="0" presId="urn:microsoft.com/office/officeart/2005/8/layout/default"/>
    <dgm:cxn modelId="{FD160C0F-4824-4F2D-BD83-14C02C0DCF4E}" type="presParOf" srcId="{9D813C70-EFE7-4741-9551-4E5CB62C58ED}" destId="{10555F44-9E71-4222-BC52-D7F98268B7A5}" srcOrd="2" destOrd="0" presId="urn:microsoft.com/office/officeart/2005/8/layout/default"/>
    <dgm:cxn modelId="{0DB674BA-C2D8-4AAD-812F-4D0CB3789E00}" type="presParOf" srcId="{9D813C70-EFE7-4741-9551-4E5CB62C58ED}" destId="{7C0DA245-A163-46ED-A6A3-40E3C493CDDB}" srcOrd="3" destOrd="0" presId="urn:microsoft.com/office/officeart/2005/8/layout/default"/>
    <dgm:cxn modelId="{01EDED7F-DB6D-48AA-A874-3F9322F6D9DB}" type="presParOf" srcId="{9D813C70-EFE7-4741-9551-4E5CB62C58ED}" destId="{D5B393AD-8EAC-4313-A59B-76FC470F41D2}" srcOrd="4" destOrd="0" presId="urn:microsoft.com/office/officeart/2005/8/layout/default"/>
    <dgm:cxn modelId="{CA517442-626E-4514-B7D3-E1C89CCFF7E4}" type="presParOf" srcId="{9D813C70-EFE7-4741-9551-4E5CB62C58ED}" destId="{6072B26E-9EE6-42F1-B7BA-EB70E1455E8D}" srcOrd="5" destOrd="0" presId="urn:microsoft.com/office/officeart/2005/8/layout/default"/>
    <dgm:cxn modelId="{6F96DE29-2D8D-4101-8BDD-818646976013}" type="presParOf" srcId="{9D813C70-EFE7-4741-9551-4E5CB62C58ED}" destId="{2A8ACBF5-7AE2-4D31-AD6D-1B04464748BC}" srcOrd="6" destOrd="0" presId="urn:microsoft.com/office/officeart/2005/8/layout/default"/>
    <dgm:cxn modelId="{425595BB-1A3B-4129-A357-3ED55AF40D2E}" type="presParOf" srcId="{9D813C70-EFE7-4741-9551-4E5CB62C58ED}" destId="{C316970E-B0E4-4976-A6C5-3C19794E4E28}" srcOrd="7" destOrd="0" presId="urn:microsoft.com/office/officeart/2005/8/layout/default"/>
    <dgm:cxn modelId="{D8760043-D8B7-40CB-91DC-84529E4C0DAD}" type="presParOf" srcId="{9D813C70-EFE7-4741-9551-4E5CB62C58ED}" destId="{F0F516AD-8E9F-49F6-9A33-AF760FA064B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1D52CF9-6AE2-4EF8-9055-05FBA9295C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19A544-BF8A-46BF-9775-E97FFB293C14}">
      <dgm:prSet/>
      <dgm:spPr/>
      <dgm:t>
        <a:bodyPr/>
        <a:lstStyle/>
        <a:p>
          <a:r>
            <a:rPr lang="en-US"/>
            <a:t>Regisztráció:</a:t>
          </a:r>
        </a:p>
      </dgm:t>
    </dgm:pt>
    <dgm:pt modelId="{8A87CC7E-BCA4-47B5-93A1-4EA32A96573E}" type="parTrans" cxnId="{BE59EF87-D879-44D0-8450-8BE3805B9D5E}">
      <dgm:prSet/>
      <dgm:spPr/>
      <dgm:t>
        <a:bodyPr/>
        <a:lstStyle/>
        <a:p>
          <a:endParaRPr lang="en-US"/>
        </a:p>
      </dgm:t>
    </dgm:pt>
    <dgm:pt modelId="{5A2F9CE6-9106-48B5-AB33-6ABE03EC36C4}" type="sibTrans" cxnId="{BE59EF87-D879-44D0-8450-8BE3805B9D5E}">
      <dgm:prSet/>
      <dgm:spPr/>
      <dgm:t>
        <a:bodyPr/>
        <a:lstStyle/>
        <a:p>
          <a:endParaRPr lang="en-US"/>
        </a:p>
      </dgm:t>
    </dgm:pt>
    <dgm:pt modelId="{DE767CB1-8E21-4C20-B6E6-0AE4985DADF5}">
      <dgm:prSet/>
      <dgm:spPr/>
      <dgm:t>
        <a:bodyPr/>
        <a:lstStyle/>
        <a:p>
          <a:r>
            <a:rPr lang="en-US"/>
            <a:t>Mezők: vezetéknév, keresztnév, felhasználónév, email, telefonszán, jelszó</a:t>
          </a:r>
        </a:p>
      </dgm:t>
    </dgm:pt>
    <dgm:pt modelId="{A8547A14-3474-45CA-BAA3-7A5728D76504}" type="parTrans" cxnId="{F7B7BDDF-BBC5-4E29-8235-D0EC1ECBE217}">
      <dgm:prSet/>
      <dgm:spPr/>
      <dgm:t>
        <a:bodyPr/>
        <a:lstStyle/>
        <a:p>
          <a:endParaRPr lang="en-US"/>
        </a:p>
      </dgm:t>
    </dgm:pt>
    <dgm:pt modelId="{B9C0F258-D6FC-4D3E-9FBB-21C7044FD31D}" type="sibTrans" cxnId="{F7B7BDDF-BBC5-4E29-8235-D0EC1ECBE217}">
      <dgm:prSet/>
      <dgm:spPr/>
      <dgm:t>
        <a:bodyPr/>
        <a:lstStyle/>
        <a:p>
          <a:endParaRPr lang="en-US"/>
        </a:p>
      </dgm:t>
    </dgm:pt>
    <dgm:pt modelId="{8CF9547B-7881-46D5-B970-E74A8838BD75}">
      <dgm:prSet/>
      <dgm:spPr/>
      <dgm:t>
        <a:bodyPr/>
        <a:lstStyle/>
        <a:p>
          <a:r>
            <a:rPr lang="en-US"/>
            <a:t>Ellenőrzések (egyedi email/felhasználónév, jelszó hossz)</a:t>
          </a:r>
        </a:p>
      </dgm:t>
    </dgm:pt>
    <dgm:pt modelId="{E6F3252A-456D-4847-B093-DE44D669A648}" type="parTrans" cxnId="{CC3FA6ED-2F3E-473B-B617-D983FFAB04A5}">
      <dgm:prSet/>
      <dgm:spPr/>
      <dgm:t>
        <a:bodyPr/>
        <a:lstStyle/>
        <a:p>
          <a:endParaRPr lang="en-US"/>
        </a:p>
      </dgm:t>
    </dgm:pt>
    <dgm:pt modelId="{19332B11-4960-4850-8A05-B27419228619}" type="sibTrans" cxnId="{CC3FA6ED-2F3E-473B-B617-D983FFAB04A5}">
      <dgm:prSet/>
      <dgm:spPr/>
      <dgm:t>
        <a:bodyPr/>
        <a:lstStyle/>
        <a:p>
          <a:endParaRPr lang="en-US"/>
        </a:p>
      </dgm:t>
    </dgm:pt>
    <dgm:pt modelId="{04F115A6-1E5B-4D0B-9169-BC6445271B3E}">
      <dgm:prSet/>
      <dgm:spPr/>
      <dgm:t>
        <a:bodyPr/>
        <a:lstStyle/>
        <a:p>
          <a:r>
            <a:rPr lang="en-US"/>
            <a:t>Bejelentkezés:</a:t>
          </a:r>
        </a:p>
      </dgm:t>
    </dgm:pt>
    <dgm:pt modelId="{98CF2C92-9A84-4335-B6F5-08B3C3847B9F}" type="parTrans" cxnId="{31B1C22D-C75F-4590-8F8B-29A1645474FC}">
      <dgm:prSet/>
      <dgm:spPr/>
      <dgm:t>
        <a:bodyPr/>
        <a:lstStyle/>
        <a:p>
          <a:endParaRPr lang="en-US"/>
        </a:p>
      </dgm:t>
    </dgm:pt>
    <dgm:pt modelId="{3C62FCEF-F9BE-439D-AD9C-9EFB443690D1}" type="sibTrans" cxnId="{31B1C22D-C75F-4590-8F8B-29A1645474FC}">
      <dgm:prSet/>
      <dgm:spPr/>
      <dgm:t>
        <a:bodyPr/>
        <a:lstStyle/>
        <a:p>
          <a:endParaRPr lang="en-US"/>
        </a:p>
      </dgm:t>
    </dgm:pt>
    <dgm:pt modelId="{C4E46C5D-5AA6-4581-A0CA-6374F0994F5C}">
      <dgm:prSet/>
      <dgm:spPr/>
      <dgm:t>
        <a:bodyPr/>
        <a:lstStyle/>
        <a:p>
          <a:r>
            <a:rPr lang="en-US"/>
            <a:t>Session kezelés, kosár átmozgatása vendégből</a:t>
          </a:r>
        </a:p>
      </dgm:t>
    </dgm:pt>
    <dgm:pt modelId="{A316685B-8FC5-4685-A3B6-C419AAC40AD5}" type="parTrans" cxnId="{E67EDC2E-250B-46B1-A0A8-2AA5A752CD78}">
      <dgm:prSet/>
      <dgm:spPr/>
      <dgm:t>
        <a:bodyPr/>
        <a:lstStyle/>
        <a:p>
          <a:endParaRPr lang="en-US"/>
        </a:p>
      </dgm:t>
    </dgm:pt>
    <dgm:pt modelId="{FC66A541-2000-4E58-B551-E8370B1B6759}" type="sibTrans" cxnId="{E67EDC2E-250B-46B1-A0A8-2AA5A752CD78}">
      <dgm:prSet/>
      <dgm:spPr/>
      <dgm:t>
        <a:bodyPr/>
        <a:lstStyle/>
        <a:p>
          <a:endParaRPr lang="en-US"/>
        </a:p>
      </dgm:t>
    </dgm:pt>
    <dgm:pt modelId="{8F1EB1C1-9D0D-4F3B-A1CD-CB7D0A11F5AD}">
      <dgm:prSet/>
      <dgm:spPr/>
      <dgm:t>
        <a:bodyPr/>
        <a:lstStyle/>
        <a:p>
          <a:r>
            <a:rPr lang="en-US"/>
            <a:t>Kijelentkezés</a:t>
          </a:r>
        </a:p>
      </dgm:t>
    </dgm:pt>
    <dgm:pt modelId="{E3BE2E58-A727-43A6-A7B6-B2D08D151DC0}" type="parTrans" cxnId="{3EF211CB-AEB7-4B14-8A05-04D4F2AD619D}">
      <dgm:prSet/>
      <dgm:spPr/>
      <dgm:t>
        <a:bodyPr/>
        <a:lstStyle/>
        <a:p>
          <a:endParaRPr lang="en-US"/>
        </a:p>
      </dgm:t>
    </dgm:pt>
    <dgm:pt modelId="{9890DAB2-DC55-4029-81A1-8A137B9F8513}" type="sibTrans" cxnId="{3EF211CB-AEB7-4B14-8A05-04D4F2AD619D}">
      <dgm:prSet/>
      <dgm:spPr/>
      <dgm:t>
        <a:bodyPr/>
        <a:lstStyle/>
        <a:p>
          <a:endParaRPr lang="en-US"/>
        </a:p>
      </dgm:t>
    </dgm:pt>
    <dgm:pt modelId="{7D931411-3C84-49A5-956D-A45E2D533F5E}" type="pres">
      <dgm:prSet presAssocID="{31D52CF9-6AE2-4EF8-9055-05FBA9295C01}" presName="linear" presStyleCnt="0">
        <dgm:presLayoutVars>
          <dgm:animLvl val="lvl"/>
          <dgm:resizeHandles val="exact"/>
        </dgm:presLayoutVars>
      </dgm:prSet>
      <dgm:spPr/>
    </dgm:pt>
    <dgm:pt modelId="{992A21DF-AC7E-4B9E-9AAA-65A6757CC00C}" type="pres">
      <dgm:prSet presAssocID="{D919A544-BF8A-46BF-9775-E97FFB293C1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AA7B80E-BCAD-4E2D-82AB-42EA32D62E84}" type="pres">
      <dgm:prSet presAssocID="{5A2F9CE6-9106-48B5-AB33-6ABE03EC36C4}" presName="spacer" presStyleCnt="0"/>
      <dgm:spPr/>
    </dgm:pt>
    <dgm:pt modelId="{3BDE3A0C-9646-4A1A-A7FD-E9AFB637522C}" type="pres">
      <dgm:prSet presAssocID="{DE767CB1-8E21-4C20-B6E6-0AE4985DADF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DE80113-F1BA-46E1-B20E-C39C9BEDAE9E}" type="pres">
      <dgm:prSet presAssocID="{B9C0F258-D6FC-4D3E-9FBB-21C7044FD31D}" presName="spacer" presStyleCnt="0"/>
      <dgm:spPr/>
    </dgm:pt>
    <dgm:pt modelId="{1BD5AC3B-CB9E-4FD6-9359-4E5B88D565EF}" type="pres">
      <dgm:prSet presAssocID="{8CF9547B-7881-46D5-B970-E74A8838BD7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5382F29-11AB-46D7-AAB5-64266CE8730D}" type="pres">
      <dgm:prSet presAssocID="{19332B11-4960-4850-8A05-B27419228619}" presName="spacer" presStyleCnt="0"/>
      <dgm:spPr/>
    </dgm:pt>
    <dgm:pt modelId="{D81A0502-0078-45E8-8B9E-C6006D56A08D}" type="pres">
      <dgm:prSet presAssocID="{04F115A6-1E5B-4D0B-9169-BC6445271B3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C414ECB-B00F-4F7C-89F8-B985C77F3777}" type="pres">
      <dgm:prSet presAssocID="{3C62FCEF-F9BE-439D-AD9C-9EFB443690D1}" presName="spacer" presStyleCnt="0"/>
      <dgm:spPr/>
    </dgm:pt>
    <dgm:pt modelId="{86593554-B8AA-4D2D-BBBF-B4574A9FFC95}" type="pres">
      <dgm:prSet presAssocID="{C4E46C5D-5AA6-4581-A0CA-6374F0994F5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994ABC4-962B-40E4-BB33-7A3FCC01C310}" type="pres">
      <dgm:prSet presAssocID="{FC66A541-2000-4E58-B551-E8370B1B6759}" presName="spacer" presStyleCnt="0"/>
      <dgm:spPr/>
    </dgm:pt>
    <dgm:pt modelId="{78A79040-3DDB-4869-8E28-AE374E1E44A2}" type="pres">
      <dgm:prSet presAssocID="{8F1EB1C1-9D0D-4F3B-A1CD-CB7D0A11F5A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8C8F107-D5A7-49E3-A0C3-BF69CF82DD44}" type="presOf" srcId="{31D52CF9-6AE2-4EF8-9055-05FBA9295C01}" destId="{7D931411-3C84-49A5-956D-A45E2D533F5E}" srcOrd="0" destOrd="0" presId="urn:microsoft.com/office/officeart/2005/8/layout/vList2"/>
    <dgm:cxn modelId="{31B1C22D-C75F-4590-8F8B-29A1645474FC}" srcId="{31D52CF9-6AE2-4EF8-9055-05FBA9295C01}" destId="{04F115A6-1E5B-4D0B-9169-BC6445271B3E}" srcOrd="3" destOrd="0" parTransId="{98CF2C92-9A84-4335-B6F5-08B3C3847B9F}" sibTransId="{3C62FCEF-F9BE-439D-AD9C-9EFB443690D1}"/>
    <dgm:cxn modelId="{E67EDC2E-250B-46B1-A0A8-2AA5A752CD78}" srcId="{31D52CF9-6AE2-4EF8-9055-05FBA9295C01}" destId="{C4E46C5D-5AA6-4581-A0CA-6374F0994F5C}" srcOrd="4" destOrd="0" parTransId="{A316685B-8FC5-4685-A3B6-C419AAC40AD5}" sibTransId="{FC66A541-2000-4E58-B551-E8370B1B6759}"/>
    <dgm:cxn modelId="{28D15B3D-1931-4B45-9C54-6CB3C3077B54}" type="presOf" srcId="{DE767CB1-8E21-4C20-B6E6-0AE4985DADF5}" destId="{3BDE3A0C-9646-4A1A-A7FD-E9AFB637522C}" srcOrd="0" destOrd="0" presId="urn:microsoft.com/office/officeart/2005/8/layout/vList2"/>
    <dgm:cxn modelId="{02693F6E-6C82-451C-94DE-9646E5381BFD}" type="presOf" srcId="{C4E46C5D-5AA6-4581-A0CA-6374F0994F5C}" destId="{86593554-B8AA-4D2D-BBBF-B4574A9FFC95}" srcOrd="0" destOrd="0" presId="urn:microsoft.com/office/officeart/2005/8/layout/vList2"/>
    <dgm:cxn modelId="{BE59EF87-D879-44D0-8450-8BE3805B9D5E}" srcId="{31D52CF9-6AE2-4EF8-9055-05FBA9295C01}" destId="{D919A544-BF8A-46BF-9775-E97FFB293C14}" srcOrd="0" destOrd="0" parTransId="{8A87CC7E-BCA4-47B5-93A1-4EA32A96573E}" sibTransId="{5A2F9CE6-9106-48B5-AB33-6ABE03EC36C4}"/>
    <dgm:cxn modelId="{6F3F999B-CE4D-492D-9264-C0C8EE50605C}" type="presOf" srcId="{04F115A6-1E5B-4D0B-9169-BC6445271B3E}" destId="{D81A0502-0078-45E8-8B9E-C6006D56A08D}" srcOrd="0" destOrd="0" presId="urn:microsoft.com/office/officeart/2005/8/layout/vList2"/>
    <dgm:cxn modelId="{3EF211CB-AEB7-4B14-8A05-04D4F2AD619D}" srcId="{31D52CF9-6AE2-4EF8-9055-05FBA9295C01}" destId="{8F1EB1C1-9D0D-4F3B-A1CD-CB7D0A11F5AD}" srcOrd="5" destOrd="0" parTransId="{E3BE2E58-A727-43A6-A7B6-B2D08D151DC0}" sibTransId="{9890DAB2-DC55-4029-81A1-8A137B9F8513}"/>
    <dgm:cxn modelId="{DC42F8DE-66F7-481B-9393-61A33D27EC42}" type="presOf" srcId="{8CF9547B-7881-46D5-B970-E74A8838BD75}" destId="{1BD5AC3B-CB9E-4FD6-9359-4E5B88D565EF}" srcOrd="0" destOrd="0" presId="urn:microsoft.com/office/officeart/2005/8/layout/vList2"/>
    <dgm:cxn modelId="{F7B7BDDF-BBC5-4E29-8235-D0EC1ECBE217}" srcId="{31D52CF9-6AE2-4EF8-9055-05FBA9295C01}" destId="{DE767CB1-8E21-4C20-B6E6-0AE4985DADF5}" srcOrd="1" destOrd="0" parTransId="{A8547A14-3474-45CA-BAA3-7A5728D76504}" sibTransId="{B9C0F258-D6FC-4D3E-9FBB-21C7044FD31D}"/>
    <dgm:cxn modelId="{C7F68EE3-62BA-4F41-89D1-09D7140B3E73}" type="presOf" srcId="{8F1EB1C1-9D0D-4F3B-A1CD-CB7D0A11F5AD}" destId="{78A79040-3DDB-4869-8E28-AE374E1E44A2}" srcOrd="0" destOrd="0" presId="urn:microsoft.com/office/officeart/2005/8/layout/vList2"/>
    <dgm:cxn modelId="{419A0BE6-223B-4CF0-807C-FD8488B5EB04}" type="presOf" srcId="{D919A544-BF8A-46BF-9775-E97FFB293C14}" destId="{992A21DF-AC7E-4B9E-9AAA-65A6757CC00C}" srcOrd="0" destOrd="0" presId="urn:microsoft.com/office/officeart/2005/8/layout/vList2"/>
    <dgm:cxn modelId="{CC3FA6ED-2F3E-473B-B617-D983FFAB04A5}" srcId="{31D52CF9-6AE2-4EF8-9055-05FBA9295C01}" destId="{8CF9547B-7881-46D5-B970-E74A8838BD75}" srcOrd="2" destOrd="0" parTransId="{E6F3252A-456D-4847-B093-DE44D669A648}" sibTransId="{19332B11-4960-4850-8A05-B27419228619}"/>
    <dgm:cxn modelId="{E56BC81A-7E0D-4C69-82D6-03BAD8F608E0}" type="presParOf" srcId="{7D931411-3C84-49A5-956D-A45E2D533F5E}" destId="{992A21DF-AC7E-4B9E-9AAA-65A6757CC00C}" srcOrd="0" destOrd="0" presId="urn:microsoft.com/office/officeart/2005/8/layout/vList2"/>
    <dgm:cxn modelId="{4B4D8578-C111-44F0-958E-EB36ACFE2ECC}" type="presParOf" srcId="{7D931411-3C84-49A5-956D-A45E2D533F5E}" destId="{BAA7B80E-BCAD-4E2D-82AB-42EA32D62E84}" srcOrd="1" destOrd="0" presId="urn:microsoft.com/office/officeart/2005/8/layout/vList2"/>
    <dgm:cxn modelId="{A86E40B8-0A33-4BE0-8CF1-8210000F08C4}" type="presParOf" srcId="{7D931411-3C84-49A5-956D-A45E2D533F5E}" destId="{3BDE3A0C-9646-4A1A-A7FD-E9AFB637522C}" srcOrd="2" destOrd="0" presId="urn:microsoft.com/office/officeart/2005/8/layout/vList2"/>
    <dgm:cxn modelId="{EC63B535-92CF-4D51-A84D-61942E48640A}" type="presParOf" srcId="{7D931411-3C84-49A5-956D-A45E2D533F5E}" destId="{3DE80113-F1BA-46E1-B20E-C39C9BEDAE9E}" srcOrd="3" destOrd="0" presId="urn:microsoft.com/office/officeart/2005/8/layout/vList2"/>
    <dgm:cxn modelId="{874C335A-86DF-40AB-8D8B-B951542B0AEE}" type="presParOf" srcId="{7D931411-3C84-49A5-956D-A45E2D533F5E}" destId="{1BD5AC3B-CB9E-4FD6-9359-4E5B88D565EF}" srcOrd="4" destOrd="0" presId="urn:microsoft.com/office/officeart/2005/8/layout/vList2"/>
    <dgm:cxn modelId="{A202B0E5-D0D1-472A-9798-E28CE41A1670}" type="presParOf" srcId="{7D931411-3C84-49A5-956D-A45E2D533F5E}" destId="{D5382F29-11AB-46D7-AAB5-64266CE8730D}" srcOrd="5" destOrd="0" presId="urn:microsoft.com/office/officeart/2005/8/layout/vList2"/>
    <dgm:cxn modelId="{70B4C6C6-786E-48B7-B839-5F6E615C39E2}" type="presParOf" srcId="{7D931411-3C84-49A5-956D-A45E2D533F5E}" destId="{D81A0502-0078-45E8-8B9E-C6006D56A08D}" srcOrd="6" destOrd="0" presId="urn:microsoft.com/office/officeart/2005/8/layout/vList2"/>
    <dgm:cxn modelId="{D8ECFFEA-88E3-4F03-8C4E-BFB0B4771230}" type="presParOf" srcId="{7D931411-3C84-49A5-956D-A45E2D533F5E}" destId="{1C414ECB-B00F-4F7C-89F8-B985C77F3777}" srcOrd="7" destOrd="0" presId="urn:microsoft.com/office/officeart/2005/8/layout/vList2"/>
    <dgm:cxn modelId="{FA3A17BF-B458-41D6-827C-CCDC4A0A58E3}" type="presParOf" srcId="{7D931411-3C84-49A5-956D-A45E2D533F5E}" destId="{86593554-B8AA-4D2D-BBBF-B4574A9FFC95}" srcOrd="8" destOrd="0" presId="urn:microsoft.com/office/officeart/2005/8/layout/vList2"/>
    <dgm:cxn modelId="{F2F0EEA5-48DD-4121-BEE9-5CF0C92F7EE5}" type="presParOf" srcId="{7D931411-3C84-49A5-956D-A45E2D533F5E}" destId="{7994ABC4-962B-40E4-BB33-7A3FCC01C310}" srcOrd="9" destOrd="0" presId="urn:microsoft.com/office/officeart/2005/8/layout/vList2"/>
    <dgm:cxn modelId="{A64A1303-EED5-4053-8F4F-25DC25C4E568}" type="presParOf" srcId="{7D931411-3C84-49A5-956D-A45E2D533F5E}" destId="{78A79040-3DDB-4869-8E28-AE374E1E44A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C008368-095E-4234-90E5-2224A365FAB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0931DC-50C9-49A4-941E-08CF5404AC0C}">
      <dgm:prSet/>
      <dgm:spPr/>
      <dgm:t>
        <a:bodyPr/>
        <a:lstStyle/>
        <a:p>
          <a:r>
            <a:rPr lang="en-US"/>
            <a:t>Funkciók:</a:t>
          </a:r>
        </a:p>
      </dgm:t>
    </dgm:pt>
    <dgm:pt modelId="{DC5727D0-110C-4885-BDC1-DD3D56179FD1}" type="parTrans" cxnId="{0266E751-A26D-4BC5-90F2-F5F685F0D583}">
      <dgm:prSet/>
      <dgm:spPr/>
      <dgm:t>
        <a:bodyPr/>
        <a:lstStyle/>
        <a:p>
          <a:endParaRPr lang="en-US"/>
        </a:p>
      </dgm:t>
    </dgm:pt>
    <dgm:pt modelId="{73CDA3C0-FF68-4C95-9A95-C0D1E3D329C2}" type="sibTrans" cxnId="{0266E751-A26D-4BC5-90F2-F5F685F0D583}">
      <dgm:prSet/>
      <dgm:spPr/>
      <dgm:t>
        <a:bodyPr/>
        <a:lstStyle/>
        <a:p>
          <a:endParaRPr lang="en-US"/>
        </a:p>
      </dgm:t>
    </dgm:pt>
    <dgm:pt modelId="{EEC070A4-D6AF-4C7B-B767-529C0B94AE37}">
      <dgm:prSet/>
      <dgm:spPr/>
      <dgm:t>
        <a:bodyPr/>
        <a:lstStyle/>
        <a:p>
          <a:r>
            <a:rPr lang="en-US"/>
            <a:t>Cipők listázása (képek, kategória, új jelölő)</a:t>
          </a:r>
        </a:p>
      </dgm:t>
    </dgm:pt>
    <dgm:pt modelId="{3CD30F11-77F5-4A5F-8F76-ACC00C7AB158}" type="parTrans" cxnId="{A9D6F695-00BA-4EEE-8EB1-56347A0FFAAD}">
      <dgm:prSet/>
      <dgm:spPr/>
      <dgm:t>
        <a:bodyPr/>
        <a:lstStyle/>
        <a:p>
          <a:endParaRPr lang="en-US"/>
        </a:p>
      </dgm:t>
    </dgm:pt>
    <dgm:pt modelId="{A02EC7E6-711F-4215-81CA-9DA876ABE52F}" type="sibTrans" cxnId="{A9D6F695-00BA-4EEE-8EB1-56347A0FFAAD}">
      <dgm:prSet/>
      <dgm:spPr/>
      <dgm:t>
        <a:bodyPr/>
        <a:lstStyle/>
        <a:p>
          <a:endParaRPr lang="en-US"/>
        </a:p>
      </dgm:t>
    </dgm:pt>
    <dgm:pt modelId="{EFE5AD5B-336F-4742-8424-07324E21DF53}">
      <dgm:prSet/>
      <dgm:spPr/>
      <dgm:t>
        <a:bodyPr/>
        <a:lstStyle/>
        <a:p>
          <a:r>
            <a:rPr lang="en-US"/>
            <a:t>Hozzáadás (3 kép URL, kategória választó/új kategória)</a:t>
          </a:r>
        </a:p>
      </dgm:t>
    </dgm:pt>
    <dgm:pt modelId="{6B80CD18-2045-44A7-9CE2-51CBA91D0ABA}" type="parTrans" cxnId="{FA590D4B-23E8-4E29-AC52-F9E444F614EA}">
      <dgm:prSet/>
      <dgm:spPr/>
      <dgm:t>
        <a:bodyPr/>
        <a:lstStyle/>
        <a:p>
          <a:endParaRPr lang="en-US"/>
        </a:p>
      </dgm:t>
    </dgm:pt>
    <dgm:pt modelId="{4CEC9D2B-7F6B-4EE7-A02C-08CD715B876A}" type="sibTrans" cxnId="{FA590D4B-23E8-4E29-AC52-F9E444F614EA}">
      <dgm:prSet/>
      <dgm:spPr/>
      <dgm:t>
        <a:bodyPr/>
        <a:lstStyle/>
        <a:p>
          <a:endParaRPr lang="en-US"/>
        </a:p>
      </dgm:t>
    </dgm:pt>
    <dgm:pt modelId="{89A9F5C0-E52A-4EC0-AF13-30E3CC34A077}">
      <dgm:prSet/>
      <dgm:spPr/>
      <dgm:t>
        <a:bodyPr/>
        <a:lstStyle/>
        <a:p>
          <a:r>
            <a:rPr lang="en-US"/>
            <a:t>Szerkesztés, törlés</a:t>
          </a:r>
        </a:p>
      </dgm:t>
    </dgm:pt>
    <dgm:pt modelId="{EFE5602F-F52C-4A1D-AD17-72C300A0C3BE}" type="parTrans" cxnId="{F76ABB4E-EF01-4FD3-AD69-27BB1239E23D}">
      <dgm:prSet/>
      <dgm:spPr/>
      <dgm:t>
        <a:bodyPr/>
        <a:lstStyle/>
        <a:p>
          <a:endParaRPr lang="en-US"/>
        </a:p>
      </dgm:t>
    </dgm:pt>
    <dgm:pt modelId="{7901CECB-EB72-4AF2-8567-FD965FEA65E4}" type="sibTrans" cxnId="{F76ABB4E-EF01-4FD3-AD69-27BB1239E23D}">
      <dgm:prSet/>
      <dgm:spPr/>
      <dgm:t>
        <a:bodyPr/>
        <a:lstStyle/>
        <a:p>
          <a:endParaRPr lang="en-US"/>
        </a:p>
      </dgm:t>
    </dgm:pt>
    <dgm:pt modelId="{667892BC-4339-4812-89FC-F7AA5ED4DA05}">
      <dgm:prSet/>
      <dgm:spPr/>
      <dgm:t>
        <a:bodyPr/>
        <a:lstStyle/>
        <a:p>
          <a:r>
            <a:rPr lang="en-US"/>
            <a:t>Kategóriák dinamikus kezelése</a:t>
          </a:r>
        </a:p>
      </dgm:t>
    </dgm:pt>
    <dgm:pt modelId="{D6B4C3CE-F913-44FD-AB05-C44DAB229901}" type="parTrans" cxnId="{6A14F709-141D-48ED-A040-11E23966B41A}">
      <dgm:prSet/>
      <dgm:spPr/>
      <dgm:t>
        <a:bodyPr/>
        <a:lstStyle/>
        <a:p>
          <a:endParaRPr lang="en-US"/>
        </a:p>
      </dgm:t>
    </dgm:pt>
    <dgm:pt modelId="{6D8EEA44-43A0-44A5-B7A1-F6C7BC44FA97}" type="sibTrans" cxnId="{6A14F709-141D-48ED-A040-11E23966B41A}">
      <dgm:prSet/>
      <dgm:spPr/>
      <dgm:t>
        <a:bodyPr/>
        <a:lstStyle/>
        <a:p>
          <a:endParaRPr lang="en-US"/>
        </a:p>
      </dgm:t>
    </dgm:pt>
    <dgm:pt modelId="{91809ED0-5CFE-4F08-8389-5A6FD1B5321D}" type="pres">
      <dgm:prSet presAssocID="{4C008368-095E-4234-90E5-2224A365FAB8}" presName="outerComposite" presStyleCnt="0">
        <dgm:presLayoutVars>
          <dgm:chMax val="5"/>
          <dgm:dir/>
          <dgm:resizeHandles val="exact"/>
        </dgm:presLayoutVars>
      </dgm:prSet>
      <dgm:spPr/>
    </dgm:pt>
    <dgm:pt modelId="{14585D4F-B43A-44C3-8DFE-7D3FF067A805}" type="pres">
      <dgm:prSet presAssocID="{4C008368-095E-4234-90E5-2224A365FAB8}" presName="dummyMaxCanvas" presStyleCnt="0">
        <dgm:presLayoutVars/>
      </dgm:prSet>
      <dgm:spPr/>
    </dgm:pt>
    <dgm:pt modelId="{FA796F35-8706-406F-B9E3-985CFF984EF5}" type="pres">
      <dgm:prSet presAssocID="{4C008368-095E-4234-90E5-2224A365FAB8}" presName="FiveNodes_1" presStyleLbl="node1" presStyleIdx="0" presStyleCnt="5">
        <dgm:presLayoutVars>
          <dgm:bulletEnabled val="1"/>
        </dgm:presLayoutVars>
      </dgm:prSet>
      <dgm:spPr/>
    </dgm:pt>
    <dgm:pt modelId="{74304367-B7CE-454B-8313-C3185E1BB4A0}" type="pres">
      <dgm:prSet presAssocID="{4C008368-095E-4234-90E5-2224A365FAB8}" presName="FiveNodes_2" presStyleLbl="node1" presStyleIdx="1" presStyleCnt="5">
        <dgm:presLayoutVars>
          <dgm:bulletEnabled val="1"/>
        </dgm:presLayoutVars>
      </dgm:prSet>
      <dgm:spPr/>
    </dgm:pt>
    <dgm:pt modelId="{8B87263A-3593-4517-94DA-24D1F1E7DCB7}" type="pres">
      <dgm:prSet presAssocID="{4C008368-095E-4234-90E5-2224A365FAB8}" presName="FiveNodes_3" presStyleLbl="node1" presStyleIdx="2" presStyleCnt="5">
        <dgm:presLayoutVars>
          <dgm:bulletEnabled val="1"/>
        </dgm:presLayoutVars>
      </dgm:prSet>
      <dgm:spPr/>
    </dgm:pt>
    <dgm:pt modelId="{BF3211D9-AB1A-4944-BEAD-BDDA6B848D42}" type="pres">
      <dgm:prSet presAssocID="{4C008368-095E-4234-90E5-2224A365FAB8}" presName="FiveNodes_4" presStyleLbl="node1" presStyleIdx="3" presStyleCnt="5">
        <dgm:presLayoutVars>
          <dgm:bulletEnabled val="1"/>
        </dgm:presLayoutVars>
      </dgm:prSet>
      <dgm:spPr/>
    </dgm:pt>
    <dgm:pt modelId="{F6EEBDE9-700D-4261-8B7A-6FF400E742D4}" type="pres">
      <dgm:prSet presAssocID="{4C008368-095E-4234-90E5-2224A365FAB8}" presName="FiveNodes_5" presStyleLbl="node1" presStyleIdx="4" presStyleCnt="5">
        <dgm:presLayoutVars>
          <dgm:bulletEnabled val="1"/>
        </dgm:presLayoutVars>
      </dgm:prSet>
      <dgm:spPr/>
    </dgm:pt>
    <dgm:pt modelId="{3448989B-ADAE-4493-9AF8-925AE958CFC8}" type="pres">
      <dgm:prSet presAssocID="{4C008368-095E-4234-90E5-2224A365FAB8}" presName="FiveConn_1-2" presStyleLbl="fgAccFollowNode1" presStyleIdx="0" presStyleCnt="4">
        <dgm:presLayoutVars>
          <dgm:bulletEnabled val="1"/>
        </dgm:presLayoutVars>
      </dgm:prSet>
      <dgm:spPr/>
    </dgm:pt>
    <dgm:pt modelId="{44099E88-12C6-48A0-8C8B-AF64A0C681A5}" type="pres">
      <dgm:prSet presAssocID="{4C008368-095E-4234-90E5-2224A365FAB8}" presName="FiveConn_2-3" presStyleLbl="fgAccFollowNode1" presStyleIdx="1" presStyleCnt="4">
        <dgm:presLayoutVars>
          <dgm:bulletEnabled val="1"/>
        </dgm:presLayoutVars>
      </dgm:prSet>
      <dgm:spPr/>
    </dgm:pt>
    <dgm:pt modelId="{E550DCF3-2AEB-4218-8186-F0FEE9B95D12}" type="pres">
      <dgm:prSet presAssocID="{4C008368-095E-4234-90E5-2224A365FAB8}" presName="FiveConn_3-4" presStyleLbl="fgAccFollowNode1" presStyleIdx="2" presStyleCnt="4">
        <dgm:presLayoutVars>
          <dgm:bulletEnabled val="1"/>
        </dgm:presLayoutVars>
      </dgm:prSet>
      <dgm:spPr/>
    </dgm:pt>
    <dgm:pt modelId="{E588AF55-DDD2-4973-86E0-E1C1ACFA7683}" type="pres">
      <dgm:prSet presAssocID="{4C008368-095E-4234-90E5-2224A365FAB8}" presName="FiveConn_4-5" presStyleLbl="fgAccFollowNode1" presStyleIdx="3" presStyleCnt="4">
        <dgm:presLayoutVars>
          <dgm:bulletEnabled val="1"/>
        </dgm:presLayoutVars>
      </dgm:prSet>
      <dgm:spPr/>
    </dgm:pt>
    <dgm:pt modelId="{61805DD7-B115-42C1-B97F-18B840DB0EAE}" type="pres">
      <dgm:prSet presAssocID="{4C008368-095E-4234-90E5-2224A365FAB8}" presName="FiveNodes_1_text" presStyleLbl="node1" presStyleIdx="4" presStyleCnt="5">
        <dgm:presLayoutVars>
          <dgm:bulletEnabled val="1"/>
        </dgm:presLayoutVars>
      </dgm:prSet>
      <dgm:spPr/>
    </dgm:pt>
    <dgm:pt modelId="{3D193499-B522-4419-A50D-E5090E8987BA}" type="pres">
      <dgm:prSet presAssocID="{4C008368-095E-4234-90E5-2224A365FAB8}" presName="FiveNodes_2_text" presStyleLbl="node1" presStyleIdx="4" presStyleCnt="5">
        <dgm:presLayoutVars>
          <dgm:bulletEnabled val="1"/>
        </dgm:presLayoutVars>
      </dgm:prSet>
      <dgm:spPr/>
    </dgm:pt>
    <dgm:pt modelId="{86F5498E-5242-4E23-80A9-CBEBEE95E0AD}" type="pres">
      <dgm:prSet presAssocID="{4C008368-095E-4234-90E5-2224A365FAB8}" presName="FiveNodes_3_text" presStyleLbl="node1" presStyleIdx="4" presStyleCnt="5">
        <dgm:presLayoutVars>
          <dgm:bulletEnabled val="1"/>
        </dgm:presLayoutVars>
      </dgm:prSet>
      <dgm:spPr/>
    </dgm:pt>
    <dgm:pt modelId="{491A3E55-FC8E-4F7C-9BD0-5310B50D2E80}" type="pres">
      <dgm:prSet presAssocID="{4C008368-095E-4234-90E5-2224A365FAB8}" presName="FiveNodes_4_text" presStyleLbl="node1" presStyleIdx="4" presStyleCnt="5">
        <dgm:presLayoutVars>
          <dgm:bulletEnabled val="1"/>
        </dgm:presLayoutVars>
      </dgm:prSet>
      <dgm:spPr/>
    </dgm:pt>
    <dgm:pt modelId="{6A89BEFE-F31A-4427-9AB8-62BF796FA161}" type="pres">
      <dgm:prSet presAssocID="{4C008368-095E-4234-90E5-2224A365FAB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A512208-935D-4F61-BFE0-BD35928F68C4}" type="presOf" srcId="{667892BC-4339-4812-89FC-F7AA5ED4DA05}" destId="{F6EEBDE9-700D-4261-8B7A-6FF400E742D4}" srcOrd="0" destOrd="0" presId="urn:microsoft.com/office/officeart/2005/8/layout/vProcess5"/>
    <dgm:cxn modelId="{6A14F709-141D-48ED-A040-11E23966B41A}" srcId="{4C008368-095E-4234-90E5-2224A365FAB8}" destId="{667892BC-4339-4812-89FC-F7AA5ED4DA05}" srcOrd="4" destOrd="0" parTransId="{D6B4C3CE-F913-44FD-AB05-C44DAB229901}" sibTransId="{6D8EEA44-43A0-44A5-B7A1-F6C7BC44FA97}"/>
    <dgm:cxn modelId="{0E451F1E-5472-47AE-B969-14228787E95D}" type="presOf" srcId="{7901CECB-EB72-4AF2-8567-FD965FEA65E4}" destId="{E588AF55-DDD2-4973-86E0-E1C1ACFA7683}" srcOrd="0" destOrd="0" presId="urn:microsoft.com/office/officeart/2005/8/layout/vProcess5"/>
    <dgm:cxn modelId="{05C7AF32-DC3A-451B-8465-4C3A3B7B2D63}" type="presOf" srcId="{A02EC7E6-711F-4215-81CA-9DA876ABE52F}" destId="{44099E88-12C6-48A0-8C8B-AF64A0C681A5}" srcOrd="0" destOrd="0" presId="urn:microsoft.com/office/officeart/2005/8/layout/vProcess5"/>
    <dgm:cxn modelId="{D1F0AD33-15F4-4221-A23B-86A9E1203C23}" type="presOf" srcId="{240931DC-50C9-49A4-941E-08CF5404AC0C}" destId="{61805DD7-B115-42C1-B97F-18B840DB0EAE}" srcOrd="1" destOrd="0" presId="urn:microsoft.com/office/officeart/2005/8/layout/vProcess5"/>
    <dgm:cxn modelId="{16D20437-8EA1-49D5-8124-ECBB2B0DF328}" type="presOf" srcId="{73CDA3C0-FF68-4C95-9A95-C0D1E3D329C2}" destId="{3448989B-ADAE-4493-9AF8-925AE958CFC8}" srcOrd="0" destOrd="0" presId="urn:microsoft.com/office/officeart/2005/8/layout/vProcess5"/>
    <dgm:cxn modelId="{8A6F7737-CBE5-489B-8484-0A0F48AD545F}" type="presOf" srcId="{240931DC-50C9-49A4-941E-08CF5404AC0C}" destId="{FA796F35-8706-406F-B9E3-985CFF984EF5}" srcOrd="0" destOrd="0" presId="urn:microsoft.com/office/officeart/2005/8/layout/vProcess5"/>
    <dgm:cxn modelId="{36D01B6A-F8B2-414D-BA6B-D99D38EAAFA4}" type="presOf" srcId="{667892BC-4339-4812-89FC-F7AA5ED4DA05}" destId="{6A89BEFE-F31A-4427-9AB8-62BF796FA161}" srcOrd="1" destOrd="0" presId="urn:microsoft.com/office/officeart/2005/8/layout/vProcess5"/>
    <dgm:cxn modelId="{FA590D4B-23E8-4E29-AC52-F9E444F614EA}" srcId="{4C008368-095E-4234-90E5-2224A365FAB8}" destId="{EFE5AD5B-336F-4742-8424-07324E21DF53}" srcOrd="2" destOrd="0" parTransId="{6B80CD18-2045-44A7-9CE2-51CBA91D0ABA}" sibTransId="{4CEC9D2B-7F6B-4EE7-A02C-08CD715B876A}"/>
    <dgm:cxn modelId="{F76ABB4E-EF01-4FD3-AD69-27BB1239E23D}" srcId="{4C008368-095E-4234-90E5-2224A365FAB8}" destId="{89A9F5C0-E52A-4EC0-AF13-30E3CC34A077}" srcOrd="3" destOrd="0" parTransId="{EFE5602F-F52C-4A1D-AD17-72C300A0C3BE}" sibTransId="{7901CECB-EB72-4AF2-8567-FD965FEA65E4}"/>
    <dgm:cxn modelId="{0266E751-A26D-4BC5-90F2-F5F685F0D583}" srcId="{4C008368-095E-4234-90E5-2224A365FAB8}" destId="{240931DC-50C9-49A4-941E-08CF5404AC0C}" srcOrd="0" destOrd="0" parTransId="{DC5727D0-110C-4885-BDC1-DD3D56179FD1}" sibTransId="{73CDA3C0-FF68-4C95-9A95-C0D1E3D329C2}"/>
    <dgm:cxn modelId="{3E80C077-C903-444D-832D-B9C13B131FFB}" type="presOf" srcId="{4CEC9D2B-7F6B-4EE7-A02C-08CD715B876A}" destId="{E550DCF3-2AEB-4218-8186-F0FEE9B95D12}" srcOrd="0" destOrd="0" presId="urn:microsoft.com/office/officeart/2005/8/layout/vProcess5"/>
    <dgm:cxn modelId="{49E38189-4729-488E-885F-AA65EC283000}" type="presOf" srcId="{EEC070A4-D6AF-4C7B-B767-529C0B94AE37}" destId="{74304367-B7CE-454B-8313-C3185E1BB4A0}" srcOrd="0" destOrd="0" presId="urn:microsoft.com/office/officeart/2005/8/layout/vProcess5"/>
    <dgm:cxn modelId="{A9D6F695-00BA-4EEE-8EB1-56347A0FFAAD}" srcId="{4C008368-095E-4234-90E5-2224A365FAB8}" destId="{EEC070A4-D6AF-4C7B-B767-529C0B94AE37}" srcOrd="1" destOrd="0" parTransId="{3CD30F11-77F5-4A5F-8F76-ACC00C7AB158}" sibTransId="{A02EC7E6-711F-4215-81CA-9DA876ABE52F}"/>
    <dgm:cxn modelId="{779BD1A1-F0E6-487A-B802-B9B34467E855}" type="presOf" srcId="{89A9F5C0-E52A-4EC0-AF13-30E3CC34A077}" destId="{491A3E55-FC8E-4F7C-9BD0-5310B50D2E80}" srcOrd="1" destOrd="0" presId="urn:microsoft.com/office/officeart/2005/8/layout/vProcess5"/>
    <dgm:cxn modelId="{B609B6A8-D8BA-46CA-AD6C-B69D074614B3}" type="presOf" srcId="{EFE5AD5B-336F-4742-8424-07324E21DF53}" destId="{86F5498E-5242-4E23-80A9-CBEBEE95E0AD}" srcOrd="1" destOrd="0" presId="urn:microsoft.com/office/officeart/2005/8/layout/vProcess5"/>
    <dgm:cxn modelId="{490CE1A9-C5D8-4FDA-9484-09F3BFF3F640}" type="presOf" srcId="{89A9F5C0-E52A-4EC0-AF13-30E3CC34A077}" destId="{BF3211D9-AB1A-4944-BEAD-BDDA6B848D42}" srcOrd="0" destOrd="0" presId="urn:microsoft.com/office/officeart/2005/8/layout/vProcess5"/>
    <dgm:cxn modelId="{474513C4-2F88-4F37-B296-0B3C21A89717}" type="presOf" srcId="{EFE5AD5B-336F-4742-8424-07324E21DF53}" destId="{8B87263A-3593-4517-94DA-24D1F1E7DCB7}" srcOrd="0" destOrd="0" presId="urn:microsoft.com/office/officeart/2005/8/layout/vProcess5"/>
    <dgm:cxn modelId="{655169CA-C820-4ADE-A20D-9E6876CF4751}" type="presOf" srcId="{4C008368-095E-4234-90E5-2224A365FAB8}" destId="{91809ED0-5CFE-4F08-8389-5A6FD1B5321D}" srcOrd="0" destOrd="0" presId="urn:microsoft.com/office/officeart/2005/8/layout/vProcess5"/>
    <dgm:cxn modelId="{12F994D6-0DA2-4A4F-A791-B553047EEEF0}" type="presOf" srcId="{EEC070A4-D6AF-4C7B-B767-529C0B94AE37}" destId="{3D193499-B522-4419-A50D-E5090E8987BA}" srcOrd="1" destOrd="0" presId="urn:microsoft.com/office/officeart/2005/8/layout/vProcess5"/>
    <dgm:cxn modelId="{B1ACDCA7-3869-4586-93DD-DA8FE6DCA2FE}" type="presParOf" srcId="{91809ED0-5CFE-4F08-8389-5A6FD1B5321D}" destId="{14585D4F-B43A-44C3-8DFE-7D3FF067A805}" srcOrd="0" destOrd="0" presId="urn:microsoft.com/office/officeart/2005/8/layout/vProcess5"/>
    <dgm:cxn modelId="{8753C963-FD24-49E8-ACB0-8D1686954E41}" type="presParOf" srcId="{91809ED0-5CFE-4F08-8389-5A6FD1B5321D}" destId="{FA796F35-8706-406F-B9E3-985CFF984EF5}" srcOrd="1" destOrd="0" presId="urn:microsoft.com/office/officeart/2005/8/layout/vProcess5"/>
    <dgm:cxn modelId="{A0EDA052-7F32-48DC-B45C-B550A7DE3E96}" type="presParOf" srcId="{91809ED0-5CFE-4F08-8389-5A6FD1B5321D}" destId="{74304367-B7CE-454B-8313-C3185E1BB4A0}" srcOrd="2" destOrd="0" presId="urn:microsoft.com/office/officeart/2005/8/layout/vProcess5"/>
    <dgm:cxn modelId="{44140A63-9651-4405-94BE-36A5F1985909}" type="presParOf" srcId="{91809ED0-5CFE-4F08-8389-5A6FD1B5321D}" destId="{8B87263A-3593-4517-94DA-24D1F1E7DCB7}" srcOrd="3" destOrd="0" presId="urn:microsoft.com/office/officeart/2005/8/layout/vProcess5"/>
    <dgm:cxn modelId="{806D2D01-08F4-47D5-A2C5-E6B01DE2BBE2}" type="presParOf" srcId="{91809ED0-5CFE-4F08-8389-5A6FD1B5321D}" destId="{BF3211D9-AB1A-4944-BEAD-BDDA6B848D42}" srcOrd="4" destOrd="0" presId="urn:microsoft.com/office/officeart/2005/8/layout/vProcess5"/>
    <dgm:cxn modelId="{BCC823EF-4FB1-40BB-AA99-461788FA19D1}" type="presParOf" srcId="{91809ED0-5CFE-4F08-8389-5A6FD1B5321D}" destId="{F6EEBDE9-700D-4261-8B7A-6FF400E742D4}" srcOrd="5" destOrd="0" presId="urn:microsoft.com/office/officeart/2005/8/layout/vProcess5"/>
    <dgm:cxn modelId="{3AB5C740-B106-4340-8EC1-027B8C69C72E}" type="presParOf" srcId="{91809ED0-5CFE-4F08-8389-5A6FD1B5321D}" destId="{3448989B-ADAE-4493-9AF8-925AE958CFC8}" srcOrd="6" destOrd="0" presId="urn:microsoft.com/office/officeart/2005/8/layout/vProcess5"/>
    <dgm:cxn modelId="{5E6FC05E-6489-4081-B4E1-194FC3C4EC58}" type="presParOf" srcId="{91809ED0-5CFE-4F08-8389-5A6FD1B5321D}" destId="{44099E88-12C6-48A0-8C8B-AF64A0C681A5}" srcOrd="7" destOrd="0" presId="urn:microsoft.com/office/officeart/2005/8/layout/vProcess5"/>
    <dgm:cxn modelId="{AB883B16-8FA3-481E-89D1-292E8E35ED05}" type="presParOf" srcId="{91809ED0-5CFE-4F08-8389-5A6FD1B5321D}" destId="{E550DCF3-2AEB-4218-8186-F0FEE9B95D12}" srcOrd="8" destOrd="0" presId="urn:microsoft.com/office/officeart/2005/8/layout/vProcess5"/>
    <dgm:cxn modelId="{8F639003-A4CA-446A-96DD-1CF9FA6D2306}" type="presParOf" srcId="{91809ED0-5CFE-4F08-8389-5A6FD1B5321D}" destId="{E588AF55-DDD2-4973-86E0-E1C1ACFA7683}" srcOrd="9" destOrd="0" presId="urn:microsoft.com/office/officeart/2005/8/layout/vProcess5"/>
    <dgm:cxn modelId="{A38AA626-4F5A-42BC-BF59-FB380D043BB1}" type="presParOf" srcId="{91809ED0-5CFE-4F08-8389-5A6FD1B5321D}" destId="{61805DD7-B115-42C1-B97F-18B840DB0EAE}" srcOrd="10" destOrd="0" presId="urn:microsoft.com/office/officeart/2005/8/layout/vProcess5"/>
    <dgm:cxn modelId="{350720E9-3DEC-4863-862A-4AC9401BF225}" type="presParOf" srcId="{91809ED0-5CFE-4F08-8389-5A6FD1B5321D}" destId="{3D193499-B522-4419-A50D-E5090E8987BA}" srcOrd="11" destOrd="0" presId="urn:microsoft.com/office/officeart/2005/8/layout/vProcess5"/>
    <dgm:cxn modelId="{1E19B3BB-BBA9-4DB1-AC9B-A0FD348A5C8B}" type="presParOf" srcId="{91809ED0-5CFE-4F08-8389-5A6FD1B5321D}" destId="{86F5498E-5242-4E23-80A9-CBEBEE95E0AD}" srcOrd="12" destOrd="0" presId="urn:microsoft.com/office/officeart/2005/8/layout/vProcess5"/>
    <dgm:cxn modelId="{848404FB-AAA6-49D2-B8C6-90FB8FE2C2DF}" type="presParOf" srcId="{91809ED0-5CFE-4F08-8389-5A6FD1B5321D}" destId="{491A3E55-FC8E-4F7C-9BD0-5310B50D2E80}" srcOrd="13" destOrd="0" presId="urn:microsoft.com/office/officeart/2005/8/layout/vProcess5"/>
    <dgm:cxn modelId="{77212E20-BC21-4E09-9072-5BD6DBBD7079}" type="presParOf" srcId="{91809ED0-5CFE-4F08-8389-5A6FD1B5321D}" destId="{6A89BEFE-F31A-4427-9AB8-62BF796FA16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23FAD67-C994-4252-A0A6-C5C161C5309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813F44-DCF9-48B2-942C-B77BDBE16DD2}">
      <dgm:prSet/>
      <dgm:spPr/>
      <dgm:t>
        <a:bodyPr/>
        <a:lstStyle/>
        <a:p>
          <a:r>
            <a:rPr lang="en-US"/>
            <a:t>Felhasználók:</a:t>
          </a:r>
        </a:p>
      </dgm:t>
    </dgm:pt>
    <dgm:pt modelId="{1C027031-BDF0-4675-A636-3CEC4A5B26F1}" type="parTrans" cxnId="{09A5E738-5E79-407D-AB33-D95D4D91FC0B}">
      <dgm:prSet/>
      <dgm:spPr/>
      <dgm:t>
        <a:bodyPr/>
        <a:lstStyle/>
        <a:p>
          <a:endParaRPr lang="en-US"/>
        </a:p>
      </dgm:t>
    </dgm:pt>
    <dgm:pt modelId="{DEB273CB-4E2D-4C0D-AEA0-A99B13D82CD2}" type="sibTrans" cxnId="{09A5E738-5E79-407D-AB33-D95D4D91FC0B}">
      <dgm:prSet/>
      <dgm:spPr/>
      <dgm:t>
        <a:bodyPr/>
        <a:lstStyle/>
        <a:p>
          <a:endParaRPr lang="en-US"/>
        </a:p>
      </dgm:t>
    </dgm:pt>
    <dgm:pt modelId="{1F94C008-EDB4-445A-ABE6-2AA2FE57ACD4}">
      <dgm:prSet/>
      <dgm:spPr/>
      <dgm:t>
        <a:bodyPr/>
        <a:lstStyle/>
        <a:p>
          <a:r>
            <a:rPr lang="en-US"/>
            <a:t>Lista, admin flag, törlés (saját magad nem)</a:t>
          </a:r>
        </a:p>
      </dgm:t>
    </dgm:pt>
    <dgm:pt modelId="{6267F9D0-3F30-4EFB-B028-CD3A76D5D0AE}" type="parTrans" cxnId="{D4A98BDB-4427-44B9-8F3D-610621D52B88}">
      <dgm:prSet/>
      <dgm:spPr/>
      <dgm:t>
        <a:bodyPr/>
        <a:lstStyle/>
        <a:p>
          <a:endParaRPr lang="en-US"/>
        </a:p>
      </dgm:t>
    </dgm:pt>
    <dgm:pt modelId="{2A9D11D1-5DEE-413C-B07F-1D38F27535FA}" type="sibTrans" cxnId="{D4A98BDB-4427-44B9-8F3D-610621D52B88}">
      <dgm:prSet/>
      <dgm:spPr/>
      <dgm:t>
        <a:bodyPr/>
        <a:lstStyle/>
        <a:p>
          <a:endParaRPr lang="en-US"/>
        </a:p>
      </dgm:t>
    </dgm:pt>
    <dgm:pt modelId="{168C85A8-EA89-48F9-B88A-D69A40255459}">
      <dgm:prSet/>
      <dgm:spPr/>
      <dgm:t>
        <a:bodyPr/>
        <a:lstStyle/>
        <a:p>
          <a:r>
            <a:rPr lang="en-US"/>
            <a:t>Kommentek:</a:t>
          </a:r>
        </a:p>
      </dgm:t>
    </dgm:pt>
    <dgm:pt modelId="{E132CEAD-CD95-4A0B-B332-CEC3C656DCB6}" type="parTrans" cxnId="{6C4AE0BE-C462-42DA-8017-3F6F4D4A66F6}">
      <dgm:prSet/>
      <dgm:spPr/>
      <dgm:t>
        <a:bodyPr/>
        <a:lstStyle/>
        <a:p>
          <a:endParaRPr lang="en-US"/>
        </a:p>
      </dgm:t>
    </dgm:pt>
    <dgm:pt modelId="{0882373E-FA17-493B-B52B-03F95304A571}" type="sibTrans" cxnId="{6C4AE0BE-C462-42DA-8017-3F6F4D4A66F6}">
      <dgm:prSet/>
      <dgm:spPr/>
      <dgm:t>
        <a:bodyPr/>
        <a:lstStyle/>
        <a:p>
          <a:endParaRPr lang="en-US"/>
        </a:p>
      </dgm:t>
    </dgm:pt>
    <dgm:pt modelId="{80D54730-03FD-401F-9DB6-17BB95BFE286}">
      <dgm:prSet/>
      <dgm:spPr/>
      <dgm:t>
        <a:bodyPr/>
        <a:lstStyle/>
        <a:p>
          <a:r>
            <a:rPr lang="en-US"/>
            <a:t>Kommentek listája, törlés lehetőség</a:t>
          </a:r>
        </a:p>
      </dgm:t>
    </dgm:pt>
    <dgm:pt modelId="{FDBA9F5B-B8E5-4986-8092-7D25F7914362}" type="parTrans" cxnId="{58473428-8949-4F44-AF8B-67B20E92A0E2}">
      <dgm:prSet/>
      <dgm:spPr/>
      <dgm:t>
        <a:bodyPr/>
        <a:lstStyle/>
        <a:p>
          <a:endParaRPr lang="en-US"/>
        </a:p>
      </dgm:t>
    </dgm:pt>
    <dgm:pt modelId="{0F50A717-641F-40A6-8C9E-5C2043122F7A}" type="sibTrans" cxnId="{58473428-8949-4F44-AF8B-67B20E92A0E2}">
      <dgm:prSet/>
      <dgm:spPr/>
      <dgm:t>
        <a:bodyPr/>
        <a:lstStyle/>
        <a:p>
          <a:endParaRPr lang="en-US"/>
        </a:p>
      </dgm:t>
    </dgm:pt>
    <dgm:pt modelId="{510EF90F-51DF-4F3D-A16A-E4411CD6C016}" type="pres">
      <dgm:prSet presAssocID="{723FAD67-C994-4252-A0A6-C5C161C530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B80407-8FE1-4906-A624-58A00D21E10D}" type="pres">
      <dgm:prSet presAssocID="{AD813F44-DCF9-48B2-942C-B77BDBE16DD2}" presName="hierRoot1" presStyleCnt="0"/>
      <dgm:spPr/>
    </dgm:pt>
    <dgm:pt modelId="{078BC770-885F-4963-932D-0880E47554FE}" type="pres">
      <dgm:prSet presAssocID="{AD813F44-DCF9-48B2-942C-B77BDBE16DD2}" presName="composite" presStyleCnt="0"/>
      <dgm:spPr/>
    </dgm:pt>
    <dgm:pt modelId="{644334E1-76AB-44FC-979B-D6C8F2E5B7EA}" type="pres">
      <dgm:prSet presAssocID="{AD813F44-DCF9-48B2-942C-B77BDBE16DD2}" presName="background" presStyleLbl="node0" presStyleIdx="0" presStyleCnt="4"/>
      <dgm:spPr/>
    </dgm:pt>
    <dgm:pt modelId="{AA7FD826-6B6E-4092-9331-9E3A1E3BEC87}" type="pres">
      <dgm:prSet presAssocID="{AD813F44-DCF9-48B2-942C-B77BDBE16DD2}" presName="text" presStyleLbl="fgAcc0" presStyleIdx="0" presStyleCnt="4">
        <dgm:presLayoutVars>
          <dgm:chPref val="3"/>
        </dgm:presLayoutVars>
      </dgm:prSet>
      <dgm:spPr/>
    </dgm:pt>
    <dgm:pt modelId="{6D14C815-D453-4BE7-8FDA-06619E0DB806}" type="pres">
      <dgm:prSet presAssocID="{AD813F44-DCF9-48B2-942C-B77BDBE16DD2}" presName="hierChild2" presStyleCnt="0"/>
      <dgm:spPr/>
    </dgm:pt>
    <dgm:pt modelId="{92F45EC9-37B4-4A98-92CA-AB2D4F279A58}" type="pres">
      <dgm:prSet presAssocID="{1F94C008-EDB4-445A-ABE6-2AA2FE57ACD4}" presName="hierRoot1" presStyleCnt="0"/>
      <dgm:spPr/>
    </dgm:pt>
    <dgm:pt modelId="{4BD71CF5-185C-4D02-A78B-C2D654D4D7DF}" type="pres">
      <dgm:prSet presAssocID="{1F94C008-EDB4-445A-ABE6-2AA2FE57ACD4}" presName="composite" presStyleCnt="0"/>
      <dgm:spPr/>
    </dgm:pt>
    <dgm:pt modelId="{63772D2D-FF9E-4582-A0A7-CD0BC926C06F}" type="pres">
      <dgm:prSet presAssocID="{1F94C008-EDB4-445A-ABE6-2AA2FE57ACD4}" presName="background" presStyleLbl="node0" presStyleIdx="1" presStyleCnt="4"/>
      <dgm:spPr/>
    </dgm:pt>
    <dgm:pt modelId="{25AAD939-23D8-4B32-AD3F-B3E156EAFF2B}" type="pres">
      <dgm:prSet presAssocID="{1F94C008-EDB4-445A-ABE6-2AA2FE57ACD4}" presName="text" presStyleLbl="fgAcc0" presStyleIdx="1" presStyleCnt="4">
        <dgm:presLayoutVars>
          <dgm:chPref val="3"/>
        </dgm:presLayoutVars>
      </dgm:prSet>
      <dgm:spPr/>
    </dgm:pt>
    <dgm:pt modelId="{EFB4E56C-2CFC-416F-8E52-6151B1CDA350}" type="pres">
      <dgm:prSet presAssocID="{1F94C008-EDB4-445A-ABE6-2AA2FE57ACD4}" presName="hierChild2" presStyleCnt="0"/>
      <dgm:spPr/>
    </dgm:pt>
    <dgm:pt modelId="{1FA830FC-5084-40E2-8CE6-857122331E1E}" type="pres">
      <dgm:prSet presAssocID="{168C85A8-EA89-48F9-B88A-D69A40255459}" presName="hierRoot1" presStyleCnt="0"/>
      <dgm:spPr/>
    </dgm:pt>
    <dgm:pt modelId="{FA52FB65-DFFD-4967-957A-5F6A2D85FCDF}" type="pres">
      <dgm:prSet presAssocID="{168C85A8-EA89-48F9-B88A-D69A40255459}" presName="composite" presStyleCnt="0"/>
      <dgm:spPr/>
    </dgm:pt>
    <dgm:pt modelId="{07BF9DAC-BBB9-48CB-92D5-EA0629B9CC39}" type="pres">
      <dgm:prSet presAssocID="{168C85A8-EA89-48F9-B88A-D69A40255459}" presName="background" presStyleLbl="node0" presStyleIdx="2" presStyleCnt="4"/>
      <dgm:spPr/>
    </dgm:pt>
    <dgm:pt modelId="{087BBF12-6E73-4AC5-BE96-A2355F08C79A}" type="pres">
      <dgm:prSet presAssocID="{168C85A8-EA89-48F9-B88A-D69A40255459}" presName="text" presStyleLbl="fgAcc0" presStyleIdx="2" presStyleCnt="4">
        <dgm:presLayoutVars>
          <dgm:chPref val="3"/>
        </dgm:presLayoutVars>
      </dgm:prSet>
      <dgm:spPr/>
    </dgm:pt>
    <dgm:pt modelId="{71812EE7-4301-41D7-90D7-DA3D33761222}" type="pres">
      <dgm:prSet presAssocID="{168C85A8-EA89-48F9-B88A-D69A40255459}" presName="hierChild2" presStyleCnt="0"/>
      <dgm:spPr/>
    </dgm:pt>
    <dgm:pt modelId="{3092EE00-C9E2-463E-AF22-EFD615B0900D}" type="pres">
      <dgm:prSet presAssocID="{80D54730-03FD-401F-9DB6-17BB95BFE286}" presName="hierRoot1" presStyleCnt="0"/>
      <dgm:spPr/>
    </dgm:pt>
    <dgm:pt modelId="{517BF283-9DC4-4ABC-B802-3C5E34183E2C}" type="pres">
      <dgm:prSet presAssocID="{80D54730-03FD-401F-9DB6-17BB95BFE286}" presName="composite" presStyleCnt="0"/>
      <dgm:spPr/>
    </dgm:pt>
    <dgm:pt modelId="{44CF484F-B78C-4CED-9316-D6EF66CE9D3F}" type="pres">
      <dgm:prSet presAssocID="{80D54730-03FD-401F-9DB6-17BB95BFE286}" presName="background" presStyleLbl="node0" presStyleIdx="3" presStyleCnt="4"/>
      <dgm:spPr/>
    </dgm:pt>
    <dgm:pt modelId="{EB0C9749-7A5E-4B31-B361-DC90B6B3B960}" type="pres">
      <dgm:prSet presAssocID="{80D54730-03FD-401F-9DB6-17BB95BFE286}" presName="text" presStyleLbl="fgAcc0" presStyleIdx="3" presStyleCnt="4">
        <dgm:presLayoutVars>
          <dgm:chPref val="3"/>
        </dgm:presLayoutVars>
      </dgm:prSet>
      <dgm:spPr/>
    </dgm:pt>
    <dgm:pt modelId="{09DAD9A7-CF38-404C-8444-DB6B342494E2}" type="pres">
      <dgm:prSet presAssocID="{80D54730-03FD-401F-9DB6-17BB95BFE286}" presName="hierChild2" presStyleCnt="0"/>
      <dgm:spPr/>
    </dgm:pt>
  </dgm:ptLst>
  <dgm:cxnLst>
    <dgm:cxn modelId="{F43F421E-F165-44DB-A46B-4DD1F75B1F5D}" type="presOf" srcId="{1F94C008-EDB4-445A-ABE6-2AA2FE57ACD4}" destId="{25AAD939-23D8-4B32-AD3F-B3E156EAFF2B}" srcOrd="0" destOrd="0" presId="urn:microsoft.com/office/officeart/2005/8/layout/hierarchy1"/>
    <dgm:cxn modelId="{30639A1E-89D4-4CF5-96CA-3EB746DA8409}" type="presOf" srcId="{723FAD67-C994-4252-A0A6-C5C161C5309D}" destId="{510EF90F-51DF-4F3D-A16A-E4411CD6C016}" srcOrd="0" destOrd="0" presId="urn:microsoft.com/office/officeart/2005/8/layout/hierarchy1"/>
    <dgm:cxn modelId="{58473428-8949-4F44-AF8B-67B20E92A0E2}" srcId="{723FAD67-C994-4252-A0A6-C5C161C5309D}" destId="{80D54730-03FD-401F-9DB6-17BB95BFE286}" srcOrd="3" destOrd="0" parTransId="{FDBA9F5B-B8E5-4986-8092-7D25F7914362}" sibTransId="{0F50A717-641F-40A6-8C9E-5C2043122F7A}"/>
    <dgm:cxn modelId="{CDC11834-7449-4AEC-850D-42E638D2411E}" type="presOf" srcId="{80D54730-03FD-401F-9DB6-17BB95BFE286}" destId="{EB0C9749-7A5E-4B31-B361-DC90B6B3B960}" srcOrd="0" destOrd="0" presId="urn:microsoft.com/office/officeart/2005/8/layout/hierarchy1"/>
    <dgm:cxn modelId="{09A5E738-5E79-407D-AB33-D95D4D91FC0B}" srcId="{723FAD67-C994-4252-A0A6-C5C161C5309D}" destId="{AD813F44-DCF9-48B2-942C-B77BDBE16DD2}" srcOrd="0" destOrd="0" parTransId="{1C027031-BDF0-4675-A636-3CEC4A5B26F1}" sibTransId="{DEB273CB-4E2D-4C0D-AEA0-A99B13D82CD2}"/>
    <dgm:cxn modelId="{626E1559-65C3-4F7C-8766-99C28EC700CC}" type="presOf" srcId="{168C85A8-EA89-48F9-B88A-D69A40255459}" destId="{087BBF12-6E73-4AC5-BE96-A2355F08C79A}" srcOrd="0" destOrd="0" presId="urn:microsoft.com/office/officeart/2005/8/layout/hierarchy1"/>
    <dgm:cxn modelId="{FDDEE0B3-95D4-4962-8DDD-EAB5B412BE87}" type="presOf" srcId="{AD813F44-DCF9-48B2-942C-B77BDBE16DD2}" destId="{AA7FD826-6B6E-4092-9331-9E3A1E3BEC87}" srcOrd="0" destOrd="0" presId="urn:microsoft.com/office/officeart/2005/8/layout/hierarchy1"/>
    <dgm:cxn modelId="{6C4AE0BE-C462-42DA-8017-3F6F4D4A66F6}" srcId="{723FAD67-C994-4252-A0A6-C5C161C5309D}" destId="{168C85A8-EA89-48F9-B88A-D69A40255459}" srcOrd="2" destOrd="0" parTransId="{E132CEAD-CD95-4A0B-B332-CEC3C656DCB6}" sibTransId="{0882373E-FA17-493B-B52B-03F95304A571}"/>
    <dgm:cxn modelId="{D4A98BDB-4427-44B9-8F3D-610621D52B88}" srcId="{723FAD67-C994-4252-A0A6-C5C161C5309D}" destId="{1F94C008-EDB4-445A-ABE6-2AA2FE57ACD4}" srcOrd="1" destOrd="0" parTransId="{6267F9D0-3F30-4EFB-B028-CD3A76D5D0AE}" sibTransId="{2A9D11D1-5DEE-413C-B07F-1D38F27535FA}"/>
    <dgm:cxn modelId="{69877358-52FC-46CD-ACDA-BA5E873682B8}" type="presParOf" srcId="{510EF90F-51DF-4F3D-A16A-E4411CD6C016}" destId="{81B80407-8FE1-4906-A624-58A00D21E10D}" srcOrd="0" destOrd="0" presId="urn:microsoft.com/office/officeart/2005/8/layout/hierarchy1"/>
    <dgm:cxn modelId="{3AD90E7A-B0F2-415A-B24C-9A5B2FB55C81}" type="presParOf" srcId="{81B80407-8FE1-4906-A624-58A00D21E10D}" destId="{078BC770-885F-4963-932D-0880E47554FE}" srcOrd="0" destOrd="0" presId="urn:microsoft.com/office/officeart/2005/8/layout/hierarchy1"/>
    <dgm:cxn modelId="{8B41ECE3-45D4-4315-BE41-D66C7BDC36D4}" type="presParOf" srcId="{078BC770-885F-4963-932D-0880E47554FE}" destId="{644334E1-76AB-44FC-979B-D6C8F2E5B7EA}" srcOrd="0" destOrd="0" presId="urn:microsoft.com/office/officeart/2005/8/layout/hierarchy1"/>
    <dgm:cxn modelId="{9100883E-9C72-4CBC-9E77-CF8D63051D50}" type="presParOf" srcId="{078BC770-885F-4963-932D-0880E47554FE}" destId="{AA7FD826-6B6E-4092-9331-9E3A1E3BEC87}" srcOrd="1" destOrd="0" presId="urn:microsoft.com/office/officeart/2005/8/layout/hierarchy1"/>
    <dgm:cxn modelId="{E599001E-8CA2-4A74-A9F9-949FE6903775}" type="presParOf" srcId="{81B80407-8FE1-4906-A624-58A00D21E10D}" destId="{6D14C815-D453-4BE7-8FDA-06619E0DB806}" srcOrd="1" destOrd="0" presId="urn:microsoft.com/office/officeart/2005/8/layout/hierarchy1"/>
    <dgm:cxn modelId="{CAC2DF5F-41E1-40BF-94B5-309C0423721A}" type="presParOf" srcId="{510EF90F-51DF-4F3D-A16A-E4411CD6C016}" destId="{92F45EC9-37B4-4A98-92CA-AB2D4F279A58}" srcOrd="1" destOrd="0" presId="urn:microsoft.com/office/officeart/2005/8/layout/hierarchy1"/>
    <dgm:cxn modelId="{254F7E07-9771-47A4-BE00-B9EF10D13D92}" type="presParOf" srcId="{92F45EC9-37B4-4A98-92CA-AB2D4F279A58}" destId="{4BD71CF5-185C-4D02-A78B-C2D654D4D7DF}" srcOrd="0" destOrd="0" presId="urn:microsoft.com/office/officeart/2005/8/layout/hierarchy1"/>
    <dgm:cxn modelId="{1315DF85-7B33-4BFA-A3C2-770BCDCC83E5}" type="presParOf" srcId="{4BD71CF5-185C-4D02-A78B-C2D654D4D7DF}" destId="{63772D2D-FF9E-4582-A0A7-CD0BC926C06F}" srcOrd="0" destOrd="0" presId="urn:microsoft.com/office/officeart/2005/8/layout/hierarchy1"/>
    <dgm:cxn modelId="{6912F89B-9C3E-4312-A293-192019838F4E}" type="presParOf" srcId="{4BD71CF5-185C-4D02-A78B-C2D654D4D7DF}" destId="{25AAD939-23D8-4B32-AD3F-B3E156EAFF2B}" srcOrd="1" destOrd="0" presId="urn:microsoft.com/office/officeart/2005/8/layout/hierarchy1"/>
    <dgm:cxn modelId="{3649A749-89B4-413B-8DC9-1CDC2D821B95}" type="presParOf" srcId="{92F45EC9-37B4-4A98-92CA-AB2D4F279A58}" destId="{EFB4E56C-2CFC-416F-8E52-6151B1CDA350}" srcOrd="1" destOrd="0" presId="urn:microsoft.com/office/officeart/2005/8/layout/hierarchy1"/>
    <dgm:cxn modelId="{5C190550-3AF6-46E1-B3DA-F5581832D748}" type="presParOf" srcId="{510EF90F-51DF-4F3D-A16A-E4411CD6C016}" destId="{1FA830FC-5084-40E2-8CE6-857122331E1E}" srcOrd="2" destOrd="0" presId="urn:microsoft.com/office/officeart/2005/8/layout/hierarchy1"/>
    <dgm:cxn modelId="{32F683D7-57C5-4A76-9274-B6DCBCABE9DD}" type="presParOf" srcId="{1FA830FC-5084-40E2-8CE6-857122331E1E}" destId="{FA52FB65-DFFD-4967-957A-5F6A2D85FCDF}" srcOrd="0" destOrd="0" presId="urn:microsoft.com/office/officeart/2005/8/layout/hierarchy1"/>
    <dgm:cxn modelId="{E2CA0E15-A11E-4609-BFC4-0EC655149EB2}" type="presParOf" srcId="{FA52FB65-DFFD-4967-957A-5F6A2D85FCDF}" destId="{07BF9DAC-BBB9-48CB-92D5-EA0629B9CC39}" srcOrd="0" destOrd="0" presId="urn:microsoft.com/office/officeart/2005/8/layout/hierarchy1"/>
    <dgm:cxn modelId="{45CC855F-78F5-4D20-8393-73580152D980}" type="presParOf" srcId="{FA52FB65-DFFD-4967-957A-5F6A2D85FCDF}" destId="{087BBF12-6E73-4AC5-BE96-A2355F08C79A}" srcOrd="1" destOrd="0" presId="urn:microsoft.com/office/officeart/2005/8/layout/hierarchy1"/>
    <dgm:cxn modelId="{2F039C42-384C-418E-B0DE-E749B2F47983}" type="presParOf" srcId="{1FA830FC-5084-40E2-8CE6-857122331E1E}" destId="{71812EE7-4301-41D7-90D7-DA3D33761222}" srcOrd="1" destOrd="0" presId="urn:microsoft.com/office/officeart/2005/8/layout/hierarchy1"/>
    <dgm:cxn modelId="{F89E83FA-2925-4063-9CC9-69AA06CF1BA5}" type="presParOf" srcId="{510EF90F-51DF-4F3D-A16A-E4411CD6C016}" destId="{3092EE00-C9E2-463E-AF22-EFD615B0900D}" srcOrd="3" destOrd="0" presId="urn:microsoft.com/office/officeart/2005/8/layout/hierarchy1"/>
    <dgm:cxn modelId="{9CB223C3-C656-45C4-BC52-75CDBB0CEA7A}" type="presParOf" srcId="{3092EE00-C9E2-463E-AF22-EFD615B0900D}" destId="{517BF283-9DC4-4ABC-B802-3C5E34183E2C}" srcOrd="0" destOrd="0" presId="urn:microsoft.com/office/officeart/2005/8/layout/hierarchy1"/>
    <dgm:cxn modelId="{F952F84D-8EE8-42CE-AECD-9124917C6CCA}" type="presParOf" srcId="{517BF283-9DC4-4ABC-B802-3C5E34183E2C}" destId="{44CF484F-B78C-4CED-9316-D6EF66CE9D3F}" srcOrd="0" destOrd="0" presId="urn:microsoft.com/office/officeart/2005/8/layout/hierarchy1"/>
    <dgm:cxn modelId="{AD411163-3AA5-41F7-805A-71421C8C38BD}" type="presParOf" srcId="{517BF283-9DC4-4ABC-B802-3C5E34183E2C}" destId="{EB0C9749-7A5E-4B31-B361-DC90B6B3B960}" srcOrd="1" destOrd="0" presId="urn:microsoft.com/office/officeart/2005/8/layout/hierarchy1"/>
    <dgm:cxn modelId="{AA971642-2127-4383-9DD8-6BA718A53E62}" type="presParOf" srcId="{3092EE00-C9E2-463E-AF22-EFD615B0900D}" destId="{09DAD9A7-CF38-404C-8444-DB6B342494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2554DDC-63B3-4B22-B63F-3EDC83F3C83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FF9FE39-5981-45A5-B57D-959342367B9B}">
      <dgm:prSet/>
      <dgm:spPr/>
      <dgm:t>
        <a:bodyPr/>
        <a:lstStyle/>
        <a:p>
          <a:r>
            <a:rPr lang="en-US"/>
            <a:t>Rendelések megjelenítése:</a:t>
          </a:r>
        </a:p>
      </dgm:t>
    </dgm:pt>
    <dgm:pt modelId="{F232AD83-0259-4E60-BBE3-0A28FA65DE9C}" type="parTrans" cxnId="{45C8F91A-85F0-4568-9CCB-76797511F4B2}">
      <dgm:prSet/>
      <dgm:spPr/>
      <dgm:t>
        <a:bodyPr/>
        <a:lstStyle/>
        <a:p>
          <a:endParaRPr lang="en-US"/>
        </a:p>
      </dgm:t>
    </dgm:pt>
    <dgm:pt modelId="{EDD5CE31-C3F8-47E7-A670-64CE389F973C}" type="sibTrans" cxnId="{45C8F91A-85F0-4568-9CCB-76797511F4B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93C0665-EF0A-45D0-9AE1-0E836F992DCE}">
      <dgm:prSet/>
      <dgm:spPr/>
      <dgm:t>
        <a:bodyPr/>
        <a:lstStyle/>
        <a:p>
          <a:r>
            <a:rPr lang="en-US"/>
            <a:t>Összes rendelés adatokkal (felhasználó, név, cím, összeg, státusz)</a:t>
          </a:r>
        </a:p>
      </dgm:t>
    </dgm:pt>
    <dgm:pt modelId="{EC04CC7C-23BA-475C-AA11-91311460077E}" type="parTrans" cxnId="{ABBC2BB7-82D1-48AF-92F1-ABAFA4215DB6}">
      <dgm:prSet/>
      <dgm:spPr/>
      <dgm:t>
        <a:bodyPr/>
        <a:lstStyle/>
        <a:p>
          <a:endParaRPr lang="en-US"/>
        </a:p>
      </dgm:t>
    </dgm:pt>
    <dgm:pt modelId="{3974C92A-E4C6-4966-A10B-43694696C5D0}" type="sibTrans" cxnId="{ABBC2BB7-82D1-48AF-92F1-ABAFA4215DB6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46ACB8D-46BF-45A4-8D86-2E3AEC7BA6DA}">
      <dgm:prSet/>
      <dgm:spPr/>
      <dgm:t>
        <a:bodyPr/>
        <a:lstStyle/>
        <a:p>
          <a:r>
            <a:rPr lang="en-US"/>
            <a:t>Fizetési azonosító</a:t>
          </a:r>
        </a:p>
      </dgm:t>
    </dgm:pt>
    <dgm:pt modelId="{3B2B19CF-7EA6-4600-9724-0BC9B9856595}" type="parTrans" cxnId="{15E7DD20-EF97-4CDB-B595-E23C1D9AE095}">
      <dgm:prSet/>
      <dgm:spPr/>
      <dgm:t>
        <a:bodyPr/>
        <a:lstStyle/>
        <a:p>
          <a:endParaRPr lang="en-US"/>
        </a:p>
      </dgm:t>
    </dgm:pt>
    <dgm:pt modelId="{EB01904C-0428-4B36-803E-4C5006526A2E}" type="sibTrans" cxnId="{15E7DD20-EF97-4CDB-B595-E23C1D9AE09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60AA4C3-3902-45DA-B9A1-183BAF6997F9}">
      <dgm:prSet/>
      <dgm:spPr/>
      <dgm:t>
        <a:bodyPr/>
        <a:lstStyle/>
        <a:p>
          <a:r>
            <a:rPr lang="en-US"/>
            <a:t>Részletek modal: tételek (méret, mennyiség, ár)</a:t>
          </a:r>
        </a:p>
      </dgm:t>
    </dgm:pt>
    <dgm:pt modelId="{8794032D-1726-43A7-A3BB-E6EC44A22878}" type="parTrans" cxnId="{5B66FEF3-A812-41C1-A9C1-6E6C6F52F283}">
      <dgm:prSet/>
      <dgm:spPr/>
      <dgm:t>
        <a:bodyPr/>
        <a:lstStyle/>
        <a:p>
          <a:endParaRPr lang="en-US"/>
        </a:p>
      </dgm:t>
    </dgm:pt>
    <dgm:pt modelId="{FCE4BF18-3559-4679-B1E2-176A395BF902}" type="sibTrans" cxnId="{5B66FEF3-A812-41C1-A9C1-6E6C6F52F283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AF27591-AB82-4B9B-A240-EE3096A34D8B}" type="pres">
      <dgm:prSet presAssocID="{62554DDC-63B3-4B22-B63F-3EDC83F3C832}" presName="Name0" presStyleCnt="0">
        <dgm:presLayoutVars>
          <dgm:animLvl val="lvl"/>
          <dgm:resizeHandles val="exact"/>
        </dgm:presLayoutVars>
      </dgm:prSet>
      <dgm:spPr/>
    </dgm:pt>
    <dgm:pt modelId="{01DB9CF0-14D5-4659-A32A-098904474B33}" type="pres">
      <dgm:prSet presAssocID="{CFF9FE39-5981-45A5-B57D-959342367B9B}" presName="compositeNode" presStyleCnt="0">
        <dgm:presLayoutVars>
          <dgm:bulletEnabled val="1"/>
        </dgm:presLayoutVars>
      </dgm:prSet>
      <dgm:spPr/>
    </dgm:pt>
    <dgm:pt modelId="{677C7B62-6831-4493-8006-42029B0A3D4D}" type="pres">
      <dgm:prSet presAssocID="{CFF9FE39-5981-45A5-B57D-959342367B9B}" presName="bgRect" presStyleLbl="alignNode1" presStyleIdx="0" presStyleCnt="4"/>
      <dgm:spPr/>
    </dgm:pt>
    <dgm:pt modelId="{7CA687BD-F795-455A-A25D-06AD28E78B03}" type="pres">
      <dgm:prSet presAssocID="{EDD5CE31-C3F8-47E7-A670-64CE389F973C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584C70E-74AE-441F-B9DB-A351CE355A41}" type="pres">
      <dgm:prSet presAssocID="{CFF9FE39-5981-45A5-B57D-959342367B9B}" presName="nodeRect" presStyleLbl="alignNode1" presStyleIdx="0" presStyleCnt="4">
        <dgm:presLayoutVars>
          <dgm:bulletEnabled val="1"/>
        </dgm:presLayoutVars>
      </dgm:prSet>
      <dgm:spPr/>
    </dgm:pt>
    <dgm:pt modelId="{6E61AB7C-345C-4B31-BCA0-F41E28F7C664}" type="pres">
      <dgm:prSet presAssocID="{EDD5CE31-C3F8-47E7-A670-64CE389F973C}" presName="sibTrans" presStyleCnt="0"/>
      <dgm:spPr/>
    </dgm:pt>
    <dgm:pt modelId="{06615751-0BC4-4440-B526-089711A85CBC}" type="pres">
      <dgm:prSet presAssocID="{293C0665-EF0A-45D0-9AE1-0E836F992DCE}" presName="compositeNode" presStyleCnt="0">
        <dgm:presLayoutVars>
          <dgm:bulletEnabled val="1"/>
        </dgm:presLayoutVars>
      </dgm:prSet>
      <dgm:spPr/>
    </dgm:pt>
    <dgm:pt modelId="{65AD6FC8-0353-4089-9DEC-A11DACEA690F}" type="pres">
      <dgm:prSet presAssocID="{293C0665-EF0A-45D0-9AE1-0E836F992DCE}" presName="bgRect" presStyleLbl="alignNode1" presStyleIdx="1" presStyleCnt="4"/>
      <dgm:spPr/>
    </dgm:pt>
    <dgm:pt modelId="{75D146FF-F206-4567-AB18-9F25188AA1E6}" type="pres">
      <dgm:prSet presAssocID="{3974C92A-E4C6-4966-A10B-43694696C5D0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F57DCF5-8B1D-42B0-8064-9EEF8C7B21BD}" type="pres">
      <dgm:prSet presAssocID="{293C0665-EF0A-45D0-9AE1-0E836F992DCE}" presName="nodeRect" presStyleLbl="alignNode1" presStyleIdx="1" presStyleCnt="4">
        <dgm:presLayoutVars>
          <dgm:bulletEnabled val="1"/>
        </dgm:presLayoutVars>
      </dgm:prSet>
      <dgm:spPr/>
    </dgm:pt>
    <dgm:pt modelId="{599D59CB-DFF5-41BE-B75E-504ABE39E3E6}" type="pres">
      <dgm:prSet presAssocID="{3974C92A-E4C6-4966-A10B-43694696C5D0}" presName="sibTrans" presStyleCnt="0"/>
      <dgm:spPr/>
    </dgm:pt>
    <dgm:pt modelId="{C3E72382-1151-4C72-829F-63103425E299}" type="pres">
      <dgm:prSet presAssocID="{946ACB8D-46BF-45A4-8D86-2E3AEC7BA6DA}" presName="compositeNode" presStyleCnt="0">
        <dgm:presLayoutVars>
          <dgm:bulletEnabled val="1"/>
        </dgm:presLayoutVars>
      </dgm:prSet>
      <dgm:spPr/>
    </dgm:pt>
    <dgm:pt modelId="{CFD4885A-DAD8-48D2-B61D-2D5FC5C1DBE9}" type="pres">
      <dgm:prSet presAssocID="{946ACB8D-46BF-45A4-8D86-2E3AEC7BA6DA}" presName="bgRect" presStyleLbl="alignNode1" presStyleIdx="2" presStyleCnt="4"/>
      <dgm:spPr/>
    </dgm:pt>
    <dgm:pt modelId="{441A6767-19AE-4C36-9168-B4631522DC65}" type="pres">
      <dgm:prSet presAssocID="{EB01904C-0428-4B36-803E-4C5006526A2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A8255EAE-20A8-4915-A073-77DB1B240800}" type="pres">
      <dgm:prSet presAssocID="{946ACB8D-46BF-45A4-8D86-2E3AEC7BA6DA}" presName="nodeRect" presStyleLbl="alignNode1" presStyleIdx="2" presStyleCnt="4">
        <dgm:presLayoutVars>
          <dgm:bulletEnabled val="1"/>
        </dgm:presLayoutVars>
      </dgm:prSet>
      <dgm:spPr/>
    </dgm:pt>
    <dgm:pt modelId="{6AC6A01F-33FC-4A45-B1C6-FCE637414251}" type="pres">
      <dgm:prSet presAssocID="{EB01904C-0428-4B36-803E-4C5006526A2E}" presName="sibTrans" presStyleCnt="0"/>
      <dgm:spPr/>
    </dgm:pt>
    <dgm:pt modelId="{6B910EBE-18BA-4C9A-871F-859C780235F6}" type="pres">
      <dgm:prSet presAssocID="{860AA4C3-3902-45DA-B9A1-183BAF6997F9}" presName="compositeNode" presStyleCnt="0">
        <dgm:presLayoutVars>
          <dgm:bulletEnabled val="1"/>
        </dgm:presLayoutVars>
      </dgm:prSet>
      <dgm:spPr/>
    </dgm:pt>
    <dgm:pt modelId="{09698B22-9BDC-49B9-B732-068F1CA5327B}" type="pres">
      <dgm:prSet presAssocID="{860AA4C3-3902-45DA-B9A1-183BAF6997F9}" presName="bgRect" presStyleLbl="alignNode1" presStyleIdx="3" presStyleCnt="4"/>
      <dgm:spPr/>
    </dgm:pt>
    <dgm:pt modelId="{B567E7AE-D97E-462C-A50F-11B56F1BF3C5}" type="pres">
      <dgm:prSet presAssocID="{FCE4BF18-3559-4679-B1E2-176A395BF90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C9F7EA82-8A4A-4F65-BA0D-260CF8D977B8}" type="pres">
      <dgm:prSet presAssocID="{860AA4C3-3902-45DA-B9A1-183BAF6997F9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EE827B05-0C1C-4AC2-982C-AD6D74446502}" type="presOf" srcId="{CFF9FE39-5981-45A5-B57D-959342367B9B}" destId="{677C7B62-6831-4493-8006-42029B0A3D4D}" srcOrd="0" destOrd="0" presId="urn:microsoft.com/office/officeart/2016/7/layout/LinearBlockProcessNumbered"/>
    <dgm:cxn modelId="{5EA9D207-0B97-4601-AF7E-C6CC12116A47}" type="presOf" srcId="{EB01904C-0428-4B36-803E-4C5006526A2E}" destId="{441A6767-19AE-4C36-9168-B4631522DC65}" srcOrd="0" destOrd="0" presId="urn:microsoft.com/office/officeart/2016/7/layout/LinearBlockProcessNumbered"/>
    <dgm:cxn modelId="{45C8F91A-85F0-4568-9CCB-76797511F4B2}" srcId="{62554DDC-63B3-4B22-B63F-3EDC83F3C832}" destId="{CFF9FE39-5981-45A5-B57D-959342367B9B}" srcOrd="0" destOrd="0" parTransId="{F232AD83-0259-4E60-BBE3-0A28FA65DE9C}" sibTransId="{EDD5CE31-C3F8-47E7-A670-64CE389F973C}"/>
    <dgm:cxn modelId="{9170C720-F9EA-4EBC-9996-F0333F3C2D6A}" type="presOf" srcId="{293C0665-EF0A-45D0-9AE1-0E836F992DCE}" destId="{EF57DCF5-8B1D-42B0-8064-9EEF8C7B21BD}" srcOrd="1" destOrd="0" presId="urn:microsoft.com/office/officeart/2016/7/layout/LinearBlockProcessNumbered"/>
    <dgm:cxn modelId="{15E7DD20-EF97-4CDB-B595-E23C1D9AE095}" srcId="{62554DDC-63B3-4B22-B63F-3EDC83F3C832}" destId="{946ACB8D-46BF-45A4-8D86-2E3AEC7BA6DA}" srcOrd="2" destOrd="0" parTransId="{3B2B19CF-7EA6-4600-9724-0BC9B9856595}" sibTransId="{EB01904C-0428-4B36-803E-4C5006526A2E}"/>
    <dgm:cxn modelId="{CE47833B-EA27-46FD-AA42-B0D44AA82424}" type="presOf" srcId="{3974C92A-E4C6-4966-A10B-43694696C5D0}" destId="{75D146FF-F206-4567-AB18-9F25188AA1E6}" srcOrd="0" destOrd="0" presId="urn:microsoft.com/office/officeart/2016/7/layout/LinearBlockProcessNumbered"/>
    <dgm:cxn modelId="{DAE49241-90BB-4D0F-8B8B-441032D381F5}" type="presOf" srcId="{946ACB8D-46BF-45A4-8D86-2E3AEC7BA6DA}" destId="{CFD4885A-DAD8-48D2-B61D-2D5FC5C1DBE9}" srcOrd="0" destOrd="0" presId="urn:microsoft.com/office/officeart/2016/7/layout/LinearBlockProcessNumbered"/>
    <dgm:cxn modelId="{6D54BD62-0F4E-43BB-8CCC-D141138A344E}" type="presOf" srcId="{EDD5CE31-C3F8-47E7-A670-64CE389F973C}" destId="{7CA687BD-F795-455A-A25D-06AD28E78B03}" srcOrd="0" destOrd="0" presId="urn:microsoft.com/office/officeart/2016/7/layout/LinearBlockProcessNumbered"/>
    <dgm:cxn modelId="{110DF782-1511-4698-8809-448BD0C3E0AD}" type="presOf" srcId="{946ACB8D-46BF-45A4-8D86-2E3AEC7BA6DA}" destId="{A8255EAE-20A8-4915-A073-77DB1B240800}" srcOrd="1" destOrd="0" presId="urn:microsoft.com/office/officeart/2016/7/layout/LinearBlockProcessNumbered"/>
    <dgm:cxn modelId="{F2EE668B-4E1F-4BC9-AD0C-6E7D3EFC9C60}" type="presOf" srcId="{FCE4BF18-3559-4679-B1E2-176A395BF902}" destId="{B567E7AE-D97E-462C-A50F-11B56F1BF3C5}" srcOrd="0" destOrd="0" presId="urn:microsoft.com/office/officeart/2016/7/layout/LinearBlockProcessNumbered"/>
    <dgm:cxn modelId="{4F5C1A94-B1BC-49D5-9BF4-54C84A772719}" type="presOf" srcId="{860AA4C3-3902-45DA-B9A1-183BAF6997F9}" destId="{C9F7EA82-8A4A-4F65-BA0D-260CF8D977B8}" srcOrd="1" destOrd="0" presId="urn:microsoft.com/office/officeart/2016/7/layout/LinearBlockProcessNumbered"/>
    <dgm:cxn modelId="{49227FB0-6888-451A-9AE4-5CDE0CD9157C}" type="presOf" srcId="{CFF9FE39-5981-45A5-B57D-959342367B9B}" destId="{7584C70E-74AE-441F-B9DB-A351CE355A41}" srcOrd="1" destOrd="0" presId="urn:microsoft.com/office/officeart/2016/7/layout/LinearBlockProcessNumbered"/>
    <dgm:cxn modelId="{ABBC2BB7-82D1-48AF-92F1-ABAFA4215DB6}" srcId="{62554DDC-63B3-4B22-B63F-3EDC83F3C832}" destId="{293C0665-EF0A-45D0-9AE1-0E836F992DCE}" srcOrd="1" destOrd="0" parTransId="{EC04CC7C-23BA-475C-AA11-91311460077E}" sibTransId="{3974C92A-E4C6-4966-A10B-43694696C5D0}"/>
    <dgm:cxn modelId="{9D0F4CE4-DF4E-46BB-BE34-6AB3A3E2DE12}" type="presOf" srcId="{293C0665-EF0A-45D0-9AE1-0E836F992DCE}" destId="{65AD6FC8-0353-4089-9DEC-A11DACEA690F}" srcOrd="0" destOrd="0" presId="urn:microsoft.com/office/officeart/2016/7/layout/LinearBlockProcessNumbered"/>
    <dgm:cxn modelId="{B42EBAE5-99D1-40A4-A2C8-3A968F23C276}" type="presOf" srcId="{860AA4C3-3902-45DA-B9A1-183BAF6997F9}" destId="{09698B22-9BDC-49B9-B732-068F1CA5327B}" srcOrd="0" destOrd="0" presId="urn:microsoft.com/office/officeart/2016/7/layout/LinearBlockProcessNumbered"/>
    <dgm:cxn modelId="{5B66FEF3-A812-41C1-A9C1-6E6C6F52F283}" srcId="{62554DDC-63B3-4B22-B63F-3EDC83F3C832}" destId="{860AA4C3-3902-45DA-B9A1-183BAF6997F9}" srcOrd="3" destOrd="0" parTransId="{8794032D-1726-43A7-A3BB-E6EC44A22878}" sibTransId="{FCE4BF18-3559-4679-B1E2-176A395BF902}"/>
    <dgm:cxn modelId="{E75183FD-99D5-43DD-A27E-055D2B7D8751}" type="presOf" srcId="{62554DDC-63B3-4B22-B63F-3EDC83F3C832}" destId="{FAF27591-AB82-4B9B-A240-EE3096A34D8B}" srcOrd="0" destOrd="0" presId="urn:microsoft.com/office/officeart/2016/7/layout/LinearBlockProcessNumbered"/>
    <dgm:cxn modelId="{A16943EF-84B9-4093-BC0F-9BE33AD50964}" type="presParOf" srcId="{FAF27591-AB82-4B9B-A240-EE3096A34D8B}" destId="{01DB9CF0-14D5-4659-A32A-098904474B33}" srcOrd="0" destOrd="0" presId="urn:microsoft.com/office/officeart/2016/7/layout/LinearBlockProcessNumbered"/>
    <dgm:cxn modelId="{34D2D90C-4FAD-4727-A607-BBE09D54FB10}" type="presParOf" srcId="{01DB9CF0-14D5-4659-A32A-098904474B33}" destId="{677C7B62-6831-4493-8006-42029B0A3D4D}" srcOrd="0" destOrd="0" presId="urn:microsoft.com/office/officeart/2016/7/layout/LinearBlockProcessNumbered"/>
    <dgm:cxn modelId="{26C277E1-0BC3-40E4-A153-DC44079C7F5F}" type="presParOf" srcId="{01DB9CF0-14D5-4659-A32A-098904474B33}" destId="{7CA687BD-F795-455A-A25D-06AD28E78B03}" srcOrd="1" destOrd="0" presId="urn:microsoft.com/office/officeart/2016/7/layout/LinearBlockProcessNumbered"/>
    <dgm:cxn modelId="{D2EC92BE-95BD-4089-A3A6-03E9A7EE2114}" type="presParOf" srcId="{01DB9CF0-14D5-4659-A32A-098904474B33}" destId="{7584C70E-74AE-441F-B9DB-A351CE355A41}" srcOrd="2" destOrd="0" presId="urn:microsoft.com/office/officeart/2016/7/layout/LinearBlockProcessNumbered"/>
    <dgm:cxn modelId="{2C4846E2-8F5E-44D8-B40B-1F8659AFD894}" type="presParOf" srcId="{FAF27591-AB82-4B9B-A240-EE3096A34D8B}" destId="{6E61AB7C-345C-4B31-BCA0-F41E28F7C664}" srcOrd="1" destOrd="0" presId="urn:microsoft.com/office/officeart/2016/7/layout/LinearBlockProcessNumbered"/>
    <dgm:cxn modelId="{1AE4003E-ED90-4158-8871-735258E0DF46}" type="presParOf" srcId="{FAF27591-AB82-4B9B-A240-EE3096A34D8B}" destId="{06615751-0BC4-4440-B526-089711A85CBC}" srcOrd="2" destOrd="0" presId="urn:microsoft.com/office/officeart/2016/7/layout/LinearBlockProcessNumbered"/>
    <dgm:cxn modelId="{811FA9C4-6646-42F2-9620-0F0A429B6DD6}" type="presParOf" srcId="{06615751-0BC4-4440-B526-089711A85CBC}" destId="{65AD6FC8-0353-4089-9DEC-A11DACEA690F}" srcOrd="0" destOrd="0" presId="urn:microsoft.com/office/officeart/2016/7/layout/LinearBlockProcessNumbered"/>
    <dgm:cxn modelId="{4E9568B8-FBD9-408D-9A77-384B6E7CE536}" type="presParOf" srcId="{06615751-0BC4-4440-B526-089711A85CBC}" destId="{75D146FF-F206-4567-AB18-9F25188AA1E6}" srcOrd="1" destOrd="0" presId="urn:microsoft.com/office/officeart/2016/7/layout/LinearBlockProcessNumbered"/>
    <dgm:cxn modelId="{97454568-CD77-494A-98F2-CDD269D7F37C}" type="presParOf" srcId="{06615751-0BC4-4440-B526-089711A85CBC}" destId="{EF57DCF5-8B1D-42B0-8064-9EEF8C7B21BD}" srcOrd="2" destOrd="0" presId="urn:microsoft.com/office/officeart/2016/7/layout/LinearBlockProcessNumbered"/>
    <dgm:cxn modelId="{C51C504A-850A-4279-8418-8EBAF26ADAA3}" type="presParOf" srcId="{FAF27591-AB82-4B9B-A240-EE3096A34D8B}" destId="{599D59CB-DFF5-41BE-B75E-504ABE39E3E6}" srcOrd="3" destOrd="0" presId="urn:microsoft.com/office/officeart/2016/7/layout/LinearBlockProcessNumbered"/>
    <dgm:cxn modelId="{E237B744-CDFD-4AF1-9D90-1C771217CC0F}" type="presParOf" srcId="{FAF27591-AB82-4B9B-A240-EE3096A34D8B}" destId="{C3E72382-1151-4C72-829F-63103425E299}" srcOrd="4" destOrd="0" presId="urn:microsoft.com/office/officeart/2016/7/layout/LinearBlockProcessNumbered"/>
    <dgm:cxn modelId="{022F406F-8F93-4360-8145-C00CDC51326C}" type="presParOf" srcId="{C3E72382-1151-4C72-829F-63103425E299}" destId="{CFD4885A-DAD8-48D2-B61D-2D5FC5C1DBE9}" srcOrd="0" destOrd="0" presId="urn:microsoft.com/office/officeart/2016/7/layout/LinearBlockProcessNumbered"/>
    <dgm:cxn modelId="{E0F4B037-376A-4782-9F15-396A11779893}" type="presParOf" srcId="{C3E72382-1151-4C72-829F-63103425E299}" destId="{441A6767-19AE-4C36-9168-B4631522DC65}" srcOrd="1" destOrd="0" presId="urn:microsoft.com/office/officeart/2016/7/layout/LinearBlockProcessNumbered"/>
    <dgm:cxn modelId="{74DB8B13-C526-40CE-BF72-AF822A34E895}" type="presParOf" srcId="{C3E72382-1151-4C72-829F-63103425E299}" destId="{A8255EAE-20A8-4915-A073-77DB1B240800}" srcOrd="2" destOrd="0" presId="urn:microsoft.com/office/officeart/2016/7/layout/LinearBlockProcessNumbered"/>
    <dgm:cxn modelId="{52C8F862-0D5F-4E41-B908-1FE04309D1BC}" type="presParOf" srcId="{FAF27591-AB82-4B9B-A240-EE3096A34D8B}" destId="{6AC6A01F-33FC-4A45-B1C6-FCE637414251}" srcOrd="5" destOrd="0" presId="urn:microsoft.com/office/officeart/2016/7/layout/LinearBlockProcessNumbered"/>
    <dgm:cxn modelId="{FEC4220A-C4FE-45AD-BA8A-2BF5B8C234FA}" type="presParOf" srcId="{FAF27591-AB82-4B9B-A240-EE3096A34D8B}" destId="{6B910EBE-18BA-4C9A-871F-859C780235F6}" srcOrd="6" destOrd="0" presId="urn:microsoft.com/office/officeart/2016/7/layout/LinearBlockProcessNumbered"/>
    <dgm:cxn modelId="{EF205549-A3C4-4E25-9D4F-079D7D07F336}" type="presParOf" srcId="{6B910EBE-18BA-4C9A-871F-859C780235F6}" destId="{09698B22-9BDC-49B9-B732-068F1CA5327B}" srcOrd="0" destOrd="0" presId="urn:microsoft.com/office/officeart/2016/7/layout/LinearBlockProcessNumbered"/>
    <dgm:cxn modelId="{7979032A-6F0A-4E12-ACC9-B61B331F7DE9}" type="presParOf" srcId="{6B910EBE-18BA-4C9A-871F-859C780235F6}" destId="{B567E7AE-D97E-462C-A50F-11B56F1BF3C5}" srcOrd="1" destOrd="0" presId="urn:microsoft.com/office/officeart/2016/7/layout/LinearBlockProcessNumbered"/>
    <dgm:cxn modelId="{B68E712F-8FE1-47F7-8170-7B665F42516A}" type="presParOf" srcId="{6B910EBE-18BA-4C9A-871F-859C780235F6}" destId="{C9F7EA82-8A4A-4F65-BA0D-260CF8D977B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BAC66B4-6804-4C84-BD7B-66321C46505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61000C-93B9-40F3-81D8-02A9010EFCE8}">
      <dgm:prSet/>
      <dgm:spPr/>
      <dgm:t>
        <a:bodyPr/>
        <a:lstStyle/>
        <a:p>
          <a:r>
            <a:rPr lang="en-US"/>
            <a:t>Mobil nézet:</a:t>
          </a:r>
        </a:p>
      </dgm:t>
    </dgm:pt>
    <dgm:pt modelId="{E5D40B28-1AAF-4E01-BB5F-FAEE7531C9E1}" type="parTrans" cxnId="{7794649F-B363-4E40-90BE-19D3340C7CFB}">
      <dgm:prSet/>
      <dgm:spPr/>
      <dgm:t>
        <a:bodyPr/>
        <a:lstStyle/>
        <a:p>
          <a:endParaRPr lang="en-US"/>
        </a:p>
      </dgm:t>
    </dgm:pt>
    <dgm:pt modelId="{7E99D629-2E7F-4B57-A862-03CE9629E215}" type="sibTrans" cxnId="{7794649F-B363-4E40-90BE-19D3340C7CFB}">
      <dgm:prSet/>
      <dgm:spPr/>
      <dgm:t>
        <a:bodyPr/>
        <a:lstStyle/>
        <a:p>
          <a:endParaRPr lang="en-US"/>
        </a:p>
      </dgm:t>
    </dgm:pt>
    <dgm:pt modelId="{088834B8-B0C0-4634-A805-0CDADCF18E68}">
      <dgm:prSet/>
      <dgm:spPr/>
      <dgm:t>
        <a:bodyPr/>
        <a:lstStyle/>
        <a:p>
          <a:r>
            <a:rPr lang="en-US"/>
            <a:t>Kereső a navigáció alatt</a:t>
          </a:r>
        </a:p>
      </dgm:t>
    </dgm:pt>
    <dgm:pt modelId="{09074E8A-90DB-4F26-91F6-21105633D26F}" type="parTrans" cxnId="{67C91AF4-C07A-4EA3-9EB3-C95BFCC73939}">
      <dgm:prSet/>
      <dgm:spPr/>
      <dgm:t>
        <a:bodyPr/>
        <a:lstStyle/>
        <a:p>
          <a:endParaRPr lang="en-US"/>
        </a:p>
      </dgm:t>
    </dgm:pt>
    <dgm:pt modelId="{A85B849E-E574-4D40-B76F-9F26B33F0CFC}" type="sibTrans" cxnId="{67C91AF4-C07A-4EA3-9EB3-C95BFCC73939}">
      <dgm:prSet/>
      <dgm:spPr/>
      <dgm:t>
        <a:bodyPr/>
        <a:lstStyle/>
        <a:p>
          <a:endParaRPr lang="en-US"/>
        </a:p>
      </dgm:t>
    </dgm:pt>
    <dgm:pt modelId="{ABAC26E6-AD5A-41A8-9620-CB996570DF68}">
      <dgm:prSet/>
      <dgm:spPr/>
      <dgm:t>
        <a:bodyPr/>
        <a:lstStyle/>
        <a:p>
          <a:r>
            <a:rPr lang="en-US"/>
            <a:t>Hamburger menü</a:t>
          </a:r>
        </a:p>
      </dgm:t>
    </dgm:pt>
    <dgm:pt modelId="{1E1AC56A-5D63-48D3-86D1-B64536CFF3FC}" type="parTrans" cxnId="{376C4472-6DC9-411A-90CE-3956430A1180}">
      <dgm:prSet/>
      <dgm:spPr/>
      <dgm:t>
        <a:bodyPr/>
        <a:lstStyle/>
        <a:p>
          <a:endParaRPr lang="en-US"/>
        </a:p>
      </dgm:t>
    </dgm:pt>
    <dgm:pt modelId="{B1ACF194-DB6A-48A6-B9A3-73334588D2B6}" type="sibTrans" cxnId="{376C4472-6DC9-411A-90CE-3956430A1180}">
      <dgm:prSet/>
      <dgm:spPr/>
      <dgm:t>
        <a:bodyPr/>
        <a:lstStyle/>
        <a:p>
          <a:endParaRPr lang="en-US"/>
        </a:p>
      </dgm:t>
    </dgm:pt>
    <dgm:pt modelId="{175AC600-E7D5-485D-A3EF-AA5D9973F434}">
      <dgm:prSet/>
      <dgm:spPr/>
      <dgm:t>
        <a:bodyPr/>
        <a:lstStyle/>
        <a:p>
          <a:r>
            <a:rPr lang="en-US"/>
            <a:t>Kártyák egymás alatt</a:t>
          </a:r>
        </a:p>
      </dgm:t>
    </dgm:pt>
    <dgm:pt modelId="{49948223-3328-4576-810F-FD5A8F3E509A}" type="parTrans" cxnId="{B11AF27E-9413-4360-AF89-ED838BBFABE0}">
      <dgm:prSet/>
      <dgm:spPr/>
      <dgm:t>
        <a:bodyPr/>
        <a:lstStyle/>
        <a:p>
          <a:endParaRPr lang="en-US"/>
        </a:p>
      </dgm:t>
    </dgm:pt>
    <dgm:pt modelId="{55BCFC2D-EB71-41F8-AEAE-CBEB64413B32}" type="sibTrans" cxnId="{B11AF27E-9413-4360-AF89-ED838BBFABE0}">
      <dgm:prSet/>
      <dgm:spPr/>
      <dgm:t>
        <a:bodyPr/>
        <a:lstStyle/>
        <a:p>
          <a:endParaRPr lang="en-US"/>
        </a:p>
      </dgm:t>
    </dgm:pt>
    <dgm:pt modelId="{A14CD82B-5460-45F3-A079-BA970C15EF5C}">
      <dgm:prSet/>
      <dgm:spPr/>
      <dgm:t>
        <a:bodyPr/>
        <a:lstStyle/>
        <a:p>
          <a:r>
            <a:rPr lang="en-US"/>
            <a:t>Táblázatok görgethetővé válnak</a:t>
          </a:r>
        </a:p>
      </dgm:t>
    </dgm:pt>
    <dgm:pt modelId="{28C2CDAF-1F23-4B42-8F19-EDB905C921DE}" type="parTrans" cxnId="{DB959FE0-8BE1-44FA-BD19-017044E02EF6}">
      <dgm:prSet/>
      <dgm:spPr/>
      <dgm:t>
        <a:bodyPr/>
        <a:lstStyle/>
        <a:p>
          <a:endParaRPr lang="en-US"/>
        </a:p>
      </dgm:t>
    </dgm:pt>
    <dgm:pt modelId="{618AB36C-D85E-42C7-BE35-FA4405BF9E3C}" type="sibTrans" cxnId="{DB959FE0-8BE1-44FA-BD19-017044E02EF6}">
      <dgm:prSet/>
      <dgm:spPr/>
      <dgm:t>
        <a:bodyPr/>
        <a:lstStyle/>
        <a:p>
          <a:endParaRPr lang="en-US"/>
        </a:p>
      </dgm:t>
    </dgm:pt>
    <dgm:pt modelId="{6EABBDF5-4D5F-43D9-8634-AF0860E31082}" type="pres">
      <dgm:prSet presAssocID="{3BAC66B4-6804-4C84-BD7B-66321C46505B}" presName="vert0" presStyleCnt="0">
        <dgm:presLayoutVars>
          <dgm:dir/>
          <dgm:animOne val="branch"/>
          <dgm:animLvl val="lvl"/>
        </dgm:presLayoutVars>
      </dgm:prSet>
      <dgm:spPr/>
    </dgm:pt>
    <dgm:pt modelId="{D4BE866B-D98C-4C62-BE19-9EE1D3C13022}" type="pres">
      <dgm:prSet presAssocID="{B161000C-93B9-40F3-81D8-02A9010EFCE8}" presName="thickLine" presStyleLbl="alignNode1" presStyleIdx="0" presStyleCnt="5"/>
      <dgm:spPr/>
    </dgm:pt>
    <dgm:pt modelId="{4FE60BF5-B254-459B-B12C-BB03A7605205}" type="pres">
      <dgm:prSet presAssocID="{B161000C-93B9-40F3-81D8-02A9010EFCE8}" presName="horz1" presStyleCnt="0"/>
      <dgm:spPr/>
    </dgm:pt>
    <dgm:pt modelId="{67740E72-E47C-4CE6-9AFC-B6C9ECC4B556}" type="pres">
      <dgm:prSet presAssocID="{B161000C-93B9-40F3-81D8-02A9010EFCE8}" presName="tx1" presStyleLbl="revTx" presStyleIdx="0" presStyleCnt="5"/>
      <dgm:spPr/>
    </dgm:pt>
    <dgm:pt modelId="{3E297349-D7A5-4A1E-8D51-FA3BE21A3E0F}" type="pres">
      <dgm:prSet presAssocID="{B161000C-93B9-40F3-81D8-02A9010EFCE8}" presName="vert1" presStyleCnt="0"/>
      <dgm:spPr/>
    </dgm:pt>
    <dgm:pt modelId="{A12DEF7A-EE6C-454E-87BF-FE7E9A42767F}" type="pres">
      <dgm:prSet presAssocID="{088834B8-B0C0-4634-A805-0CDADCF18E68}" presName="thickLine" presStyleLbl="alignNode1" presStyleIdx="1" presStyleCnt="5"/>
      <dgm:spPr/>
    </dgm:pt>
    <dgm:pt modelId="{C4712F39-85D3-4EC5-AB3A-2CC6EAC83C8D}" type="pres">
      <dgm:prSet presAssocID="{088834B8-B0C0-4634-A805-0CDADCF18E68}" presName="horz1" presStyleCnt="0"/>
      <dgm:spPr/>
    </dgm:pt>
    <dgm:pt modelId="{9CE16ACC-F15A-4A47-94BD-1AA63934690A}" type="pres">
      <dgm:prSet presAssocID="{088834B8-B0C0-4634-A805-0CDADCF18E68}" presName="tx1" presStyleLbl="revTx" presStyleIdx="1" presStyleCnt="5"/>
      <dgm:spPr/>
    </dgm:pt>
    <dgm:pt modelId="{25CBE1C1-435C-4FEB-B9B9-3FCB3F1AE7B4}" type="pres">
      <dgm:prSet presAssocID="{088834B8-B0C0-4634-A805-0CDADCF18E68}" presName="vert1" presStyleCnt="0"/>
      <dgm:spPr/>
    </dgm:pt>
    <dgm:pt modelId="{4722230B-579B-4F30-9CFC-BB22F61483BD}" type="pres">
      <dgm:prSet presAssocID="{ABAC26E6-AD5A-41A8-9620-CB996570DF68}" presName="thickLine" presStyleLbl="alignNode1" presStyleIdx="2" presStyleCnt="5"/>
      <dgm:spPr/>
    </dgm:pt>
    <dgm:pt modelId="{6B6FF370-4714-4629-B1E0-236C3B07E89A}" type="pres">
      <dgm:prSet presAssocID="{ABAC26E6-AD5A-41A8-9620-CB996570DF68}" presName="horz1" presStyleCnt="0"/>
      <dgm:spPr/>
    </dgm:pt>
    <dgm:pt modelId="{C97F5800-A3DF-47D5-AF5A-F9201848AD18}" type="pres">
      <dgm:prSet presAssocID="{ABAC26E6-AD5A-41A8-9620-CB996570DF68}" presName="tx1" presStyleLbl="revTx" presStyleIdx="2" presStyleCnt="5"/>
      <dgm:spPr/>
    </dgm:pt>
    <dgm:pt modelId="{3B479AEC-4D00-4AC2-B472-99F9D0600E23}" type="pres">
      <dgm:prSet presAssocID="{ABAC26E6-AD5A-41A8-9620-CB996570DF68}" presName="vert1" presStyleCnt="0"/>
      <dgm:spPr/>
    </dgm:pt>
    <dgm:pt modelId="{CFEA315C-679A-433D-B7FB-20881C14F008}" type="pres">
      <dgm:prSet presAssocID="{175AC600-E7D5-485D-A3EF-AA5D9973F434}" presName="thickLine" presStyleLbl="alignNode1" presStyleIdx="3" presStyleCnt="5"/>
      <dgm:spPr/>
    </dgm:pt>
    <dgm:pt modelId="{6826A817-F5C0-4FEB-B3A3-8966322FBC82}" type="pres">
      <dgm:prSet presAssocID="{175AC600-E7D5-485D-A3EF-AA5D9973F434}" presName="horz1" presStyleCnt="0"/>
      <dgm:spPr/>
    </dgm:pt>
    <dgm:pt modelId="{CC0039AC-9752-4AAB-98EF-A4889C84AFF2}" type="pres">
      <dgm:prSet presAssocID="{175AC600-E7D5-485D-A3EF-AA5D9973F434}" presName="tx1" presStyleLbl="revTx" presStyleIdx="3" presStyleCnt="5"/>
      <dgm:spPr/>
    </dgm:pt>
    <dgm:pt modelId="{86C17714-AFF7-45C9-8569-BF5A9BAC449C}" type="pres">
      <dgm:prSet presAssocID="{175AC600-E7D5-485D-A3EF-AA5D9973F434}" presName="vert1" presStyleCnt="0"/>
      <dgm:spPr/>
    </dgm:pt>
    <dgm:pt modelId="{DF6D9D1E-856B-4D06-AB0A-E4DF6561617F}" type="pres">
      <dgm:prSet presAssocID="{A14CD82B-5460-45F3-A079-BA970C15EF5C}" presName="thickLine" presStyleLbl="alignNode1" presStyleIdx="4" presStyleCnt="5"/>
      <dgm:spPr/>
    </dgm:pt>
    <dgm:pt modelId="{A2E27870-237B-4998-A4EF-33443F4E8426}" type="pres">
      <dgm:prSet presAssocID="{A14CD82B-5460-45F3-A079-BA970C15EF5C}" presName="horz1" presStyleCnt="0"/>
      <dgm:spPr/>
    </dgm:pt>
    <dgm:pt modelId="{64574134-0C91-447F-97BC-DB0F969B7E6E}" type="pres">
      <dgm:prSet presAssocID="{A14CD82B-5460-45F3-A079-BA970C15EF5C}" presName="tx1" presStyleLbl="revTx" presStyleIdx="4" presStyleCnt="5"/>
      <dgm:spPr/>
    </dgm:pt>
    <dgm:pt modelId="{9608BD9D-8A0B-4D59-BB52-5629208837CF}" type="pres">
      <dgm:prSet presAssocID="{A14CD82B-5460-45F3-A079-BA970C15EF5C}" presName="vert1" presStyleCnt="0"/>
      <dgm:spPr/>
    </dgm:pt>
  </dgm:ptLst>
  <dgm:cxnLst>
    <dgm:cxn modelId="{FF08FD0E-963D-44BB-8ACC-2AFF828C7FEC}" type="presOf" srcId="{B161000C-93B9-40F3-81D8-02A9010EFCE8}" destId="{67740E72-E47C-4CE6-9AFC-B6C9ECC4B556}" srcOrd="0" destOrd="0" presId="urn:microsoft.com/office/officeart/2008/layout/LinedList"/>
    <dgm:cxn modelId="{4AA78414-B618-46B2-A926-21FD68AEA64C}" type="presOf" srcId="{ABAC26E6-AD5A-41A8-9620-CB996570DF68}" destId="{C97F5800-A3DF-47D5-AF5A-F9201848AD18}" srcOrd="0" destOrd="0" presId="urn:microsoft.com/office/officeart/2008/layout/LinedList"/>
    <dgm:cxn modelId="{376C4472-6DC9-411A-90CE-3956430A1180}" srcId="{3BAC66B4-6804-4C84-BD7B-66321C46505B}" destId="{ABAC26E6-AD5A-41A8-9620-CB996570DF68}" srcOrd="2" destOrd="0" parTransId="{1E1AC56A-5D63-48D3-86D1-B64536CFF3FC}" sibTransId="{B1ACF194-DB6A-48A6-B9A3-73334588D2B6}"/>
    <dgm:cxn modelId="{1C12C672-44A7-4ADF-A54A-2C5945117639}" type="presOf" srcId="{175AC600-E7D5-485D-A3EF-AA5D9973F434}" destId="{CC0039AC-9752-4AAB-98EF-A4889C84AFF2}" srcOrd="0" destOrd="0" presId="urn:microsoft.com/office/officeart/2008/layout/LinedList"/>
    <dgm:cxn modelId="{5F5A2C76-BF11-49D1-BA89-432689887393}" type="presOf" srcId="{A14CD82B-5460-45F3-A079-BA970C15EF5C}" destId="{64574134-0C91-447F-97BC-DB0F969B7E6E}" srcOrd="0" destOrd="0" presId="urn:microsoft.com/office/officeart/2008/layout/LinedList"/>
    <dgm:cxn modelId="{B11AF27E-9413-4360-AF89-ED838BBFABE0}" srcId="{3BAC66B4-6804-4C84-BD7B-66321C46505B}" destId="{175AC600-E7D5-485D-A3EF-AA5D9973F434}" srcOrd="3" destOrd="0" parTransId="{49948223-3328-4576-810F-FD5A8F3E509A}" sibTransId="{55BCFC2D-EB71-41F8-AEAE-CBEB64413B32}"/>
    <dgm:cxn modelId="{2D3C0B97-5D1D-4ED3-9E9C-7A2E279ECFCC}" type="presOf" srcId="{088834B8-B0C0-4634-A805-0CDADCF18E68}" destId="{9CE16ACC-F15A-4A47-94BD-1AA63934690A}" srcOrd="0" destOrd="0" presId="urn:microsoft.com/office/officeart/2008/layout/LinedList"/>
    <dgm:cxn modelId="{7794649F-B363-4E40-90BE-19D3340C7CFB}" srcId="{3BAC66B4-6804-4C84-BD7B-66321C46505B}" destId="{B161000C-93B9-40F3-81D8-02A9010EFCE8}" srcOrd="0" destOrd="0" parTransId="{E5D40B28-1AAF-4E01-BB5F-FAEE7531C9E1}" sibTransId="{7E99D629-2E7F-4B57-A862-03CE9629E215}"/>
    <dgm:cxn modelId="{DB959FE0-8BE1-44FA-BD19-017044E02EF6}" srcId="{3BAC66B4-6804-4C84-BD7B-66321C46505B}" destId="{A14CD82B-5460-45F3-A079-BA970C15EF5C}" srcOrd="4" destOrd="0" parTransId="{28C2CDAF-1F23-4B42-8F19-EDB905C921DE}" sibTransId="{618AB36C-D85E-42C7-BE35-FA4405BF9E3C}"/>
    <dgm:cxn modelId="{67C91AF4-C07A-4EA3-9EB3-C95BFCC73939}" srcId="{3BAC66B4-6804-4C84-BD7B-66321C46505B}" destId="{088834B8-B0C0-4634-A805-0CDADCF18E68}" srcOrd="1" destOrd="0" parTransId="{09074E8A-90DB-4F26-91F6-21105633D26F}" sibTransId="{A85B849E-E574-4D40-B76F-9F26B33F0CFC}"/>
    <dgm:cxn modelId="{51BF63F9-9E8A-4049-997D-716A2A2EC85D}" type="presOf" srcId="{3BAC66B4-6804-4C84-BD7B-66321C46505B}" destId="{6EABBDF5-4D5F-43D9-8634-AF0860E31082}" srcOrd="0" destOrd="0" presId="urn:microsoft.com/office/officeart/2008/layout/LinedList"/>
    <dgm:cxn modelId="{26108B7E-C2BC-4617-90E3-52C17EFAB536}" type="presParOf" srcId="{6EABBDF5-4D5F-43D9-8634-AF0860E31082}" destId="{D4BE866B-D98C-4C62-BE19-9EE1D3C13022}" srcOrd="0" destOrd="0" presId="urn:microsoft.com/office/officeart/2008/layout/LinedList"/>
    <dgm:cxn modelId="{B14236EB-C603-4350-88FA-D7B661EF0CCC}" type="presParOf" srcId="{6EABBDF5-4D5F-43D9-8634-AF0860E31082}" destId="{4FE60BF5-B254-459B-B12C-BB03A7605205}" srcOrd="1" destOrd="0" presId="urn:microsoft.com/office/officeart/2008/layout/LinedList"/>
    <dgm:cxn modelId="{63A6D77D-18F5-4092-8CAA-B29BC8497517}" type="presParOf" srcId="{4FE60BF5-B254-459B-B12C-BB03A7605205}" destId="{67740E72-E47C-4CE6-9AFC-B6C9ECC4B556}" srcOrd="0" destOrd="0" presId="urn:microsoft.com/office/officeart/2008/layout/LinedList"/>
    <dgm:cxn modelId="{D71242B4-CAE6-44D2-BD97-707A2CFAD71C}" type="presParOf" srcId="{4FE60BF5-B254-459B-B12C-BB03A7605205}" destId="{3E297349-D7A5-4A1E-8D51-FA3BE21A3E0F}" srcOrd="1" destOrd="0" presId="urn:microsoft.com/office/officeart/2008/layout/LinedList"/>
    <dgm:cxn modelId="{8542347B-8DC7-47AC-A6BE-BCD4778EC28E}" type="presParOf" srcId="{6EABBDF5-4D5F-43D9-8634-AF0860E31082}" destId="{A12DEF7A-EE6C-454E-87BF-FE7E9A42767F}" srcOrd="2" destOrd="0" presId="urn:microsoft.com/office/officeart/2008/layout/LinedList"/>
    <dgm:cxn modelId="{8A9BFE1C-E34F-41C7-943C-E494727DCA89}" type="presParOf" srcId="{6EABBDF5-4D5F-43D9-8634-AF0860E31082}" destId="{C4712F39-85D3-4EC5-AB3A-2CC6EAC83C8D}" srcOrd="3" destOrd="0" presId="urn:microsoft.com/office/officeart/2008/layout/LinedList"/>
    <dgm:cxn modelId="{2884957B-7169-4FED-ABC6-29475678D9A7}" type="presParOf" srcId="{C4712F39-85D3-4EC5-AB3A-2CC6EAC83C8D}" destId="{9CE16ACC-F15A-4A47-94BD-1AA63934690A}" srcOrd="0" destOrd="0" presId="urn:microsoft.com/office/officeart/2008/layout/LinedList"/>
    <dgm:cxn modelId="{C2E276F9-840F-4D9B-8D4A-C51054DFDB70}" type="presParOf" srcId="{C4712F39-85D3-4EC5-AB3A-2CC6EAC83C8D}" destId="{25CBE1C1-435C-4FEB-B9B9-3FCB3F1AE7B4}" srcOrd="1" destOrd="0" presId="urn:microsoft.com/office/officeart/2008/layout/LinedList"/>
    <dgm:cxn modelId="{DBA63994-7E14-4CDA-8CDA-D9026A4AD931}" type="presParOf" srcId="{6EABBDF5-4D5F-43D9-8634-AF0860E31082}" destId="{4722230B-579B-4F30-9CFC-BB22F61483BD}" srcOrd="4" destOrd="0" presId="urn:microsoft.com/office/officeart/2008/layout/LinedList"/>
    <dgm:cxn modelId="{3BFC5886-9390-4313-B2EA-59FDD1D14F3C}" type="presParOf" srcId="{6EABBDF5-4D5F-43D9-8634-AF0860E31082}" destId="{6B6FF370-4714-4629-B1E0-236C3B07E89A}" srcOrd="5" destOrd="0" presId="urn:microsoft.com/office/officeart/2008/layout/LinedList"/>
    <dgm:cxn modelId="{0E71000F-56B8-4048-9365-B55535015859}" type="presParOf" srcId="{6B6FF370-4714-4629-B1E0-236C3B07E89A}" destId="{C97F5800-A3DF-47D5-AF5A-F9201848AD18}" srcOrd="0" destOrd="0" presId="urn:microsoft.com/office/officeart/2008/layout/LinedList"/>
    <dgm:cxn modelId="{8D411E11-2177-40FF-81BC-59234C5E94F8}" type="presParOf" srcId="{6B6FF370-4714-4629-B1E0-236C3B07E89A}" destId="{3B479AEC-4D00-4AC2-B472-99F9D0600E23}" srcOrd="1" destOrd="0" presId="urn:microsoft.com/office/officeart/2008/layout/LinedList"/>
    <dgm:cxn modelId="{0D386288-A603-49BB-B62E-A7661C62AA28}" type="presParOf" srcId="{6EABBDF5-4D5F-43D9-8634-AF0860E31082}" destId="{CFEA315C-679A-433D-B7FB-20881C14F008}" srcOrd="6" destOrd="0" presId="urn:microsoft.com/office/officeart/2008/layout/LinedList"/>
    <dgm:cxn modelId="{1E2BF437-CCE3-4898-BBAB-B00C011A461A}" type="presParOf" srcId="{6EABBDF5-4D5F-43D9-8634-AF0860E31082}" destId="{6826A817-F5C0-4FEB-B3A3-8966322FBC82}" srcOrd="7" destOrd="0" presId="urn:microsoft.com/office/officeart/2008/layout/LinedList"/>
    <dgm:cxn modelId="{6A03F40B-E3B4-49A8-BB69-299EAE8CB54D}" type="presParOf" srcId="{6826A817-F5C0-4FEB-B3A3-8966322FBC82}" destId="{CC0039AC-9752-4AAB-98EF-A4889C84AFF2}" srcOrd="0" destOrd="0" presId="urn:microsoft.com/office/officeart/2008/layout/LinedList"/>
    <dgm:cxn modelId="{F671671C-3DA1-4128-AC44-A2E82984CFA9}" type="presParOf" srcId="{6826A817-F5C0-4FEB-B3A3-8966322FBC82}" destId="{86C17714-AFF7-45C9-8569-BF5A9BAC449C}" srcOrd="1" destOrd="0" presId="urn:microsoft.com/office/officeart/2008/layout/LinedList"/>
    <dgm:cxn modelId="{06E442D5-033B-4101-928A-CD9905A8F6E2}" type="presParOf" srcId="{6EABBDF5-4D5F-43D9-8634-AF0860E31082}" destId="{DF6D9D1E-856B-4D06-AB0A-E4DF6561617F}" srcOrd="8" destOrd="0" presId="urn:microsoft.com/office/officeart/2008/layout/LinedList"/>
    <dgm:cxn modelId="{7EE6CB91-2D55-4DE3-BA3F-8F5B635E65AD}" type="presParOf" srcId="{6EABBDF5-4D5F-43D9-8634-AF0860E31082}" destId="{A2E27870-237B-4998-A4EF-33443F4E8426}" srcOrd="9" destOrd="0" presId="urn:microsoft.com/office/officeart/2008/layout/LinedList"/>
    <dgm:cxn modelId="{C83C4AED-5388-4092-B244-D95C49859CD8}" type="presParOf" srcId="{A2E27870-237B-4998-A4EF-33443F4E8426}" destId="{64574134-0C91-447F-97BC-DB0F969B7E6E}" srcOrd="0" destOrd="0" presId="urn:microsoft.com/office/officeart/2008/layout/LinedList"/>
    <dgm:cxn modelId="{D78D6942-E8C3-4001-B0FD-7F0B8F8A57DC}" type="presParOf" srcId="{A2E27870-237B-4998-A4EF-33443F4E8426}" destId="{9608BD9D-8A0B-4D59-BB52-5629208837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6369253-9D83-48E4-AAB7-29D5AF43B35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CB6235A-1DCF-45F9-AC7F-29639F275D89}">
      <dgm:prSet/>
      <dgm:spPr/>
      <dgm:t>
        <a:bodyPr/>
        <a:lstStyle/>
        <a:p>
          <a:r>
            <a:rPr lang="en-US"/>
            <a:t>Jelszavak: password_hash() és password_verify()</a:t>
          </a:r>
        </a:p>
      </dgm:t>
    </dgm:pt>
    <dgm:pt modelId="{8BB2794A-AE37-4493-9630-A49BF8C088ED}" type="parTrans" cxnId="{0D8349A7-F0B5-44C4-AE09-06ED24C55EAD}">
      <dgm:prSet/>
      <dgm:spPr/>
      <dgm:t>
        <a:bodyPr/>
        <a:lstStyle/>
        <a:p>
          <a:endParaRPr lang="en-US"/>
        </a:p>
      </dgm:t>
    </dgm:pt>
    <dgm:pt modelId="{14743A6B-A2B9-469C-9A20-FFFD0B5A617D}" type="sibTrans" cxnId="{0D8349A7-F0B5-44C4-AE09-06ED24C55EAD}">
      <dgm:prSet/>
      <dgm:spPr/>
      <dgm:t>
        <a:bodyPr/>
        <a:lstStyle/>
        <a:p>
          <a:endParaRPr lang="en-US"/>
        </a:p>
      </dgm:t>
    </dgm:pt>
    <dgm:pt modelId="{C3C4AB0F-5398-4442-876F-61B86AEEFB05}">
      <dgm:prSet/>
      <dgm:spPr/>
      <dgm:t>
        <a:bodyPr/>
        <a:lstStyle/>
        <a:p>
          <a:r>
            <a:rPr lang="en-US"/>
            <a:t>SQL injection: Prepared statementek (PDO)</a:t>
          </a:r>
        </a:p>
      </dgm:t>
    </dgm:pt>
    <dgm:pt modelId="{30F72D9C-97EC-4B29-8F86-75F3B56256BF}" type="parTrans" cxnId="{6C8EB862-9130-40BF-ABF1-B9D2741EAFEA}">
      <dgm:prSet/>
      <dgm:spPr/>
      <dgm:t>
        <a:bodyPr/>
        <a:lstStyle/>
        <a:p>
          <a:endParaRPr lang="en-US"/>
        </a:p>
      </dgm:t>
    </dgm:pt>
    <dgm:pt modelId="{B2BA92E1-829C-4A32-B2B2-223375929318}" type="sibTrans" cxnId="{6C8EB862-9130-40BF-ABF1-B9D2741EAFEA}">
      <dgm:prSet/>
      <dgm:spPr/>
      <dgm:t>
        <a:bodyPr/>
        <a:lstStyle/>
        <a:p>
          <a:endParaRPr lang="en-US"/>
        </a:p>
      </dgm:t>
    </dgm:pt>
    <dgm:pt modelId="{DF3D4F93-865A-420C-ADEA-BB85D5D678F1}">
      <dgm:prSet/>
      <dgm:spPr/>
      <dgm:t>
        <a:bodyPr/>
        <a:lstStyle/>
        <a:p>
          <a:r>
            <a:rPr lang="en-US"/>
            <a:t>XSS elleni védelem: htmlspecialchars() kimeneteken</a:t>
          </a:r>
        </a:p>
      </dgm:t>
    </dgm:pt>
    <dgm:pt modelId="{68529194-D4E0-4755-956E-3FA82692FE75}" type="parTrans" cxnId="{A7407BAD-7C77-4198-A090-AC5D350BA997}">
      <dgm:prSet/>
      <dgm:spPr/>
      <dgm:t>
        <a:bodyPr/>
        <a:lstStyle/>
        <a:p>
          <a:endParaRPr lang="en-US"/>
        </a:p>
      </dgm:t>
    </dgm:pt>
    <dgm:pt modelId="{28B37626-DED9-46C1-B5BF-D0A9D55AAA7D}" type="sibTrans" cxnId="{A7407BAD-7C77-4198-A090-AC5D350BA997}">
      <dgm:prSet/>
      <dgm:spPr/>
      <dgm:t>
        <a:bodyPr/>
        <a:lstStyle/>
        <a:p>
          <a:endParaRPr lang="en-US"/>
        </a:p>
      </dgm:t>
    </dgm:pt>
    <dgm:pt modelId="{8AB5D8C3-70C4-426C-839E-DD8DD77C1119}">
      <dgm:prSet/>
      <dgm:spPr/>
      <dgm:t>
        <a:bodyPr/>
        <a:lstStyle/>
        <a:p>
          <a:r>
            <a:rPr lang="en-US"/>
            <a:t>Session védelem: session_regenerate_id()? (itt nem, de említhető)</a:t>
          </a:r>
        </a:p>
      </dgm:t>
    </dgm:pt>
    <dgm:pt modelId="{1F298705-4B44-45BC-A91E-6E9CD6591F6C}" type="parTrans" cxnId="{BD9B7131-80AC-4EEB-B151-54D5ACDC706E}">
      <dgm:prSet/>
      <dgm:spPr/>
      <dgm:t>
        <a:bodyPr/>
        <a:lstStyle/>
        <a:p>
          <a:endParaRPr lang="en-US"/>
        </a:p>
      </dgm:t>
    </dgm:pt>
    <dgm:pt modelId="{BC18A9C0-9C35-4C0A-88E9-6F423028D264}" type="sibTrans" cxnId="{BD9B7131-80AC-4EEB-B151-54D5ACDC706E}">
      <dgm:prSet/>
      <dgm:spPr/>
      <dgm:t>
        <a:bodyPr/>
        <a:lstStyle/>
        <a:p>
          <a:endParaRPr lang="en-US"/>
        </a:p>
      </dgm:t>
    </dgm:pt>
    <dgm:pt modelId="{81326897-A56B-43EE-B6F2-A199C818FB62}">
      <dgm:prSet/>
      <dgm:spPr/>
      <dgm:t>
        <a:bodyPr/>
        <a:lstStyle/>
        <a:p>
          <a:r>
            <a:rPr lang="en-US"/>
            <a:t>Admin jogosultság ellenőrzés minden admin oldalon</a:t>
          </a:r>
        </a:p>
      </dgm:t>
    </dgm:pt>
    <dgm:pt modelId="{422A3A6F-4A3D-4CD4-898E-DA16E3602CF7}" type="parTrans" cxnId="{86406755-05E7-4E25-8CE0-D75A86670D5C}">
      <dgm:prSet/>
      <dgm:spPr/>
      <dgm:t>
        <a:bodyPr/>
        <a:lstStyle/>
        <a:p>
          <a:endParaRPr lang="en-US"/>
        </a:p>
      </dgm:t>
    </dgm:pt>
    <dgm:pt modelId="{7D5F768D-800F-490D-9944-8142E110C203}" type="sibTrans" cxnId="{86406755-05E7-4E25-8CE0-D75A86670D5C}">
      <dgm:prSet/>
      <dgm:spPr/>
      <dgm:t>
        <a:bodyPr/>
        <a:lstStyle/>
        <a:p>
          <a:endParaRPr lang="en-US"/>
        </a:p>
      </dgm:t>
    </dgm:pt>
    <dgm:pt modelId="{87FE710E-0F98-43F6-852A-54273428928C}" type="pres">
      <dgm:prSet presAssocID="{C6369253-9D83-48E4-AAB7-29D5AF43B353}" presName="vert0" presStyleCnt="0">
        <dgm:presLayoutVars>
          <dgm:dir/>
          <dgm:animOne val="branch"/>
          <dgm:animLvl val="lvl"/>
        </dgm:presLayoutVars>
      </dgm:prSet>
      <dgm:spPr/>
    </dgm:pt>
    <dgm:pt modelId="{A583E0F4-1182-4B16-BFD5-3562AFFC8BAE}" type="pres">
      <dgm:prSet presAssocID="{3CB6235A-1DCF-45F9-AC7F-29639F275D89}" presName="thickLine" presStyleLbl="alignNode1" presStyleIdx="0" presStyleCnt="5"/>
      <dgm:spPr/>
    </dgm:pt>
    <dgm:pt modelId="{BC26D02E-856B-469C-8008-7AE27754F8BB}" type="pres">
      <dgm:prSet presAssocID="{3CB6235A-1DCF-45F9-AC7F-29639F275D89}" presName="horz1" presStyleCnt="0"/>
      <dgm:spPr/>
    </dgm:pt>
    <dgm:pt modelId="{F9AFAEA0-674A-4A12-8170-4E6A47B5D8A3}" type="pres">
      <dgm:prSet presAssocID="{3CB6235A-1DCF-45F9-AC7F-29639F275D89}" presName="tx1" presStyleLbl="revTx" presStyleIdx="0" presStyleCnt="5"/>
      <dgm:spPr/>
    </dgm:pt>
    <dgm:pt modelId="{31ADF5E3-7875-4DC3-B213-A9C5FC48D4E3}" type="pres">
      <dgm:prSet presAssocID="{3CB6235A-1DCF-45F9-AC7F-29639F275D89}" presName="vert1" presStyleCnt="0"/>
      <dgm:spPr/>
    </dgm:pt>
    <dgm:pt modelId="{75923252-08CF-4835-B849-9F81F2AF0E94}" type="pres">
      <dgm:prSet presAssocID="{C3C4AB0F-5398-4442-876F-61B86AEEFB05}" presName="thickLine" presStyleLbl="alignNode1" presStyleIdx="1" presStyleCnt="5"/>
      <dgm:spPr/>
    </dgm:pt>
    <dgm:pt modelId="{D16326B3-D2B8-480A-8DE1-DA3AD7BC1B1E}" type="pres">
      <dgm:prSet presAssocID="{C3C4AB0F-5398-4442-876F-61B86AEEFB05}" presName="horz1" presStyleCnt="0"/>
      <dgm:spPr/>
    </dgm:pt>
    <dgm:pt modelId="{20437A92-874A-4853-B056-B07B53A882AE}" type="pres">
      <dgm:prSet presAssocID="{C3C4AB0F-5398-4442-876F-61B86AEEFB05}" presName="tx1" presStyleLbl="revTx" presStyleIdx="1" presStyleCnt="5"/>
      <dgm:spPr/>
    </dgm:pt>
    <dgm:pt modelId="{E2DC6FAD-62B5-4B5E-9662-34D24BB6ABEA}" type="pres">
      <dgm:prSet presAssocID="{C3C4AB0F-5398-4442-876F-61B86AEEFB05}" presName="vert1" presStyleCnt="0"/>
      <dgm:spPr/>
    </dgm:pt>
    <dgm:pt modelId="{72F5759D-AED0-485E-BB74-14A38EC12B7D}" type="pres">
      <dgm:prSet presAssocID="{DF3D4F93-865A-420C-ADEA-BB85D5D678F1}" presName="thickLine" presStyleLbl="alignNode1" presStyleIdx="2" presStyleCnt="5"/>
      <dgm:spPr/>
    </dgm:pt>
    <dgm:pt modelId="{6FA11332-F43D-4905-81D2-DC7D4AFBA628}" type="pres">
      <dgm:prSet presAssocID="{DF3D4F93-865A-420C-ADEA-BB85D5D678F1}" presName="horz1" presStyleCnt="0"/>
      <dgm:spPr/>
    </dgm:pt>
    <dgm:pt modelId="{E1565A29-404C-477C-A072-2FBC3FA69066}" type="pres">
      <dgm:prSet presAssocID="{DF3D4F93-865A-420C-ADEA-BB85D5D678F1}" presName="tx1" presStyleLbl="revTx" presStyleIdx="2" presStyleCnt="5"/>
      <dgm:spPr/>
    </dgm:pt>
    <dgm:pt modelId="{F68B5E2B-0BE0-4BF7-8ED5-F32532F8FEF3}" type="pres">
      <dgm:prSet presAssocID="{DF3D4F93-865A-420C-ADEA-BB85D5D678F1}" presName="vert1" presStyleCnt="0"/>
      <dgm:spPr/>
    </dgm:pt>
    <dgm:pt modelId="{AEE9A63E-E9DB-4DB3-8D82-397B072964E7}" type="pres">
      <dgm:prSet presAssocID="{8AB5D8C3-70C4-426C-839E-DD8DD77C1119}" presName="thickLine" presStyleLbl="alignNode1" presStyleIdx="3" presStyleCnt="5"/>
      <dgm:spPr/>
    </dgm:pt>
    <dgm:pt modelId="{C6A88BDC-4ACB-44E9-8A0B-8218D7647862}" type="pres">
      <dgm:prSet presAssocID="{8AB5D8C3-70C4-426C-839E-DD8DD77C1119}" presName="horz1" presStyleCnt="0"/>
      <dgm:spPr/>
    </dgm:pt>
    <dgm:pt modelId="{3D2CBE9B-D5AC-4CE8-AD33-48493657931D}" type="pres">
      <dgm:prSet presAssocID="{8AB5D8C3-70C4-426C-839E-DD8DD77C1119}" presName="tx1" presStyleLbl="revTx" presStyleIdx="3" presStyleCnt="5"/>
      <dgm:spPr/>
    </dgm:pt>
    <dgm:pt modelId="{82DDEDEB-81B1-4B92-9A45-2DFA49D58EBB}" type="pres">
      <dgm:prSet presAssocID="{8AB5D8C3-70C4-426C-839E-DD8DD77C1119}" presName="vert1" presStyleCnt="0"/>
      <dgm:spPr/>
    </dgm:pt>
    <dgm:pt modelId="{91439D97-8B27-4021-BDD8-8CCC6549B2BB}" type="pres">
      <dgm:prSet presAssocID="{81326897-A56B-43EE-B6F2-A199C818FB62}" presName="thickLine" presStyleLbl="alignNode1" presStyleIdx="4" presStyleCnt="5"/>
      <dgm:spPr/>
    </dgm:pt>
    <dgm:pt modelId="{9C5150BD-0A0D-4728-A64A-662A55ECCACD}" type="pres">
      <dgm:prSet presAssocID="{81326897-A56B-43EE-B6F2-A199C818FB62}" presName="horz1" presStyleCnt="0"/>
      <dgm:spPr/>
    </dgm:pt>
    <dgm:pt modelId="{90272EC1-6A35-4292-9D95-A2D60C2527C5}" type="pres">
      <dgm:prSet presAssocID="{81326897-A56B-43EE-B6F2-A199C818FB62}" presName="tx1" presStyleLbl="revTx" presStyleIdx="4" presStyleCnt="5"/>
      <dgm:spPr/>
    </dgm:pt>
    <dgm:pt modelId="{7229ECE3-872A-4DF6-BC06-0856DECFEBC1}" type="pres">
      <dgm:prSet presAssocID="{81326897-A56B-43EE-B6F2-A199C818FB62}" presName="vert1" presStyleCnt="0"/>
      <dgm:spPr/>
    </dgm:pt>
  </dgm:ptLst>
  <dgm:cxnLst>
    <dgm:cxn modelId="{BD9B7131-80AC-4EEB-B151-54D5ACDC706E}" srcId="{C6369253-9D83-48E4-AAB7-29D5AF43B353}" destId="{8AB5D8C3-70C4-426C-839E-DD8DD77C1119}" srcOrd="3" destOrd="0" parTransId="{1F298705-4B44-45BC-A91E-6E9CD6591F6C}" sibTransId="{BC18A9C0-9C35-4C0A-88E9-6F423028D264}"/>
    <dgm:cxn modelId="{262D0735-CA76-4153-A1DF-64C8A6E366C3}" type="presOf" srcId="{DF3D4F93-865A-420C-ADEA-BB85D5D678F1}" destId="{E1565A29-404C-477C-A072-2FBC3FA69066}" srcOrd="0" destOrd="0" presId="urn:microsoft.com/office/officeart/2008/layout/LinedList"/>
    <dgm:cxn modelId="{6C8EB862-9130-40BF-ABF1-B9D2741EAFEA}" srcId="{C6369253-9D83-48E4-AAB7-29D5AF43B353}" destId="{C3C4AB0F-5398-4442-876F-61B86AEEFB05}" srcOrd="1" destOrd="0" parTransId="{30F72D9C-97EC-4B29-8F86-75F3B56256BF}" sibTransId="{B2BA92E1-829C-4A32-B2B2-223375929318}"/>
    <dgm:cxn modelId="{86406755-05E7-4E25-8CE0-D75A86670D5C}" srcId="{C6369253-9D83-48E4-AAB7-29D5AF43B353}" destId="{81326897-A56B-43EE-B6F2-A199C818FB62}" srcOrd="4" destOrd="0" parTransId="{422A3A6F-4A3D-4CD4-898E-DA16E3602CF7}" sibTransId="{7D5F768D-800F-490D-9944-8142E110C203}"/>
    <dgm:cxn modelId="{0C62E07D-5A18-47CC-B674-1B5C4B581256}" type="presOf" srcId="{3CB6235A-1DCF-45F9-AC7F-29639F275D89}" destId="{F9AFAEA0-674A-4A12-8170-4E6A47B5D8A3}" srcOrd="0" destOrd="0" presId="urn:microsoft.com/office/officeart/2008/layout/LinedList"/>
    <dgm:cxn modelId="{00E47E86-995F-4604-A829-1C61C35D6F60}" type="presOf" srcId="{81326897-A56B-43EE-B6F2-A199C818FB62}" destId="{90272EC1-6A35-4292-9D95-A2D60C2527C5}" srcOrd="0" destOrd="0" presId="urn:microsoft.com/office/officeart/2008/layout/LinedList"/>
    <dgm:cxn modelId="{0D8349A7-F0B5-44C4-AE09-06ED24C55EAD}" srcId="{C6369253-9D83-48E4-AAB7-29D5AF43B353}" destId="{3CB6235A-1DCF-45F9-AC7F-29639F275D89}" srcOrd="0" destOrd="0" parTransId="{8BB2794A-AE37-4493-9630-A49BF8C088ED}" sibTransId="{14743A6B-A2B9-469C-9A20-FFFD0B5A617D}"/>
    <dgm:cxn modelId="{A7407BAD-7C77-4198-A090-AC5D350BA997}" srcId="{C6369253-9D83-48E4-AAB7-29D5AF43B353}" destId="{DF3D4F93-865A-420C-ADEA-BB85D5D678F1}" srcOrd="2" destOrd="0" parTransId="{68529194-D4E0-4755-956E-3FA82692FE75}" sibTransId="{28B37626-DED9-46C1-B5BF-D0A9D55AAA7D}"/>
    <dgm:cxn modelId="{A6F5E6C4-0EFF-4409-B43A-48CF0AABC5D9}" type="presOf" srcId="{C6369253-9D83-48E4-AAB7-29D5AF43B353}" destId="{87FE710E-0F98-43F6-852A-54273428928C}" srcOrd="0" destOrd="0" presId="urn:microsoft.com/office/officeart/2008/layout/LinedList"/>
    <dgm:cxn modelId="{0AE9EBC6-593A-4CA2-ADBD-FFE618A35062}" type="presOf" srcId="{C3C4AB0F-5398-4442-876F-61B86AEEFB05}" destId="{20437A92-874A-4853-B056-B07B53A882AE}" srcOrd="0" destOrd="0" presId="urn:microsoft.com/office/officeart/2008/layout/LinedList"/>
    <dgm:cxn modelId="{F0E621DF-B4AE-4C6B-AE40-6B07992AC041}" type="presOf" srcId="{8AB5D8C3-70C4-426C-839E-DD8DD77C1119}" destId="{3D2CBE9B-D5AC-4CE8-AD33-48493657931D}" srcOrd="0" destOrd="0" presId="urn:microsoft.com/office/officeart/2008/layout/LinedList"/>
    <dgm:cxn modelId="{1E8CF0F2-4915-431D-84CD-38CF055837F8}" type="presParOf" srcId="{87FE710E-0F98-43F6-852A-54273428928C}" destId="{A583E0F4-1182-4B16-BFD5-3562AFFC8BAE}" srcOrd="0" destOrd="0" presId="urn:microsoft.com/office/officeart/2008/layout/LinedList"/>
    <dgm:cxn modelId="{8BBAB47B-9B0E-43A4-83ED-3F25D004C2E7}" type="presParOf" srcId="{87FE710E-0F98-43F6-852A-54273428928C}" destId="{BC26D02E-856B-469C-8008-7AE27754F8BB}" srcOrd="1" destOrd="0" presId="urn:microsoft.com/office/officeart/2008/layout/LinedList"/>
    <dgm:cxn modelId="{FBB7DE18-4157-4A52-8DF5-45BB04E93093}" type="presParOf" srcId="{BC26D02E-856B-469C-8008-7AE27754F8BB}" destId="{F9AFAEA0-674A-4A12-8170-4E6A47B5D8A3}" srcOrd="0" destOrd="0" presId="urn:microsoft.com/office/officeart/2008/layout/LinedList"/>
    <dgm:cxn modelId="{8E90AE8B-D393-4418-BCAE-0DC9326BCB11}" type="presParOf" srcId="{BC26D02E-856B-469C-8008-7AE27754F8BB}" destId="{31ADF5E3-7875-4DC3-B213-A9C5FC48D4E3}" srcOrd="1" destOrd="0" presId="urn:microsoft.com/office/officeart/2008/layout/LinedList"/>
    <dgm:cxn modelId="{5F8E1EDD-028B-47CC-AB63-5CFA5E68D4E4}" type="presParOf" srcId="{87FE710E-0F98-43F6-852A-54273428928C}" destId="{75923252-08CF-4835-B849-9F81F2AF0E94}" srcOrd="2" destOrd="0" presId="urn:microsoft.com/office/officeart/2008/layout/LinedList"/>
    <dgm:cxn modelId="{2EEF90AC-307C-4244-8CC0-35D52F686466}" type="presParOf" srcId="{87FE710E-0F98-43F6-852A-54273428928C}" destId="{D16326B3-D2B8-480A-8DE1-DA3AD7BC1B1E}" srcOrd="3" destOrd="0" presId="urn:microsoft.com/office/officeart/2008/layout/LinedList"/>
    <dgm:cxn modelId="{A96F7386-D280-44D8-87C1-7175840A7AB3}" type="presParOf" srcId="{D16326B3-D2B8-480A-8DE1-DA3AD7BC1B1E}" destId="{20437A92-874A-4853-B056-B07B53A882AE}" srcOrd="0" destOrd="0" presId="urn:microsoft.com/office/officeart/2008/layout/LinedList"/>
    <dgm:cxn modelId="{BB5029AA-5BF8-4DE0-A250-64E64AF969C3}" type="presParOf" srcId="{D16326B3-D2B8-480A-8DE1-DA3AD7BC1B1E}" destId="{E2DC6FAD-62B5-4B5E-9662-34D24BB6ABEA}" srcOrd="1" destOrd="0" presId="urn:microsoft.com/office/officeart/2008/layout/LinedList"/>
    <dgm:cxn modelId="{5854873B-4A64-4CF1-A873-572609D0AB9B}" type="presParOf" srcId="{87FE710E-0F98-43F6-852A-54273428928C}" destId="{72F5759D-AED0-485E-BB74-14A38EC12B7D}" srcOrd="4" destOrd="0" presId="urn:microsoft.com/office/officeart/2008/layout/LinedList"/>
    <dgm:cxn modelId="{C5B54E05-0E08-4ED6-9A14-B00B6961D25F}" type="presParOf" srcId="{87FE710E-0F98-43F6-852A-54273428928C}" destId="{6FA11332-F43D-4905-81D2-DC7D4AFBA628}" srcOrd="5" destOrd="0" presId="urn:microsoft.com/office/officeart/2008/layout/LinedList"/>
    <dgm:cxn modelId="{ED8FA5B7-34E9-44E2-9292-29EE10273D84}" type="presParOf" srcId="{6FA11332-F43D-4905-81D2-DC7D4AFBA628}" destId="{E1565A29-404C-477C-A072-2FBC3FA69066}" srcOrd="0" destOrd="0" presId="urn:microsoft.com/office/officeart/2008/layout/LinedList"/>
    <dgm:cxn modelId="{BCD36633-414E-4141-ADB1-3BB867A8D199}" type="presParOf" srcId="{6FA11332-F43D-4905-81D2-DC7D4AFBA628}" destId="{F68B5E2B-0BE0-4BF7-8ED5-F32532F8FEF3}" srcOrd="1" destOrd="0" presId="urn:microsoft.com/office/officeart/2008/layout/LinedList"/>
    <dgm:cxn modelId="{DB630B0B-629D-4629-B566-1E04F79C4AAF}" type="presParOf" srcId="{87FE710E-0F98-43F6-852A-54273428928C}" destId="{AEE9A63E-E9DB-4DB3-8D82-397B072964E7}" srcOrd="6" destOrd="0" presId="urn:microsoft.com/office/officeart/2008/layout/LinedList"/>
    <dgm:cxn modelId="{1F46A751-87EB-47C8-93DC-D01EE6F04083}" type="presParOf" srcId="{87FE710E-0F98-43F6-852A-54273428928C}" destId="{C6A88BDC-4ACB-44E9-8A0B-8218D7647862}" srcOrd="7" destOrd="0" presId="urn:microsoft.com/office/officeart/2008/layout/LinedList"/>
    <dgm:cxn modelId="{C8C893E4-CA26-4335-90FF-CBF8492B1C47}" type="presParOf" srcId="{C6A88BDC-4ACB-44E9-8A0B-8218D7647862}" destId="{3D2CBE9B-D5AC-4CE8-AD33-48493657931D}" srcOrd="0" destOrd="0" presId="urn:microsoft.com/office/officeart/2008/layout/LinedList"/>
    <dgm:cxn modelId="{BBB25B6D-341A-448B-AB90-16FDEFD41FF5}" type="presParOf" srcId="{C6A88BDC-4ACB-44E9-8A0B-8218D7647862}" destId="{82DDEDEB-81B1-4B92-9A45-2DFA49D58EBB}" srcOrd="1" destOrd="0" presId="urn:microsoft.com/office/officeart/2008/layout/LinedList"/>
    <dgm:cxn modelId="{C1CA342C-0878-4B92-AB1E-571EBDBD118A}" type="presParOf" srcId="{87FE710E-0F98-43F6-852A-54273428928C}" destId="{91439D97-8B27-4021-BDD8-8CCC6549B2BB}" srcOrd="8" destOrd="0" presId="urn:microsoft.com/office/officeart/2008/layout/LinedList"/>
    <dgm:cxn modelId="{518804E1-7E4C-42EA-A2EA-ACBBD0B41597}" type="presParOf" srcId="{87FE710E-0F98-43F6-852A-54273428928C}" destId="{9C5150BD-0A0D-4728-A64A-662A55ECCACD}" srcOrd="9" destOrd="0" presId="urn:microsoft.com/office/officeart/2008/layout/LinedList"/>
    <dgm:cxn modelId="{3E94D7BF-EA7F-4D24-A0E5-65CCCC59E261}" type="presParOf" srcId="{9C5150BD-0A0D-4728-A64A-662A55ECCACD}" destId="{90272EC1-6A35-4292-9D95-A2D60C2527C5}" srcOrd="0" destOrd="0" presId="urn:microsoft.com/office/officeart/2008/layout/LinedList"/>
    <dgm:cxn modelId="{4D93AB0F-FB4A-42F3-9D54-B8011358F5A2}" type="presParOf" srcId="{9C5150BD-0A0D-4728-A64A-662A55ECCACD}" destId="{7229ECE3-872A-4DF6-BC06-0856DECFEB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C99142F-7BB4-409E-918A-B58DFC3203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A4F020-DD4D-4F71-9C4C-DBA00D39F35B}">
      <dgm:prSet/>
      <dgm:spPr/>
      <dgm:t>
        <a:bodyPr/>
        <a:lstStyle/>
        <a:p>
          <a:r>
            <a:rPr lang="en-US"/>
            <a:t>AJAX kosár kezelés: kezdeti problémák a méret átadásával</a:t>
          </a:r>
        </a:p>
      </dgm:t>
    </dgm:pt>
    <dgm:pt modelId="{70906511-9AB0-4C35-9957-078DFED0F375}" type="parTrans" cxnId="{518EBC14-4D16-49E8-BEE2-C7718BC44E8D}">
      <dgm:prSet/>
      <dgm:spPr/>
      <dgm:t>
        <a:bodyPr/>
        <a:lstStyle/>
        <a:p>
          <a:endParaRPr lang="en-US"/>
        </a:p>
      </dgm:t>
    </dgm:pt>
    <dgm:pt modelId="{AE36E620-CC24-4A97-928B-ABD0A81F11AD}" type="sibTrans" cxnId="{518EBC14-4D16-49E8-BEE2-C7718BC44E8D}">
      <dgm:prSet/>
      <dgm:spPr/>
      <dgm:t>
        <a:bodyPr/>
        <a:lstStyle/>
        <a:p>
          <a:endParaRPr lang="en-US"/>
        </a:p>
      </dgm:t>
    </dgm:pt>
    <dgm:pt modelId="{290A80EF-C29C-4415-80F6-2AEC48F1F612}">
      <dgm:prSet/>
      <dgm:spPr/>
      <dgm:t>
        <a:bodyPr/>
        <a:lstStyle/>
        <a:p>
          <a:r>
            <a:rPr lang="en-US"/>
            <a:t>PayPal integráció: sandbox beállítások, visszatérő URL-ek</a:t>
          </a:r>
        </a:p>
      </dgm:t>
    </dgm:pt>
    <dgm:pt modelId="{80AC8EC5-1B49-406B-B001-B33E0E883086}" type="parTrans" cxnId="{173C732D-182B-4BA4-AAE1-1D59427B400B}">
      <dgm:prSet/>
      <dgm:spPr/>
      <dgm:t>
        <a:bodyPr/>
        <a:lstStyle/>
        <a:p>
          <a:endParaRPr lang="en-US"/>
        </a:p>
      </dgm:t>
    </dgm:pt>
    <dgm:pt modelId="{7313FDE9-0BA5-4DE1-8B48-2F9CE9EB3650}" type="sibTrans" cxnId="{173C732D-182B-4BA4-AAE1-1D59427B400B}">
      <dgm:prSet/>
      <dgm:spPr/>
      <dgm:t>
        <a:bodyPr/>
        <a:lstStyle/>
        <a:p>
          <a:endParaRPr lang="en-US"/>
        </a:p>
      </dgm:t>
    </dgm:pt>
    <dgm:pt modelId="{EAC7B7F0-2B7D-4CC3-9AA9-25F74880DC72}">
      <dgm:prSet/>
      <dgm:spPr/>
      <dgm:t>
        <a:bodyPr/>
        <a:lstStyle/>
        <a:p>
          <a:r>
            <a:rPr lang="en-US"/>
            <a:t>Vendég kosár vs. user kosár: session ID kezelés</a:t>
          </a:r>
        </a:p>
      </dgm:t>
    </dgm:pt>
    <dgm:pt modelId="{18D799D3-4F8A-4D24-A314-B2F44C40BC3A}" type="parTrans" cxnId="{4E28D962-75E0-44C3-A315-31D2EBCA4B9B}">
      <dgm:prSet/>
      <dgm:spPr/>
      <dgm:t>
        <a:bodyPr/>
        <a:lstStyle/>
        <a:p>
          <a:endParaRPr lang="en-US"/>
        </a:p>
      </dgm:t>
    </dgm:pt>
    <dgm:pt modelId="{AD4920C3-043E-4B38-B3CD-4153F9FDF8B2}" type="sibTrans" cxnId="{4E28D962-75E0-44C3-A315-31D2EBCA4B9B}">
      <dgm:prSet/>
      <dgm:spPr/>
      <dgm:t>
        <a:bodyPr/>
        <a:lstStyle/>
        <a:p>
          <a:endParaRPr lang="en-US"/>
        </a:p>
      </dgm:t>
    </dgm:pt>
    <dgm:pt modelId="{C80F04DD-2E2F-405B-AC43-61BBDD3A9086}">
      <dgm:prSet/>
      <dgm:spPr/>
      <dgm:t>
        <a:bodyPr/>
        <a:lstStyle/>
        <a:p>
          <a:r>
            <a:rPr lang="en-US"/>
            <a:t>Kategória szűrés dinamikus kezelése admin felületen</a:t>
          </a:r>
        </a:p>
      </dgm:t>
    </dgm:pt>
    <dgm:pt modelId="{66CC2190-C8C4-4169-93D8-5D37374CC386}" type="parTrans" cxnId="{0D121C62-67C4-4F7A-B29D-7420FB2E826C}">
      <dgm:prSet/>
      <dgm:spPr/>
      <dgm:t>
        <a:bodyPr/>
        <a:lstStyle/>
        <a:p>
          <a:endParaRPr lang="en-US"/>
        </a:p>
      </dgm:t>
    </dgm:pt>
    <dgm:pt modelId="{A9AB4EEF-E800-4FFB-B23B-4717D8DD6A4F}" type="sibTrans" cxnId="{0D121C62-67C4-4F7A-B29D-7420FB2E826C}">
      <dgm:prSet/>
      <dgm:spPr/>
      <dgm:t>
        <a:bodyPr/>
        <a:lstStyle/>
        <a:p>
          <a:endParaRPr lang="en-US"/>
        </a:p>
      </dgm:t>
    </dgm:pt>
    <dgm:pt modelId="{1E6FD4FA-BFDC-4890-A46D-3C94F1AF55DD}">
      <dgm:prSet/>
      <dgm:spPr/>
      <dgm:t>
        <a:bodyPr/>
        <a:lstStyle/>
        <a:p>
          <a:r>
            <a:rPr lang="en-US"/>
            <a:t>Megoldások: alapos tesztelés, naplózás, dokumentáció olvasás</a:t>
          </a:r>
        </a:p>
      </dgm:t>
    </dgm:pt>
    <dgm:pt modelId="{50865B06-1E0F-472D-AE06-4FA323A8AA34}" type="parTrans" cxnId="{2E7C8C1C-34ED-46C9-BDC3-4798D341539E}">
      <dgm:prSet/>
      <dgm:spPr/>
      <dgm:t>
        <a:bodyPr/>
        <a:lstStyle/>
        <a:p>
          <a:endParaRPr lang="en-US"/>
        </a:p>
      </dgm:t>
    </dgm:pt>
    <dgm:pt modelId="{C85A379E-EC8E-44D4-ACDD-02BF0D15F2F3}" type="sibTrans" cxnId="{2E7C8C1C-34ED-46C9-BDC3-4798D341539E}">
      <dgm:prSet/>
      <dgm:spPr/>
      <dgm:t>
        <a:bodyPr/>
        <a:lstStyle/>
        <a:p>
          <a:endParaRPr lang="en-US"/>
        </a:p>
      </dgm:t>
    </dgm:pt>
    <dgm:pt modelId="{F7C67AD9-8BF2-4C60-B39E-73BE8E42EB3D}" type="pres">
      <dgm:prSet presAssocID="{8C99142F-7BB4-409E-918A-B58DFC3203D3}" presName="linear" presStyleCnt="0">
        <dgm:presLayoutVars>
          <dgm:animLvl val="lvl"/>
          <dgm:resizeHandles val="exact"/>
        </dgm:presLayoutVars>
      </dgm:prSet>
      <dgm:spPr/>
    </dgm:pt>
    <dgm:pt modelId="{45072CD8-FAB0-425E-BCB7-9D7B9937A439}" type="pres">
      <dgm:prSet presAssocID="{CEA4F020-DD4D-4F71-9C4C-DBA00D39F35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2E6DA5C-02F9-4BDF-8C0D-1F63A74B1E02}" type="pres">
      <dgm:prSet presAssocID="{AE36E620-CC24-4A97-928B-ABD0A81F11AD}" presName="spacer" presStyleCnt="0"/>
      <dgm:spPr/>
    </dgm:pt>
    <dgm:pt modelId="{3B33A54C-01A1-4584-B610-CBB4F5AD3946}" type="pres">
      <dgm:prSet presAssocID="{290A80EF-C29C-4415-80F6-2AEC48F1F6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03D0F49-33BA-4AC7-B84A-C110491761E8}" type="pres">
      <dgm:prSet presAssocID="{7313FDE9-0BA5-4DE1-8B48-2F9CE9EB3650}" presName="spacer" presStyleCnt="0"/>
      <dgm:spPr/>
    </dgm:pt>
    <dgm:pt modelId="{15FB2BBF-3F07-4CCB-9DBE-DC0345490E53}" type="pres">
      <dgm:prSet presAssocID="{EAC7B7F0-2B7D-4CC3-9AA9-25F74880DC7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7C73285-EAC9-4A9F-8176-5A97E786372A}" type="pres">
      <dgm:prSet presAssocID="{AD4920C3-043E-4B38-B3CD-4153F9FDF8B2}" presName="spacer" presStyleCnt="0"/>
      <dgm:spPr/>
    </dgm:pt>
    <dgm:pt modelId="{3C549475-FB58-41DE-A30A-4D2A85B8D63E}" type="pres">
      <dgm:prSet presAssocID="{C80F04DD-2E2F-405B-AC43-61BBDD3A908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7FF2E8-385E-4701-9A23-B24A1285B75D}" type="pres">
      <dgm:prSet presAssocID="{A9AB4EEF-E800-4FFB-B23B-4717D8DD6A4F}" presName="spacer" presStyleCnt="0"/>
      <dgm:spPr/>
    </dgm:pt>
    <dgm:pt modelId="{BC16E5C4-7053-4098-9F9F-D4863CD6670B}" type="pres">
      <dgm:prSet presAssocID="{1E6FD4FA-BFDC-4890-A46D-3C94F1AF55D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14AB300-C24A-4D88-B63C-6B50ACE463BB}" type="presOf" srcId="{CEA4F020-DD4D-4F71-9C4C-DBA00D39F35B}" destId="{45072CD8-FAB0-425E-BCB7-9D7B9937A439}" srcOrd="0" destOrd="0" presId="urn:microsoft.com/office/officeart/2005/8/layout/vList2"/>
    <dgm:cxn modelId="{518EBC14-4D16-49E8-BEE2-C7718BC44E8D}" srcId="{8C99142F-7BB4-409E-918A-B58DFC3203D3}" destId="{CEA4F020-DD4D-4F71-9C4C-DBA00D39F35B}" srcOrd="0" destOrd="0" parTransId="{70906511-9AB0-4C35-9957-078DFED0F375}" sibTransId="{AE36E620-CC24-4A97-928B-ABD0A81F11AD}"/>
    <dgm:cxn modelId="{D2BD061C-C71A-4233-A5BD-44FF472C7555}" type="presOf" srcId="{EAC7B7F0-2B7D-4CC3-9AA9-25F74880DC72}" destId="{15FB2BBF-3F07-4CCB-9DBE-DC0345490E53}" srcOrd="0" destOrd="0" presId="urn:microsoft.com/office/officeart/2005/8/layout/vList2"/>
    <dgm:cxn modelId="{2E7C8C1C-34ED-46C9-BDC3-4798D341539E}" srcId="{8C99142F-7BB4-409E-918A-B58DFC3203D3}" destId="{1E6FD4FA-BFDC-4890-A46D-3C94F1AF55DD}" srcOrd="4" destOrd="0" parTransId="{50865B06-1E0F-472D-AE06-4FA323A8AA34}" sibTransId="{C85A379E-EC8E-44D4-ACDD-02BF0D15F2F3}"/>
    <dgm:cxn modelId="{173C732D-182B-4BA4-AAE1-1D59427B400B}" srcId="{8C99142F-7BB4-409E-918A-B58DFC3203D3}" destId="{290A80EF-C29C-4415-80F6-2AEC48F1F612}" srcOrd="1" destOrd="0" parTransId="{80AC8EC5-1B49-406B-B001-B33E0E883086}" sibTransId="{7313FDE9-0BA5-4DE1-8B48-2F9CE9EB3650}"/>
    <dgm:cxn modelId="{8320DD2E-9B7C-4428-882A-5B843B45BB3F}" type="presOf" srcId="{C80F04DD-2E2F-405B-AC43-61BBDD3A9086}" destId="{3C549475-FB58-41DE-A30A-4D2A85B8D63E}" srcOrd="0" destOrd="0" presId="urn:microsoft.com/office/officeart/2005/8/layout/vList2"/>
    <dgm:cxn modelId="{0D121C62-67C4-4F7A-B29D-7420FB2E826C}" srcId="{8C99142F-7BB4-409E-918A-B58DFC3203D3}" destId="{C80F04DD-2E2F-405B-AC43-61BBDD3A9086}" srcOrd="3" destOrd="0" parTransId="{66CC2190-C8C4-4169-93D8-5D37374CC386}" sibTransId="{A9AB4EEF-E800-4FFB-B23B-4717D8DD6A4F}"/>
    <dgm:cxn modelId="{4E28D962-75E0-44C3-A315-31D2EBCA4B9B}" srcId="{8C99142F-7BB4-409E-918A-B58DFC3203D3}" destId="{EAC7B7F0-2B7D-4CC3-9AA9-25F74880DC72}" srcOrd="2" destOrd="0" parTransId="{18D799D3-4F8A-4D24-A314-B2F44C40BC3A}" sibTransId="{AD4920C3-043E-4B38-B3CD-4153F9FDF8B2}"/>
    <dgm:cxn modelId="{8334127E-D01D-4A1F-8BE0-7F9F834C4AAE}" type="presOf" srcId="{8C99142F-7BB4-409E-918A-B58DFC3203D3}" destId="{F7C67AD9-8BF2-4C60-B39E-73BE8E42EB3D}" srcOrd="0" destOrd="0" presId="urn:microsoft.com/office/officeart/2005/8/layout/vList2"/>
    <dgm:cxn modelId="{718AE4D9-D504-41AB-985C-1C1F37983225}" type="presOf" srcId="{290A80EF-C29C-4415-80F6-2AEC48F1F612}" destId="{3B33A54C-01A1-4584-B610-CBB4F5AD3946}" srcOrd="0" destOrd="0" presId="urn:microsoft.com/office/officeart/2005/8/layout/vList2"/>
    <dgm:cxn modelId="{BE7252FD-0FAE-48B9-95DA-EFEB7D1DF260}" type="presOf" srcId="{1E6FD4FA-BFDC-4890-A46D-3C94F1AF55DD}" destId="{BC16E5C4-7053-4098-9F9F-D4863CD6670B}" srcOrd="0" destOrd="0" presId="urn:microsoft.com/office/officeart/2005/8/layout/vList2"/>
    <dgm:cxn modelId="{75942BDA-933B-4E13-ABCF-60B6D0C6B545}" type="presParOf" srcId="{F7C67AD9-8BF2-4C60-B39E-73BE8E42EB3D}" destId="{45072CD8-FAB0-425E-BCB7-9D7B9937A439}" srcOrd="0" destOrd="0" presId="urn:microsoft.com/office/officeart/2005/8/layout/vList2"/>
    <dgm:cxn modelId="{C7F679CB-E154-4459-91B2-24E4C396C3DE}" type="presParOf" srcId="{F7C67AD9-8BF2-4C60-B39E-73BE8E42EB3D}" destId="{B2E6DA5C-02F9-4BDF-8C0D-1F63A74B1E02}" srcOrd="1" destOrd="0" presId="urn:microsoft.com/office/officeart/2005/8/layout/vList2"/>
    <dgm:cxn modelId="{10BE6197-C076-490C-849C-D75E72E90FD5}" type="presParOf" srcId="{F7C67AD9-8BF2-4C60-B39E-73BE8E42EB3D}" destId="{3B33A54C-01A1-4584-B610-CBB4F5AD3946}" srcOrd="2" destOrd="0" presId="urn:microsoft.com/office/officeart/2005/8/layout/vList2"/>
    <dgm:cxn modelId="{4E2A047F-DCE3-4B7D-BEBB-BE56C4ACD4F5}" type="presParOf" srcId="{F7C67AD9-8BF2-4C60-B39E-73BE8E42EB3D}" destId="{B03D0F49-33BA-4AC7-B84A-C110491761E8}" srcOrd="3" destOrd="0" presId="urn:microsoft.com/office/officeart/2005/8/layout/vList2"/>
    <dgm:cxn modelId="{DEE46FA5-58B3-48C9-BC43-09D899D86815}" type="presParOf" srcId="{F7C67AD9-8BF2-4C60-B39E-73BE8E42EB3D}" destId="{15FB2BBF-3F07-4CCB-9DBE-DC0345490E53}" srcOrd="4" destOrd="0" presId="urn:microsoft.com/office/officeart/2005/8/layout/vList2"/>
    <dgm:cxn modelId="{9EF94424-51A1-441B-A23D-222246C22F14}" type="presParOf" srcId="{F7C67AD9-8BF2-4C60-B39E-73BE8E42EB3D}" destId="{D7C73285-EAC9-4A9F-8176-5A97E786372A}" srcOrd="5" destOrd="0" presId="urn:microsoft.com/office/officeart/2005/8/layout/vList2"/>
    <dgm:cxn modelId="{6C8F5BD5-6987-4BA8-84F5-BEDC948FF101}" type="presParOf" srcId="{F7C67AD9-8BF2-4C60-B39E-73BE8E42EB3D}" destId="{3C549475-FB58-41DE-A30A-4D2A85B8D63E}" srcOrd="6" destOrd="0" presId="urn:microsoft.com/office/officeart/2005/8/layout/vList2"/>
    <dgm:cxn modelId="{536291FF-6FC8-450C-A8B7-7701C0763A0F}" type="presParOf" srcId="{F7C67AD9-8BF2-4C60-B39E-73BE8E42EB3D}" destId="{D07FF2E8-385E-4701-9A23-B24A1285B75D}" srcOrd="7" destOrd="0" presId="urn:microsoft.com/office/officeart/2005/8/layout/vList2"/>
    <dgm:cxn modelId="{9BB71164-95BD-49AD-90F9-322D5A84DEF3}" type="presParOf" srcId="{F7C67AD9-8BF2-4C60-B39E-73BE8E42EB3D}" destId="{BC16E5C4-7053-4098-9F9F-D4863CD6670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705B8-AC5D-4287-949F-59ED6C560980}">
      <dsp:nvSpPr>
        <dsp:cNvPr id="0" name=""/>
        <dsp:cNvSpPr/>
      </dsp:nvSpPr>
      <dsp:spPr>
        <a:xfrm>
          <a:off x="0" y="45689"/>
          <a:ext cx="5676900" cy="10038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Termékek böngészése, szűrése, keresése</a:t>
          </a:r>
        </a:p>
      </dsp:txBody>
      <dsp:txXfrm>
        <a:off x="49004" y="94693"/>
        <a:ext cx="5578892" cy="905852"/>
      </dsp:txXfrm>
    </dsp:sp>
    <dsp:sp modelId="{4C4640D6-1678-4820-9E15-383B0415D3D7}">
      <dsp:nvSpPr>
        <dsp:cNvPr id="0" name=""/>
        <dsp:cNvSpPr/>
      </dsp:nvSpPr>
      <dsp:spPr>
        <a:xfrm>
          <a:off x="0" y="1124430"/>
          <a:ext cx="5676900" cy="10038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Regisztráció, bejelentkezés, jogosultságkezelés</a:t>
          </a:r>
        </a:p>
      </dsp:txBody>
      <dsp:txXfrm>
        <a:off x="49004" y="1173434"/>
        <a:ext cx="5578892" cy="905852"/>
      </dsp:txXfrm>
    </dsp:sp>
    <dsp:sp modelId="{6FC18333-1B8C-428F-8EAF-6730A4176B91}">
      <dsp:nvSpPr>
        <dsp:cNvPr id="0" name=""/>
        <dsp:cNvSpPr/>
      </dsp:nvSpPr>
      <dsp:spPr>
        <a:xfrm>
          <a:off x="0" y="2203170"/>
          <a:ext cx="5676900" cy="10038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Kosárkezelés, rendelés leadása</a:t>
          </a:r>
        </a:p>
      </dsp:txBody>
      <dsp:txXfrm>
        <a:off x="49004" y="2252174"/>
        <a:ext cx="5578892" cy="905852"/>
      </dsp:txXfrm>
    </dsp:sp>
    <dsp:sp modelId="{C36A10F2-002C-4791-92B2-5D89F4803667}">
      <dsp:nvSpPr>
        <dsp:cNvPr id="0" name=""/>
        <dsp:cNvSpPr/>
      </dsp:nvSpPr>
      <dsp:spPr>
        <a:xfrm>
          <a:off x="0" y="3281910"/>
          <a:ext cx="5676900" cy="10038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PayPal fizetési integráció</a:t>
          </a:r>
        </a:p>
      </dsp:txBody>
      <dsp:txXfrm>
        <a:off x="49004" y="3330914"/>
        <a:ext cx="5578892" cy="905852"/>
      </dsp:txXfrm>
    </dsp:sp>
    <dsp:sp modelId="{352169E4-7306-49F1-BE48-27320B4DE63E}">
      <dsp:nvSpPr>
        <dsp:cNvPr id="0" name=""/>
        <dsp:cNvSpPr/>
      </dsp:nvSpPr>
      <dsp:spPr>
        <a:xfrm>
          <a:off x="0" y="4360650"/>
          <a:ext cx="5676900" cy="10038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Admin felület a teljes körű tartalomkezeléshez</a:t>
          </a:r>
        </a:p>
      </dsp:txBody>
      <dsp:txXfrm>
        <a:off x="49004" y="4409654"/>
        <a:ext cx="5578892" cy="90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BBEEE-1D61-485F-B869-E4EC8703EB97}">
      <dsp:nvSpPr>
        <dsp:cNvPr id="0" name=""/>
        <dsp:cNvSpPr/>
      </dsp:nvSpPr>
      <dsp:spPr>
        <a:xfrm>
          <a:off x="0" y="8997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Backend: PHP (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natív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,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keretrendszer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nélkül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110540"/>
        <a:ext cx="10650143" cy="380078"/>
      </dsp:txXfrm>
    </dsp:sp>
    <dsp:sp modelId="{BA4764EA-9B23-41C8-B7FE-1BB9CE2679F9}">
      <dsp:nvSpPr>
        <dsp:cNvPr id="0" name=""/>
        <dsp:cNvSpPr/>
      </dsp:nvSpPr>
      <dsp:spPr>
        <a:xfrm>
          <a:off x="0" y="56301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Adatbázis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MySQL (phpMyAdmin)</a:t>
          </a:r>
        </a:p>
      </dsp:txBody>
      <dsp:txXfrm>
        <a:off x="20561" y="583580"/>
        <a:ext cx="10650143" cy="380078"/>
      </dsp:txXfrm>
    </dsp:sp>
    <dsp:sp modelId="{1B8C020C-DA4E-4C1C-A0DF-E389110C10CF}">
      <dsp:nvSpPr>
        <dsp:cNvPr id="0" name=""/>
        <dsp:cNvSpPr/>
      </dsp:nvSpPr>
      <dsp:spPr>
        <a:xfrm>
          <a:off x="0" y="103605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Frontend: HTML5, CSS3, JavaScript</a:t>
          </a:r>
        </a:p>
      </dsp:txBody>
      <dsp:txXfrm>
        <a:off x="20561" y="1056620"/>
        <a:ext cx="10650143" cy="380078"/>
      </dsp:txXfrm>
    </dsp:sp>
    <dsp:sp modelId="{BFF226BA-A294-43D2-89C6-AC2A48406884}">
      <dsp:nvSpPr>
        <dsp:cNvPr id="0" name=""/>
        <dsp:cNvSpPr/>
      </dsp:nvSpPr>
      <dsp:spPr>
        <a:xfrm>
          <a:off x="0" y="150909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Könyvtárak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</a:t>
          </a:r>
        </a:p>
      </dsp:txBody>
      <dsp:txXfrm>
        <a:off x="20561" y="1529660"/>
        <a:ext cx="10650143" cy="380078"/>
      </dsp:txXfrm>
    </dsp:sp>
    <dsp:sp modelId="{41273B3C-5279-4677-A3EC-A40AE2325713}">
      <dsp:nvSpPr>
        <dsp:cNvPr id="0" name=""/>
        <dsp:cNvSpPr/>
      </dsp:nvSpPr>
      <dsp:spPr>
        <a:xfrm>
          <a:off x="0" y="198213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Bootstrap 5 (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reszponzív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dizájn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2002700"/>
        <a:ext cx="10650143" cy="380078"/>
      </dsp:txXfrm>
    </dsp:sp>
    <dsp:sp modelId="{448A6726-1832-4241-968F-1D9153052899}">
      <dsp:nvSpPr>
        <dsp:cNvPr id="0" name=""/>
        <dsp:cNvSpPr/>
      </dsp:nvSpPr>
      <dsp:spPr>
        <a:xfrm>
          <a:off x="0" y="245517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jQuery (AJAX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hívások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2475740"/>
        <a:ext cx="10650143" cy="380078"/>
      </dsp:txXfrm>
    </dsp:sp>
    <dsp:sp modelId="{F18E8724-F4E5-4A6E-B700-F8FFC4587606}">
      <dsp:nvSpPr>
        <dsp:cNvPr id="0" name=""/>
        <dsp:cNvSpPr/>
      </dsp:nvSpPr>
      <dsp:spPr>
        <a:xfrm>
          <a:off x="0" y="292821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AOS (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animációk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2948780"/>
        <a:ext cx="10650143" cy="380078"/>
      </dsp:txXfrm>
    </dsp:sp>
    <dsp:sp modelId="{3604CA86-D634-472B-B492-0E011D80B45D}">
      <dsp:nvSpPr>
        <dsp:cNvPr id="0" name=""/>
        <dsp:cNvSpPr/>
      </dsp:nvSpPr>
      <dsp:spPr>
        <a:xfrm>
          <a:off x="0" y="340125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Fizetés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PayPal REST API (Sandbox)</a:t>
          </a:r>
        </a:p>
      </dsp:txBody>
      <dsp:txXfrm>
        <a:off x="20561" y="3421820"/>
        <a:ext cx="10650143" cy="380078"/>
      </dsp:txXfrm>
    </dsp:sp>
    <dsp:sp modelId="{14BD4D46-B44D-4C88-9EF9-C43B1DED303F}">
      <dsp:nvSpPr>
        <dsp:cNvPr id="0" name=""/>
        <dsp:cNvSpPr/>
      </dsp:nvSpPr>
      <dsp:spPr>
        <a:xfrm>
          <a:off x="0" y="387429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Szerver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Apache (online hosting)</a:t>
          </a:r>
        </a:p>
      </dsp:txBody>
      <dsp:txXfrm>
        <a:off x="20561" y="3894860"/>
        <a:ext cx="10650143" cy="3800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FC4C8-CB63-41A6-98F8-23117FDB220B}">
      <dsp:nvSpPr>
        <dsp:cNvPr id="0" name=""/>
        <dsp:cNvSpPr/>
      </dsp:nvSpPr>
      <dsp:spPr>
        <a:xfrm>
          <a:off x="0" y="1158195"/>
          <a:ext cx="8105775" cy="538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Táblák:</a:t>
          </a:r>
        </a:p>
      </dsp:txBody>
      <dsp:txXfrm>
        <a:off x="26273" y="1184468"/>
        <a:ext cx="8053229" cy="485654"/>
      </dsp:txXfrm>
    </dsp:sp>
    <dsp:sp modelId="{C6FA219D-9051-4CB4-8593-3E6BBE976571}">
      <dsp:nvSpPr>
        <dsp:cNvPr id="0" name=""/>
        <dsp:cNvSpPr/>
      </dsp:nvSpPr>
      <dsp:spPr>
        <a:xfrm>
          <a:off x="0" y="1762635"/>
          <a:ext cx="8105775" cy="538200"/>
        </a:xfrm>
        <a:prstGeom prst="roundRect">
          <a:avLst/>
        </a:prstGeom>
        <a:solidFill>
          <a:schemeClr val="accent2">
            <a:hueOff val="-67869"/>
            <a:satOff val="-582"/>
            <a:lumOff val="-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users – felhasználói adatok (jelszó hash, admin flag)</a:t>
          </a:r>
        </a:p>
      </dsp:txBody>
      <dsp:txXfrm>
        <a:off x="26273" y="1788908"/>
        <a:ext cx="8053229" cy="485654"/>
      </dsp:txXfrm>
    </dsp:sp>
    <dsp:sp modelId="{F5C94BBA-9E34-465C-B579-515946A4B286}">
      <dsp:nvSpPr>
        <dsp:cNvPr id="0" name=""/>
        <dsp:cNvSpPr/>
      </dsp:nvSpPr>
      <dsp:spPr>
        <a:xfrm>
          <a:off x="0" y="2367075"/>
          <a:ext cx="8105775" cy="538200"/>
        </a:xfrm>
        <a:prstGeom prst="round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shoes – cipők adatai (3 kép, kategória, új jelölő)</a:t>
          </a:r>
        </a:p>
      </dsp:txBody>
      <dsp:txXfrm>
        <a:off x="26273" y="2393348"/>
        <a:ext cx="8053229" cy="485654"/>
      </dsp:txXfrm>
    </dsp:sp>
    <dsp:sp modelId="{517CD196-81BE-465C-A7B3-4B5BF8425631}">
      <dsp:nvSpPr>
        <dsp:cNvPr id="0" name=""/>
        <dsp:cNvSpPr/>
      </dsp:nvSpPr>
      <dsp:spPr>
        <a:xfrm>
          <a:off x="0" y="2971515"/>
          <a:ext cx="8105775" cy="5382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cart – kosár tartalma (user/session alapú, mérettel)</a:t>
          </a:r>
        </a:p>
      </dsp:txBody>
      <dsp:txXfrm>
        <a:off x="26273" y="2997788"/>
        <a:ext cx="8053229" cy="485654"/>
      </dsp:txXfrm>
    </dsp:sp>
    <dsp:sp modelId="{1F8C29ED-3605-4175-AC59-8735875FA979}">
      <dsp:nvSpPr>
        <dsp:cNvPr id="0" name=""/>
        <dsp:cNvSpPr/>
      </dsp:nvSpPr>
      <dsp:spPr>
        <a:xfrm>
          <a:off x="0" y="3575956"/>
          <a:ext cx="8105775" cy="538200"/>
        </a:xfrm>
        <a:prstGeom prst="round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orders – rendelések fejléce (szállítási adatok, fizetési azonosító)</a:t>
          </a:r>
        </a:p>
      </dsp:txBody>
      <dsp:txXfrm>
        <a:off x="26273" y="3602229"/>
        <a:ext cx="8053229" cy="485654"/>
      </dsp:txXfrm>
    </dsp:sp>
    <dsp:sp modelId="{7D8F0C04-0602-482F-8B53-9EE4ABFC3C64}">
      <dsp:nvSpPr>
        <dsp:cNvPr id="0" name=""/>
        <dsp:cNvSpPr/>
      </dsp:nvSpPr>
      <dsp:spPr>
        <a:xfrm>
          <a:off x="0" y="4180396"/>
          <a:ext cx="8105775" cy="538200"/>
        </a:xfrm>
        <a:prstGeom prst="roundRect">
          <a:avLst/>
        </a:prstGeom>
        <a:solidFill>
          <a:schemeClr val="accent2">
            <a:hueOff val="-339344"/>
            <a:satOff val="-2908"/>
            <a:lumOff val="-192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order_items – rendelés tételek (mérettel együtt)</a:t>
          </a:r>
        </a:p>
      </dsp:txBody>
      <dsp:txXfrm>
        <a:off x="26273" y="4206669"/>
        <a:ext cx="8053229" cy="485654"/>
      </dsp:txXfrm>
    </dsp:sp>
    <dsp:sp modelId="{2664A7AB-485C-4296-94E1-33FE6D1951D2}">
      <dsp:nvSpPr>
        <dsp:cNvPr id="0" name=""/>
        <dsp:cNvSpPr/>
      </dsp:nvSpPr>
      <dsp:spPr>
        <a:xfrm>
          <a:off x="0" y="4784836"/>
          <a:ext cx="8105775" cy="5382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comments – termékhez írt kommentek</a:t>
          </a:r>
        </a:p>
      </dsp:txBody>
      <dsp:txXfrm>
        <a:off x="26273" y="4811109"/>
        <a:ext cx="8053229" cy="485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B35FD-3426-430F-8C03-E693974815D4}">
      <dsp:nvSpPr>
        <dsp:cNvPr id="0" name=""/>
        <dsp:cNvSpPr/>
      </dsp:nvSpPr>
      <dsp:spPr>
        <a:xfrm>
          <a:off x="573018" y="2403"/>
          <a:ext cx="2963707" cy="17782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Funkciók:</a:t>
          </a:r>
        </a:p>
      </dsp:txBody>
      <dsp:txXfrm>
        <a:off x="573018" y="2403"/>
        <a:ext cx="2963707" cy="1778224"/>
      </dsp:txXfrm>
    </dsp:sp>
    <dsp:sp modelId="{4813524F-8544-433B-809F-C8B898A840D5}">
      <dsp:nvSpPr>
        <dsp:cNvPr id="0" name=""/>
        <dsp:cNvSpPr/>
      </dsp:nvSpPr>
      <dsp:spPr>
        <a:xfrm>
          <a:off x="3833096" y="2403"/>
          <a:ext cx="2963707" cy="17782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Termékek megjelenítése kártyákban (kép, név, ár, gombok)</a:t>
          </a:r>
        </a:p>
      </dsp:txBody>
      <dsp:txXfrm>
        <a:off x="3833096" y="2403"/>
        <a:ext cx="2963707" cy="1778224"/>
      </dsp:txXfrm>
    </dsp:sp>
    <dsp:sp modelId="{F417F038-11B0-4D5D-AF06-F9380B82070A}">
      <dsp:nvSpPr>
        <dsp:cNvPr id="0" name=""/>
        <dsp:cNvSpPr/>
      </dsp:nvSpPr>
      <dsp:spPr>
        <a:xfrm>
          <a:off x="7093174" y="2403"/>
          <a:ext cx="2963707" cy="17782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Kategória szűrő gombok (Férfi, Női, Sport stb.)</a:t>
          </a:r>
        </a:p>
      </dsp:txBody>
      <dsp:txXfrm>
        <a:off x="7093174" y="2403"/>
        <a:ext cx="2963707" cy="1778224"/>
      </dsp:txXfrm>
    </dsp:sp>
    <dsp:sp modelId="{0398850A-B898-4F1C-A525-C829CA1C34D2}">
      <dsp:nvSpPr>
        <dsp:cNvPr id="0" name=""/>
        <dsp:cNvSpPr/>
      </dsp:nvSpPr>
      <dsp:spPr>
        <a:xfrm>
          <a:off x="573018" y="2076998"/>
          <a:ext cx="2963707" cy="17782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Ár intervallum szűrő (min/max)</a:t>
          </a:r>
        </a:p>
      </dsp:txBody>
      <dsp:txXfrm>
        <a:off x="573018" y="2076998"/>
        <a:ext cx="2963707" cy="1778224"/>
      </dsp:txXfrm>
    </dsp:sp>
    <dsp:sp modelId="{7E9C9E01-3B04-4CD4-9358-55AA4A5935F5}">
      <dsp:nvSpPr>
        <dsp:cNvPr id="0" name=""/>
        <dsp:cNvSpPr/>
      </dsp:nvSpPr>
      <dsp:spPr>
        <a:xfrm>
          <a:off x="3833096" y="2076998"/>
          <a:ext cx="2963707" cy="177822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Rendezési lehetőség (ár szerint növekvő/csökkenő, név szerint)</a:t>
          </a:r>
        </a:p>
      </dsp:txBody>
      <dsp:txXfrm>
        <a:off x="3833096" y="2076998"/>
        <a:ext cx="2963707" cy="1778224"/>
      </dsp:txXfrm>
    </dsp:sp>
    <dsp:sp modelId="{7BAEACD8-5612-4297-86A1-CB98CBF25B06}">
      <dsp:nvSpPr>
        <dsp:cNvPr id="0" name=""/>
        <dsp:cNvSpPr/>
      </dsp:nvSpPr>
      <dsp:spPr>
        <a:xfrm>
          <a:off x="7093174" y="2076998"/>
          <a:ext cx="2963707" cy="17782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Lapozás (pagination)</a:t>
          </a:r>
        </a:p>
      </dsp:txBody>
      <dsp:txXfrm>
        <a:off x="7093174" y="2076998"/>
        <a:ext cx="2963707" cy="1778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A463E-9D4C-4947-9F78-6089D2EB5272}">
      <dsp:nvSpPr>
        <dsp:cNvPr id="0" name=""/>
        <dsp:cNvSpPr/>
      </dsp:nvSpPr>
      <dsp:spPr>
        <a:xfrm>
          <a:off x="743377" y="281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Megjelenés:</a:t>
          </a:r>
        </a:p>
      </dsp:txBody>
      <dsp:txXfrm>
        <a:off x="743377" y="281"/>
        <a:ext cx="2876409" cy="1725845"/>
      </dsp:txXfrm>
    </dsp:sp>
    <dsp:sp modelId="{8C6A5CA0-704F-4BFB-9DE2-63657B638E37}">
      <dsp:nvSpPr>
        <dsp:cNvPr id="0" name=""/>
        <dsp:cNvSpPr/>
      </dsp:nvSpPr>
      <dsp:spPr>
        <a:xfrm>
          <a:off x="3907427" y="281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Bootstrap carousel (több kép esetén)</a:t>
          </a:r>
        </a:p>
      </dsp:txBody>
      <dsp:txXfrm>
        <a:off x="3907427" y="281"/>
        <a:ext cx="2876409" cy="1725845"/>
      </dsp:txXfrm>
    </dsp:sp>
    <dsp:sp modelId="{78B5F957-6D44-423D-9A6D-29ED917B0F21}">
      <dsp:nvSpPr>
        <dsp:cNvPr id="0" name=""/>
        <dsp:cNvSpPr/>
      </dsp:nvSpPr>
      <dsp:spPr>
        <a:xfrm>
          <a:off x="7071478" y="281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Termék adatok: név, leírás, ár</a:t>
          </a:r>
        </a:p>
      </dsp:txBody>
      <dsp:txXfrm>
        <a:off x="7071478" y="281"/>
        <a:ext cx="2876409" cy="1725845"/>
      </dsp:txXfrm>
    </dsp:sp>
    <dsp:sp modelId="{F58A2C2C-CFDA-48F8-B52A-3F2CC306386A}">
      <dsp:nvSpPr>
        <dsp:cNvPr id="0" name=""/>
        <dsp:cNvSpPr/>
      </dsp:nvSpPr>
      <dsp:spPr>
        <a:xfrm>
          <a:off x="743377" y="2013768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Méretválasztó (35–45)</a:t>
          </a:r>
        </a:p>
      </dsp:txBody>
      <dsp:txXfrm>
        <a:off x="743377" y="2013768"/>
        <a:ext cx="2876409" cy="1725845"/>
      </dsp:txXfrm>
    </dsp:sp>
    <dsp:sp modelId="{4980C5C6-7004-4CA1-808F-74080A25FB16}">
      <dsp:nvSpPr>
        <dsp:cNvPr id="0" name=""/>
        <dsp:cNvSpPr/>
      </dsp:nvSpPr>
      <dsp:spPr>
        <a:xfrm>
          <a:off x="3907427" y="2013768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Kosárba rakás gomb</a:t>
          </a:r>
        </a:p>
      </dsp:txBody>
      <dsp:txXfrm>
        <a:off x="3907427" y="2013768"/>
        <a:ext cx="2876409" cy="1725845"/>
      </dsp:txXfrm>
    </dsp:sp>
    <dsp:sp modelId="{CF324F65-F2E6-464E-BB95-D6F2761EC9D7}">
      <dsp:nvSpPr>
        <dsp:cNvPr id="0" name=""/>
        <dsp:cNvSpPr/>
      </dsp:nvSpPr>
      <dsp:spPr>
        <a:xfrm>
          <a:off x="7071478" y="2013768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Vissza a főoldalra gomb</a:t>
          </a:r>
        </a:p>
      </dsp:txBody>
      <dsp:txXfrm>
        <a:off x="7071478" y="2013768"/>
        <a:ext cx="2876409" cy="17258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B5A2D-CF4C-4BDC-9E64-57AC5649F6B1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EE102-C0B5-478C-B7D5-DEC16B9265CF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Funkciók:</a:t>
          </a:r>
        </a:p>
      </dsp:txBody>
      <dsp:txXfrm>
        <a:off x="293229" y="1319617"/>
        <a:ext cx="2153317" cy="1336991"/>
      </dsp:txXfrm>
    </dsp:sp>
    <dsp:sp modelId="{51F92B09-F4FF-416D-B032-10F51828E987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8441-0E97-46EE-8407-F153A5F54AC3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Csak bejelentkezett felhasználók írhatnak kommentet</a:t>
          </a:r>
        </a:p>
      </dsp:txBody>
      <dsp:txXfrm>
        <a:off x="3026741" y="1319617"/>
        <a:ext cx="2153317" cy="1336991"/>
      </dsp:txXfrm>
    </dsp:sp>
    <dsp:sp modelId="{9CA3A77E-BE0B-48A6-ACF5-068762379556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3E264-A5E0-4A3C-81D4-0DD141FEBC88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Kommentek listázása (név, dátum, szöveg)</a:t>
          </a:r>
        </a:p>
      </dsp:txBody>
      <dsp:txXfrm>
        <a:off x="5760253" y="1319617"/>
        <a:ext cx="2153317" cy="1336991"/>
      </dsp:txXfrm>
    </dsp:sp>
    <dsp:sp modelId="{20BD7A9D-EC34-4C04-B3F1-B9D1BC32038E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23DB8-7609-4AC1-87AC-40528F369BBB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Admin törölheti a nem megfelelő kommenteket</a:t>
          </a:r>
        </a:p>
      </dsp:txBody>
      <dsp:txXfrm>
        <a:off x="8493765" y="1319617"/>
        <a:ext cx="2153317" cy="13369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16644-985D-4A16-B0E6-95698F28548F}">
      <dsp:nvSpPr>
        <dsp:cNvPr id="0" name=""/>
        <dsp:cNvSpPr/>
      </dsp:nvSpPr>
      <dsp:spPr>
        <a:xfrm>
          <a:off x="0" y="2641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DBC60-8E3D-4E6D-A7B1-E6066D32CB0A}">
      <dsp:nvSpPr>
        <dsp:cNvPr id="0" name=""/>
        <dsp:cNvSpPr/>
      </dsp:nvSpPr>
      <dsp:spPr>
        <a:xfrm>
          <a:off x="0" y="2641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Élő keresés:</a:t>
          </a:r>
        </a:p>
      </dsp:txBody>
      <dsp:txXfrm>
        <a:off x="0" y="2641"/>
        <a:ext cx="5676900" cy="900819"/>
      </dsp:txXfrm>
    </dsp:sp>
    <dsp:sp modelId="{02BF609F-2270-40A8-9875-FD918394EFE6}">
      <dsp:nvSpPr>
        <dsp:cNvPr id="0" name=""/>
        <dsp:cNvSpPr/>
      </dsp:nvSpPr>
      <dsp:spPr>
        <a:xfrm>
          <a:off x="0" y="903461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F89A2-1782-4FCD-8B04-D7E0EFFA37E9}">
      <dsp:nvSpPr>
        <dsp:cNvPr id="0" name=""/>
        <dsp:cNvSpPr/>
      </dsp:nvSpPr>
      <dsp:spPr>
        <a:xfrm>
          <a:off x="0" y="903461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Azonnali találatok a fejlécben és mobil keresőben</a:t>
          </a:r>
        </a:p>
      </dsp:txBody>
      <dsp:txXfrm>
        <a:off x="0" y="903461"/>
        <a:ext cx="5676900" cy="900819"/>
      </dsp:txXfrm>
    </dsp:sp>
    <dsp:sp modelId="{AB059DF6-B7E9-4DC5-ABAD-3B6F0A8698FC}">
      <dsp:nvSpPr>
        <dsp:cNvPr id="0" name=""/>
        <dsp:cNvSpPr/>
      </dsp:nvSpPr>
      <dsp:spPr>
        <a:xfrm>
          <a:off x="0" y="1804280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F33A7-4EAC-4659-B30C-417B82530F39}">
      <dsp:nvSpPr>
        <dsp:cNvPr id="0" name=""/>
        <dsp:cNvSpPr/>
      </dsp:nvSpPr>
      <dsp:spPr>
        <a:xfrm>
          <a:off x="0" y="1804280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 találat limit, képpel és árral</a:t>
          </a:r>
        </a:p>
      </dsp:txBody>
      <dsp:txXfrm>
        <a:off x="0" y="1804280"/>
        <a:ext cx="5676900" cy="900819"/>
      </dsp:txXfrm>
    </dsp:sp>
    <dsp:sp modelId="{0A7C1EC9-3974-4BAA-87FF-F10F5D2668F0}">
      <dsp:nvSpPr>
        <dsp:cNvPr id="0" name=""/>
        <dsp:cNvSpPr/>
      </dsp:nvSpPr>
      <dsp:spPr>
        <a:xfrm>
          <a:off x="0" y="2705100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63B25-5B41-4C10-8DA2-B67DB7AEC6F0}">
      <dsp:nvSpPr>
        <dsp:cNvPr id="0" name=""/>
        <dsp:cNvSpPr/>
      </dsp:nvSpPr>
      <dsp:spPr>
        <a:xfrm>
          <a:off x="0" y="2705100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Keresőoldal:</a:t>
          </a:r>
        </a:p>
      </dsp:txBody>
      <dsp:txXfrm>
        <a:off x="0" y="2705100"/>
        <a:ext cx="5676900" cy="900819"/>
      </dsp:txXfrm>
    </dsp:sp>
    <dsp:sp modelId="{E30893D8-B361-4368-9026-4EBC90BA5921}">
      <dsp:nvSpPr>
        <dsp:cNvPr id="0" name=""/>
        <dsp:cNvSpPr/>
      </dsp:nvSpPr>
      <dsp:spPr>
        <a:xfrm>
          <a:off x="0" y="3605919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B50FD-7C22-486E-9611-300456714957}">
      <dsp:nvSpPr>
        <dsp:cNvPr id="0" name=""/>
        <dsp:cNvSpPr/>
      </dsp:nvSpPr>
      <dsp:spPr>
        <a:xfrm>
          <a:off x="0" y="3605919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Részletes találati lista</a:t>
          </a:r>
        </a:p>
      </dsp:txBody>
      <dsp:txXfrm>
        <a:off x="0" y="3605919"/>
        <a:ext cx="5676900" cy="900819"/>
      </dsp:txXfrm>
    </dsp:sp>
    <dsp:sp modelId="{3BA6A80F-52D6-4E8B-9C91-FCC2033CD372}">
      <dsp:nvSpPr>
        <dsp:cNvPr id="0" name=""/>
        <dsp:cNvSpPr/>
      </dsp:nvSpPr>
      <dsp:spPr>
        <a:xfrm>
          <a:off x="0" y="4506738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81FAC-4611-44EE-AD42-B8DBCB7CFBA0}">
      <dsp:nvSpPr>
        <dsp:cNvPr id="0" name=""/>
        <dsp:cNvSpPr/>
      </dsp:nvSpPr>
      <dsp:spPr>
        <a:xfrm>
          <a:off x="0" y="4506738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Lapozás ha sok találat van</a:t>
          </a:r>
        </a:p>
      </dsp:txBody>
      <dsp:txXfrm>
        <a:off x="0" y="4506738"/>
        <a:ext cx="5676900" cy="9008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D9953-A20A-4905-8774-3BB5095172E0}">
      <dsp:nvSpPr>
        <dsp:cNvPr id="0" name=""/>
        <dsp:cNvSpPr/>
      </dsp:nvSpPr>
      <dsp:spPr>
        <a:xfrm>
          <a:off x="0" y="123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Megjelenés:</a:t>
          </a:r>
        </a:p>
      </dsp:txBody>
      <dsp:txXfrm>
        <a:off x="27415" y="39763"/>
        <a:ext cx="10636435" cy="506769"/>
      </dsp:txXfrm>
    </dsp:sp>
    <dsp:sp modelId="{237C3AD3-2723-45C9-8224-3C0A178AE56C}">
      <dsp:nvSpPr>
        <dsp:cNvPr id="0" name=""/>
        <dsp:cNvSpPr/>
      </dsp:nvSpPr>
      <dsp:spPr>
        <a:xfrm>
          <a:off x="0" y="64306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Táblázatos forma (termék, méret, ár, mennyiség, összeg)</a:t>
          </a:r>
        </a:p>
      </dsp:txBody>
      <dsp:txXfrm>
        <a:off x="27415" y="670483"/>
        <a:ext cx="10636435" cy="506769"/>
      </dsp:txXfrm>
    </dsp:sp>
    <dsp:sp modelId="{D236FC59-0C65-4DD1-BCF0-2BD8C44AFDF9}">
      <dsp:nvSpPr>
        <dsp:cNvPr id="0" name=""/>
        <dsp:cNvSpPr/>
      </dsp:nvSpPr>
      <dsp:spPr>
        <a:xfrm>
          <a:off x="0" y="127378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Mennyiség módosítása AJAX-szal (azonnali újraszámolás)</a:t>
          </a:r>
        </a:p>
      </dsp:txBody>
      <dsp:txXfrm>
        <a:off x="27415" y="1301203"/>
        <a:ext cx="10636435" cy="506769"/>
      </dsp:txXfrm>
    </dsp:sp>
    <dsp:sp modelId="{E83EA0B0-B880-4557-85D4-4362BDF96B2D}">
      <dsp:nvSpPr>
        <dsp:cNvPr id="0" name=""/>
        <dsp:cNvSpPr/>
      </dsp:nvSpPr>
      <dsp:spPr>
        <a:xfrm>
          <a:off x="0" y="190450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Tétel törlése</a:t>
          </a:r>
        </a:p>
      </dsp:txBody>
      <dsp:txXfrm>
        <a:off x="27415" y="1931923"/>
        <a:ext cx="10636435" cy="506769"/>
      </dsp:txXfrm>
    </dsp:sp>
    <dsp:sp modelId="{79B0CE4C-A194-4778-8803-D6C27E9472C8}">
      <dsp:nvSpPr>
        <dsp:cNvPr id="0" name=""/>
        <dsp:cNvSpPr/>
      </dsp:nvSpPr>
      <dsp:spPr>
        <a:xfrm>
          <a:off x="0" y="253522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Végösszeg kijelzése</a:t>
          </a:r>
        </a:p>
      </dsp:txBody>
      <dsp:txXfrm>
        <a:off x="27415" y="2562643"/>
        <a:ext cx="10636435" cy="506769"/>
      </dsp:txXfrm>
    </dsp:sp>
    <dsp:sp modelId="{6A849B10-8634-4752-A4DE-A88F0BFA49A9}">
      <dsp:nvSpPr>
        <dsp:cNvPr id="0" name=""/>
        <dsp:cNvSpPr/>
      </dsp:nvSpPr>
      <dsp:spPr>
        <a:xfrm>
          <a:off x="0" y="31659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Funkció: Kosár tartalma session-höz vagy user-hez kötve</a:t>
          </a:r>
        </a:p>
      </dsp:txBody>
      <dsp:txXfrm>
        <a:off x="27415" y="3193363"/>
        <a:ext cx="10636435" cy="5067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B2508-B16D-422A-B60A-057EFF7EB634}">
      <dsp:nvSpPr>
        <dsp:cNvPr id="0" name=""/>
        <dsp:cNvSpPr/>
      </dsp:nvSpPr>
      <dsp:spPr>
        <a:xfrm>
          <a:off x="0" y="659"/>
          <a:ext cx="7442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BAED9-5DA9-4B19-8799-0129999B0C58}">
      <dsp:nvSpPr>
        <dsp:cNvPr id="0" name=""/>
        <dsp:cNvSpPr/>
      </dsp:nvSpPr>
      <dsp:spPr>
        <a:xfrm>
          <a:off x="0" y="659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Adatok bekérése:</a:t>
          </a:r>
        </a:p>
      </dsp:txBody>
      <dsp:txXfrm>
        <a:off x="0" y="659"/>
        <a:ext cx="7442201" cy="1079793"/>
      </dsp:txXfrm>
    </dsp:sp>
    <dsp:sp modelId="{2B32082E-ADD5-4458-BB31-EAFC48FE19B0}">
      <dsp:nvSpPr>
        <dsp:cNvPr id="0" name=""/>
        <dsp:cNvSpPr/>
      </dsp:nvSpPr>
      <dsp:spPr>
        <a:xfrm>
          <a:off x="0" y="1080452"/>
          <a:ext cx="7442201" cy="0"/>
        </a:xfrm>
        <a:prstGeom prst="line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accent2">
              <a:hueOff val="-101803"/>
              <a:satOff val="-873"/>
              <a:lumOff val="-5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BFA0F-9512-4CE8-A41E-D12E69C77082}">
      <dsp:nvSpPr>
        <dsp:cNvPr id="0" name=""/>
        <dsp:cNvSpPr/>
      </dsp:nvSpPr>
      <dsp:spPr>
        <a:xfrm>
          <a:off x="0" y="1080452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Név, telefonszám, irányítószám, város, cím</a:t>
          </a:r>
        </a:p>
      </dsp:txBody>
      <dsp:txXfrm>
        <a:off x="0" y="1080452"/>
        <a:ext cx="7442201" cy="1079793"/>
      </dsp:txXfrm>
    </dsp:sp>
    <dsp:sp modelId="{8A934F8A-6326-4E69-B2EF-42F1593855B1}">
      <dsp:nvSpPr>
        <dsp:cNvPr id="0" name=""/>
        <dsp:cNvSpPr/>
      </dsp:nvSpPr>
      <dsp:spPr>
        <a:xfrm>
          <a:off x="0" y="2160245"/>
          <a:ext cx="7442201" cy="0"/>
        </a:xfrm>
        <a:prstGeom prst="line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35D09-EDE9-4ECA-BDEB-3298770C643E}">
      <dsp:nvSpPr>
        <dsp:cNvPr id="0" name=""/>
        <dsp:cNvSpPr/>
      </dsp:nvSpPr>
      <dsp:spPr>
        <a:xfrm>
          <a:off x="0" y="2160245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Szállítási mód választása (standard/express)</a:t>
          </a:r>
        </a:p>
      </dsp:txBody>
      <dsp:txXfrm>
        <a:off x="0" y="2160245"/>
        <a:ext cx="7442201" cy="1079793"/>
      </dsp:txXfrm>
    </dsp:sp>
    <dsp:sp modelId="{6E8F6FF0-1EFD-4A2B-874C-78899764ECFD}">
      <dsp:nvSpPr>
        <dsp:cNvPr id="0" name=""/>
        <dsp:cNvSpPr/>
      </dsp:nvSpPr>
      <dsp:spPr>
        <a:xfrm>
          <a:off x="0" y="3240038"/>
          <a:ext cx="7442201" cy="0"/>
        </a:xfrm>
        <a:prstGeom prst="line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accent2">
              <a:hueOff val="-305410"/>
              <a:satOff val="-2618"/>
              <a:lumOff val="-1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C55D4-9168-4F92-A5C3-91134FAA8B31}">
      <dsp:nvSpPr>
        <dsp:cNvPr id="0" name=""/>
        <dsp:cNvSpPr/>
      </dsp:nvSpPr>
      <dsp:spPr>
        <a:xfrm>
          <a:off x="0" y="3240038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Fizetési mód (PayPal)</a:t>
          </a:r>
        </a:p>
      </dsp:txBody>
      <dsp:txXfrm>
        <a:off x="0" y="3240038"/>
        <a:ext cx="7442201" cy="1079793"/>
      </dsp:txXfrm>
    </dsp:sp>
    <dsp:sp modelId="{5DE1AAA3-105B-471D-B61F-06CE3C64A293}">
      <dsp:nvSpPr>
        <dsp:cNvPr id="0" name=""/>
        <dsp:cNvSpPr/>
      </dsp:nvSpPr>
      <dsp:spPr>
        <a:xfrm>
          <a:off x="0" y="4319831"/>
          <a:ext cx="7442201" cy="0"/>
        </a:xfrm>
        <a:prstGeom prst="line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0DC42-A50C-4B05-8347-F0F0B390D33B}">
      <dsp:nvSpPr>
        <dsp:cNvPr id="0" name=""/>
        <dsp:cNvSpPr/>
      </dsp:nvSpPr>
      <dsp:spPr>
        <a:xfrm>
          <a:off x="0" y="4319831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Összegzés: Termékek összege + szállítási költség</a:t>
          </a:r>
        </a:p>
      </dsp:txBody>
      <dsp:txXfrm>
        <a:off x="0" y="4319831"/>
        <a:ext cx="7442201" cy="10797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A665A-9DAA-4ED1-99C3-7E92AE57F32A}">
      <dsp:nvSpPr>
        <dsp:cNvPr id="0" name=""/>
        <dsp:cNvSpPr/>
      </dsp:nvSpPr>
      <dsp:spPr>
        <a:xfrm>
          <a:off x="743415" y="313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Megvalósítás:</a:t>
          </a:r>
        </a:p>
      </dsp:txBody>
      <dsp:txXfrm>
        <a:off x="743415" y="313"/>
        <a:ext cx="2876556" cy="1725934"/>
      </dsp:txXfrm>
    </dsp:sp>
    <dsp:sp modelId="{10555F44-9E71-4222-BC52-D7F98268B7A5}">
      <dsp:nvSpPr>
        <dsp:cNvPr id="0" name=""/>
        <dsp:cNvSpPr/>
      </dsp:nvSpPr>
      <dsp:spPr>
        <a:xfrm>
          <a:off x="3907627" y="313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PayPal Sandbox használata teszteléshez</a:t>
          </a:r>
        </a:p>
      </dsp:txBody>
      <dsp:txXfrm>
        <a:off x="3907627" y="313"/>
        <a:ext cx="2876556" cy="1725934"/>
      </dsp:txXfrm>
    </dsp:sp>
    <dsp:sp modelId="{D5B393AD-8EAC-4313-A59B-76FC470F41D2}">
      <dsp:nvSpPr>
        <dsp:cNvPr id="0" name=""/>
        <dsp:cNvSpPr/>
      </dsp:nvSpPr>
      <dsp:spPr>
        <a:xfrm>
          <a:off x="7071840" y="313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paypal_checkout.php – PayPal gomb megjelenítése</a:t>
          </a:r>
        </a:p>
      </dsp:txBody>
      <dsp:txXfrm>
        <a:off x="7071840" y="313"/>
        <a:ext cx="2876556" cy="1725934"/>
      </dsp:txXfrm>
    </dsp:sp>
    <dsp:sp modelId="{2A8ACBF5-7AE2-4D31-AD6D-1B04464748BC}">
      <dsp:nvSpPr>
        <dsp:cNvPr id="0" name=""/>
        <dsp:cNvSpPr/>
      </dsp:nvSpPr>
      <dsp:spPr>
        <a:xfrm>
          <a:off x="2325521" y="2013902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Tesztadatok megjelenítése (email/jelszó)</a:t>
          </a:r>
        </a:p>
      </dsp:txBody>
      <dsp:txXfrm>
        <a:off x="2325521" y="2013902"/>
        <a:ext cx="2876556" cy="1725934"/>
      </dsp:txXfrm>
    </dsp:sp>
    <dsp:sp modelId="{F0F516AD-8E9F-49F6-9A33-AF760FA064B5}">
      <dsp:nvSpPr>
        <dsp:cNvPr id="0" name=""/>
        <dsp:cNvSpPr/>
      </dsp:nvSpPr>
      <dsp:spPr>
        <a:xfrm>
          <a:off x="5489733" y="2013902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Visszaigazolás: payment_success.php és payment_cancel.php</a:t>
          </a:r>
        </a:p>
      </dsp:txBody>
      <dsp:txXfrm>
        <a:off x="5489733" y="2013902"/>
        <a:ext cx="2876556" cy="17259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A21DF-AC7E-4B9E-9AAA-65A6757CC00C}">
      <dsp:nvSpPr>
        <dsp:cNvPr id="0" name=""/>
        <dsp:cNvSpPr/>
      </dsp:nvSpPr>
      <dsp:spPr>
        <a:xfrm>
          <a:off x="0" y="123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Regisztráció:</a:t>
          </a:r>
        </a:p>
      </dsp:txBody>
      <dsp:txXfrm>
        <a:off x="27415" y="39763"/>
        <a:ext cx="10636435" cy="506769"/>
      </dsp:txXfrm>
    </dsp:sp>
    <dsp:sp modelId="{3BDE3A0C-9646-4A1A-A7FD-E9AFB637522C}">
      <dsp:nvSpPr>
        <dsp:cNvPr id="0" name=""/>
        <dsp:cNvSpPr/>
      </dsp:nvSpPr>
      <dsp:spPr>
        <a:xfrm>
          <a:off x="0" y="64306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Mezők: vezetéknév, keresztnév, felhasználónév, email, telefonszán, jelszó</a:t>
          </a:r>
        </a:p>
      </dsp:txBody>
      <dsp:txXfrm>
        <a:off x="27415" y="670483"/>
        <a:ext cx="10636435" cy="506769"/>
      </dsp:txXfrm>
    </dsp:sp>
    <dsp:sp modelId="{1BD5AC3B-CB9E-4FD6-9359-4E5B88D565EF}">
      <dsp:nvSpPr>
        <dsp:cNvPr id="0" name=""/>
        <dsp:cNvSpPr/>
      </dsp:nvSpPr>
      <dsp:spPr>
        <a:xfrm>
          <a:off x="0" y="127378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Ellenőrzések (egyedi email/felhasználónév, jelszó hossz)</a:t>
          </a:r>
        </a:p>
      </dsp:txBody>
      <dsp:txXfrm>
        <a:off x="27415" y="1301203"/>
        <a:ext cx="10636435" cy="506769"/>
      </dsp:txXfrm>
    </dsp:sp>
    <dsp:sp modelId="{D81A0502-0078-45E8-8B9E-C6006D56A08D}">
      <dsp:nvSpPr>
        <dsp:cNvPr id="0" name=""/>
        <dsp:cNvSpPr/>
      </dsp:nvSpPr>
      <dsp:spPr>
        <a:xfrm>
          <a:off x="0" y="190450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Bejelentkezés:</a:t>
          </a:r>
        </a:p>
      </dsp:txBody>
      <dsp:txXfrm>
        <a:off x="27415" y="1931923"/>
        <a:ext cx="10636435" cy="506769"/>
      </dsp:txXfrm>
    </dsp:sp>
    <dsp:sp modelId="{86593554-B8AA-4D2D-BBBF-B4574A9FFC95}">
      <dsp:nvSpPr>
        <dsp:cNvPr id="0" name=""/>
        <dsp:cNvSpPr/>
      </dsp:nvSpPr>
      <dsp:spPr>
        <a:xfrm>
          <a:off x="0" y="253522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Session kezelés, kosár átmozgatása vendégből</a:t>
          </a:r>
        </a:p>
      </dsp:txBody>
      <dsp:txXfrm>
        <a:off x="27415" y="2562643"/>
        <a:ext cx="10636435" cy="506769"/>
      </dsp:txXfrm>
    </dsp:sp>
    <dsp:sp modelId="{78A79040-3DDB-4869-8E28-AE374E1E44A2}">
      <dsp:nvSpPr>
        <dsp:cNvPr id="0" name=""/>
        <dsp:cNvSpPr/>
      </dsp:nvSpPr>
      <dsp:spPr>
        <a:xfrm>
          <a:off x="0" y="31659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Kijelentkezés</a:t>
          </a:r>
        </a:p>
      </dsp:txBody>
      <dsp:txXfrm>
        <a:off x="27415" y="3193363"/>
        <a:ext cx="10636435" cy="5067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96F35-8706-406F-B9E3-985CFF984EF5}">
      <dsp:nvSpPr>
        <dsp:cNvPr id="0" name=""/>
        <dsp:cNvSpPr/>
      </dsp:nvSpPr>
      <dsp:spPr>
        <a:xfrm>
          <a:off x="0" y="0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Funkciók:</a:t>
          </a:r>
        </a:p>
      </dsp:txBody>
      <dsp:txXfrm>
        <a:off x="19717" y="19717"/>
        <a:ext cx="7427096" cy="633747"/>
      </dsp:txXfrm>
    </dsp:sp>
    <dsp:sp modelId="{74304367-B7CE-454B-8313-C3185E1BB4A0}">
      <dsp:nvSpPr>
        <dsp:cNvPr id="0" name=""/>
        <dsp:cNvSpPr/>
      </dsp:nvSpPr>
      <dsp:spPr>
        <a:xfrm>
          <a:off x="614747" y="766678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Cipők listázása (képek, kategória, új jelölő)</a:t>
          </a:r>
        </a:p>
      </dsp:txBody>
      <dsp:txXfrm>
        <a:off x="634464" y="786395"/>
        <a:ext cx="7140524" cy="633747"/>
      </dsp:txXfrm>
    </dsp:sp>
    <dsp:sp modelId="{8B87263A-3593-4517-94DA-24D1F1E7DCB7}">
      <dsp:nvSpPr>
        <dsp:cNvPr id="0" name=""/>
        <dsp:cNvSpPr/>
      </dsp:nvSpPr>
      <dsp:spPr>
        <a:xfrm>
          <a:off x="1229495" y="1533357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Hozzáadás (3 kép URL, kategória választó/új kategória)</a:t>
          </a:r>
        </a:p>
      </dsp:txBody>
      <dsp:txXfrm>
        <a:off x="1249212" y="1553074"/>
        <a:ext cx="7140524" cy="633747"/>
      </dsp:txXfrm>
    </dsp:sp>
    <dsp:sp modelId="{BF3211D9-AB1A-4944-BEAD-BDDA6B848D42}">
      <dsp:nvSpPr>
        <dsp:cNvPr id="0" name=""/>
        <dsp:cNvSpPr/>
      </dsp:nvSpPr>
      <dsp:spPr>
        <a:xfrm>
          <a:off x="1844243" y="2300036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Szerkesztés, törlés</a:t>
          </a:r>
        </a:p>
      </dsp:txBody>
      <dsp:txXfrm>
        <a:off x="1863960" y="2319753"/>
        <a:ext cx="7140524" cy="633747"/>
      </dsp:txXfrm>
    </dsp:sp>
    <dsp:sp modelId="{F6EEBDE9-700D-4261-8B7A-6FF400E742D4}">
      <dsp:nvSpPr>
        <dsp:cNvPr id="0" name=""/>
        <dsp:cNvSpPr/>
      </dsp:nvSpPr>
      <dsp:spPr>
        <a:xfrm>
          <a:off x="2458990" y="3066714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Kategóriák dinamikus kezelése</a:t>
          </a:r>
        </a:p>
      </dsp:txBody>
      <dsp:txXfrm>
        <a:off x="2478707" y="3086431"/>
        <a:ext cx="7140524" cy="633747"/>
      </dsp:txXfrm>
    </dsp:sp>
    <dsp:sp modelId="{3448989B-ADAE-4493-9AF8-925AE958CFC8}">
      <dsp:nvSpPr>
        <dsp:cNvPr id="0" name=""/>
        <dsp:cNvSpPr/>
      </dsp:nvSpPr>
      <dsp:spPr>
        <a:xfrm>
          <a:off x="7794706" y="491796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93159" y="491796"/>
        <a:ext cx="240661" cy="329269"/>
      </dsp:txXfrm>
    </dsp:sp>
    <dsp:sp modelId="{44099E88-12C6-48A0-8C8B-AF64A0C681A5}">
      <dsp:nvSpPr>
        <dsp:cNvPr id="0" name=""/>
        <dsp:cNvSpPr/>
      </dsp:nvSpPr>
      <dsp:spPr>
        <a:xfrm>
          <a:off x="8409453" y="1258475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507906" y="1258475"/>
        <a:ext cx="240661" cy="329269"/>
      </dsp:txXfrm>
    </dsp:sp>
    <dsp:sp modelId="{E550DCF3-2AEB-4218-8186-F0FEE9B95D12}">
      <dsp:nvSpPr>
        <dsp:cNvPr id="0" name=""/>
        <dsp:cNvSpPr/>
      </dsp:nvSpPr>
      <dsp:spPr>
        <a:xfrm>
          <a:off x="9024201" y="2013933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122654" y="2013933"/>
        <a:ext cx="240661" cy="329269"/>
      </dsp:txXfrm>
    </dsp:sp>
    <dsp:sp modelId="{E588AF55-DDD2-4973-86E0-E1C1ACFA7683}">
      <dsp:nvSpPr>
        <dsp:cNvPr id="0" name=""/>
        <dsp:cNvSpPr/>
      </dsp:nvSpPr>
      <dsp:spPr>
        <a:xfrm>
          <a:off x="9638949" y="2788092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737402" y="2788092"/>
        <a:ext cx="240661" cy="3292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334E1-76AB-44FC-979B-D6C8F2E5B7EA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FD826-6B6E-4092-9331-9E3A1E3BEC87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Felhasználók:</a:t>
          </a:r>
        </a:p>
      </dsp:txBody>
      <dsp:txXfrm>
        <a:off x="293229" y="1319617"/>
        <a:ext cx="2153317" cy="1336991"/>
      </dsp:txXfrm>
    </dsp:sp>
    <dsp:sp modelId="{63772D2D-FF9E-4582-A0A7-CD0BC926C06F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AD939-23D8-4B32-AD3F-B3E156EAFF2B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Lista, admin flag, törlés (saját magad nem)</a:t>
          </a:r>
        </a:p>
      </dsp:txBody>
      <dsp:txXfrm>
        <a:off x="3026741" y="1319617"/>
        <a:ext cx="2153317" cy="1336991"/>
      </dsp:txXfrm>
    </dsp:sp>
    <dsp:sp modelId="{07BF9DAC-BBB9-48CB-92D5-EA0629B9CC39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BBF12-6E73-4AC5-BE96-A2355F08C79A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Kommentek:</a:t>
          </a:r>
        </a:p>
      </dsp:txBody>
      <dsp:txXfrm>
        <a:off x="5760253" y="1319617"/>
        <a:ext cx="2153317" cy="1336991"/>
      </dsp:txXfrm>
    </dsp:sp>
    <dsp:sp modelId="{44CF484F-B78C-4CED-9316-D6EF66CE9D3F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C9749-7A5E-4B31-B361-DC90B6B3B960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Kommentek listája, törlés lehetőség</a:t>
          </a:r>
        </a:p>
      </dsp:txBody>
      <dsp:txXfrm>
        <a:off x="8493765" y="1319617"/>
        <a:ext cx="2153317" cy="133699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7C7B62-6831-4493-8006-42029B0A3D4D}">
      <dsp:nvSpPr>
        <dsp:cNvPr id="0" name=""/>
        <dsp:cNvSpPr/>
      </dsp:nvSpPr>
      <dsp:spPr>
        <a:xfrm>
          <a:off x="207" y="424640"/>
          <a:ext cx="2506953" cy="30083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Rendelések megjelenítése:</a:t>
          </a:r>
        </a:p>
      </dsp:txBody>
      <dsp:txXfrm>
        <a:off x="207" y="1627978"/>
        <a:ext cx="2506953" cy="1805006"/>
      </dsp:txXfrm>
    </dsp:sp>
    <dsp:sp modelId="{7CA687BD-F795-455A-A25D-06AD28E78B03}">
      <dsp:nvSpPr>
        <dsp:cNvPr id="0" name=""/>
        <dsp:cNvSpPr/>
      </dsp:nvSpPr>
      <dsp:spPr>
        <a:xfrm>
          <a:off x="20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7" y="424640"/>
        <a:ext cx="2506953" cy="1203337"/>
      </dsp:txXfrm>
    </dsp:sp>
    <dsp:sp modelId="{65AD6FC8-0353-4089-9DEC-A11DACEA690F}">
      <dsp:nvSpPr>
        <dsp:cNvPr id="0" name=""/>
        <dsp:cNvSpPr/>
      </dsp:nvSpPr>
      <dsp:spPr>
        <a:xfrm>
          <a:off x="2707717" y="424640"/>
          <a:ext cx="2506953" cy="30083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Összes rendelés adatokkal (felhasználó, név, cím, összeg, státusz)</a:t>
          </a:r>
        </a:p>
      </dsp:txBody>
      <dsp:txXfrm>
        <a:off x="2707717" y="1627978"/>
        <a:ext cx="2506953" cy="1805006"/>
      </dsp:txXfrm>
    </dsp:sp>
    <dsp:sp modelId="{75D146FF-F206-4567-AB18-9F25188AA1E6}">
      <dsp:nvSpPr>
        <dsp:cNvPr id="0" name=""/>
        <dsp:cNvSpPr/>
      </dsp:nvSpPr>
      <dsp:spPr>
        <a:xfrm>
          <a:off x="270771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07717" y="424640"/>
        <a:ext cx="2506953" cy="1203337"/>
      </dsp:txXfrm>
    </dsp:sp>
    <dsp:sp modelId="{CFD4885A-DAD8-48D2-B61D-2D5FC5C1DBE9}">
      <dsp:nvSpPr>
        <dsp:cNvPr id="0" name=""/>
        <dsp:cNvSpPr/>
      </dsp:nvSpPr>
      <dsp:spPr>
        <a:xfrm>
          <a:off x="5415228" y="424640"/>
          <a:ext cx="2506953" cy="3008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Fizetési azonosító</a:t>
          </a:r>
        </a:p>
      </dsp:txBody>
      <dsp:txXfrm>
        <a:off x="5415228" y="1627978"/>
        <a:ext cx="2506953" cy="1805006"/>
      </dsp:txXfrm>
    </dsp:sp>
    <dsp:sp modelId="{441A6767-19AE-4C36-9168-B4631522DC65}">
      <dsp:nvSpPr>
        <dsp:cNvPr id="0" name=""/>
        <dsp:cNvSpPr/>
      </dsp:nvSpPr>
      <dsp:spPr>
        <a:xfrm>
          <a:off x="541522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15228" y="424640"/>
        <a:ext cx="2506953" cy="1203337"/>
      </dsp:txXfrm>
    </dsp:sp>
    <dsp:sp modelId="{09698B22-9BDC-49B9-B732-068F1CA5327B}">
      <dsp:nvSpPr>
        <dsp:cNvPr id="0" name=""/>
        <dsp:cNvSpPr/>
      </dsp:nvSpPr>
      <dsp:spPr>
        <a:xfrm>
          <a:off x="8122738" y="424640"/>
          <a:ext cx="2506953" cy="3008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Részletek modal: tételek (méret, mennyiség, ár)</a:t>
          </a:r>
        </a:p>
      </dsp:txBody>
      <dsp:txXfrm>
        <a:off x="8122738" y="1627978"/>
        <a:ext cx="2506953" cy="1805006"/>
      </dsp:txXfrm>
    </dsp:sp>
    <dsp:sp modelId="{B567E7AE-D97E-462C-A50F-11B56F1BF3C5}">
      <dsp:nvSpPr>
        <dsp:cNvPr id="0" name=""/>
        <dsp:cNvSpPr/>
      </dsp:nvSpPr>
      <dsp:spPr>
        <a:xfrm>
          <a:off x="812273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22738" y="424640"/>
        <a:ext cx="2506953" cy="120333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E866B-D98C-4C62-BE19-9EE1D3C13022}">
      <dsp:nvSpPr>
        <dsp:cNvPr id="0" name=""/>
        <dsp:cNvSpPr/>
      </dsp:nvSpPr>
      <dsp:spPr>
        <a:xfrm>
          <a:off x="0" y="456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40E72-E47C-4CE6-9AFC-B6C9ECC4B556}">
      <dsp:nvSpPr>
        <dsp:cNvPr id="0" name=""/>
        <dsp:cNvSpPr/>
      </dsp:nvSpPr>
      <dsp:spPr>
        <a:xfrm>
          <a:off x="0" y="456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Mobil nézet:</a:t>
          </a:r>
        </a:p>
      </dsp:txBody>
      <dsp:txXfrm>
        <a:off x="0" y="456"/>
        <a:ext cx="10691265" cy="747796"/>
      </dsp:txXfrm>
    </dsp:sp>
    <dsp:sp modelId="{A12DEF7A-EE6C-454E-87BF-FE7E9A42767F}">
      <dsp:nvSpPr>
        <dsp:cNvPr id="0" name=""/>
        <dsp:cNvSpPr/>
      </dsp:nvSpPr>
      <dsp:spPr>
        <a:xfrm>
          <a:off x="0" y="748253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16ACC-F15A-4A47-94BD-1AA63934690A}">
      <dsp:nvSpPr>
        <dsp:cNvPr id="0" name=""/>
        <dsp:cNvSpPr/>
      </dsp:nvSpPr>
      <dsp:spPr>
        <a:xfrm>
          <a:off x="0" y="748253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Kereső a navigáció alatt</a:t>
          </a:r>
        </a:p>
      </dsp:txBody>
      <dsp:txXfrm>
        <a:off x="0" y="748253"/>
        <a:ext cx="10691265" cy="747796"/>
      </dsp:txXfrm>
    </dsp:sp>
    <dsp:sp modelId="{4722230B-579B-4F30-9CFC-BB22F61483BD}">
      <dsp:nvSpPr>
        <dsp:cNvPr id="0" name=""/>
        <dsp:cNvSpPr/>
      </dsp:nvSpPr>
      <dsp:spPr>
        <a:xfrm>
          <a:off x="0" y="1496049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F5800-A3DF-47D5-AF5A-F9201848AD18}">
      <dsp:nvSpPr>
        <dsp:cNvPr id="0" name=""/>
        <dsp:cNvSpPr/>
      </dsp:nvSpPr>
      <dsp:spPr>
        <a:xfrm>
          <a:off x="0" y="1496049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Hamburger menü</a:t>
          </a:r>
        </a:p>
      </dsp:txBody>
      <dsp:txXfrm>
        <a:off x="0" y="1496049"/>
        <a:ext cx="10691265" cy="747796"/>
      </dsp:txXfrm>
    </dsp:sp>
    <dsp:sp modelId="{CFEA315C-679A-433D-B7FB-20881C14F008}">
      <dsp:nvSpPr>
        <dsp:cNvPr id="0" name=""/>
        <dsp:cNvSpPr/>
      </dsp:nvSpPr>
      <dsp:spPr>
        <a:xfrm>
          <a:off x="0" y="2243846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039AC-9752-4AAB-98EF-A4889C84AFF2}">
      <dsp:nvSpPr>
        <dsp:cNvPr id="0" name=""/>
        <dsp:cNvSpPr/>
      </dsp:nvSpPr>
      <dsp:spPr>
        <a:xfrm>
          <a:off x="0" y="2243846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Kártyák egymás alatt</a:t>
          </a:r>
        </a:p>
      </dsp:txBody>
      <dsp:txXfrm>
        <a:off x="0" y="2243846"/>
        <a:ext cx="10691265" cy="747796"/>
      </dsp:txXfrm>
    </dsp:sp>
    <dsp:sp modelId="{DF6D9D1E-856B-4D06-AB0A-E4DF6561617F}">
      <dsp:nvSpPr>
        <dsp:cNvPr id="0" name=""/>
        <dsp:cNvSpPr/>
      </dsp:nvSpPr>
      <dsp:spPr>
        <a:xfrm>
          <a:off x="0" y="2991642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74134-0C91-447F-97BC-DB0F969B7E6E}">
      <dsp:nvSpPr>
        <dsp:cNvPr id="0" name=""/>
        <dsp:cNvSpPr/>
      </dsp:nvSpPr>
      <dsp:spPr>
        <a:xfrm>
          <a:off x="0" y="2991642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Táblázatok görgethetővé válnak</a:t>
          </a:r>
        </a:p>
      </dsp:txBody>
      <dsp:txXfrm>
        <a:off x="0" y="2991642"/>
        <a:ext cx="10691265" cy="74779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3E0F4-1182-4B16-BFD5-3562AFFC8BAE}">
      <dsp:nvSpPr>
        <dsp:cNvPr id="0" name=""/>
        <dsp:cNvSpPr/>
      </dsp:nvSpPr>
      <dsp:spPr>
        <a:xfrm>
          <a:off x="0" y="659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FAEA0-674A-4A12-8170-4E6A47B5D8A3}">
      <dsp:nvSpPr>
        <dsp:cNvPr id="0" name=""/>
        <dsp:cNvSpPr/>
      </dsp:nvSpPr>
      <dsp:spPr>
        <a:xfrm>
          <a:off x="0" y="659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Jelszavak: password_hash() és password_verify()</a:t>
          </a:r>
        </a:p>
      </dsp:txBody>
      <dsp:txXfrm>
        <a:off x="0" y="659"/>
        <a:ext cx="7442201" cy="1079793"/>
      </dsp:txXfrm>
    </dsp:sp>
    <dsp:sp modelId="{75923252-08CF-4835-B849-9F81F2AF0E94}">
      <dsp:nvSpPr>
        <dsp:cNvPr id="0" name=""/>
        <dsp:cNvSpPr/>
      </dsp:nvSpPr>
      <dsp:spPr>
        <a:xfrm>
          <a:off x="0" y="1080452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37A92-874A-4853-B056-B07B53A882AE}">
      <dsp:nvSpPr>
        <dsp:cNvPr id="0" name=""/>
        <dsp:cNvSpPr/>
      </dsp:nvSpPr>
      <dsp:spPr>
        <a:xfrm>
          <a:off x="0" y="1080452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SQL injection: Prepared statementek (PDO)</a:t>
          </a:r>
        </a:p>
      </dsp:txBody>
      <dsp:txXfrm>
        <a:off x="0" y="1080452"/>
        <a:ext cx="7442201" cy="1079793"/>
      </dsp:txXfrm>
    </dsp:sp>
    <dsp:sp modelId="{72F5759D-AED0-485E-BB74-14A38EC12B7D}">
      <dsp:nvSpPr>
        <dsp:cNvPr id="0" name=""/>
        <dsp:cNvSpPr/>
      </dsp:nvSpPr>
      <dsp:spPr>
        <a:xfrm>
          <a:off x="0" y="2160245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65A29-404C-477C-A072-2FBC3FA69066}">
      <dsp:nvSpPr>
        <dsp:cNvPr id="0" name=""/>
        <dsp:cNvSpPr/>
      </dsp:nvSpPr>
      <dsp:spPr>
        <a:xfrm>
          <a:off x="0" y="2160245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XSS elleni védelem: htmlspecialchars() kimeneteken</a:t>
          </a:r>
        </a:p>
      </dsp:txBody>
      <dsp:txXfrm>
        <a:off x="0" y="2160245"/>
        <a:ext cx="7442201" cy="1079793"/>
      </dsp:txXfrm>
    </dsp:sp>
    <dsp:sp modelId="{AEE9A63E-E9DB-4DB3-8D82-397B072964E7}">
      <dsp:nvSpPr>
        <dsp:cNvPr id="0" name=""/>
        <dsp:cNvSpPr/>
      </dsp:nvSpPr>
      <dsp:spPr>
        <a:xfrm>
          <a:off x="0" y="3240038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CBE9B-D5AC-4CE8-AD33-48493657931D}">
      <dsp:nvSpPr>
        <dsp:cNvPr id="0" name=""/>
        <dsp:cNvSpPr/>
      </dsp:nvSpPr>
      <dsp:spPr>
        <a:xfrm>
          <a:off x="0" y="3240038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Session védelem: session_regenerate_id()? (itt nem, de említhető)</a:t>
          </a:r>
        </a:p>
      </dsp:txBody>
      <dsp:txXfrm>
        <a:off x="0" y="3240038"/>
        <a:ext cx="7442201" cy="1079793"/>
      </dsp:txXfrm>
    </dsp:sp>
    <dsp:sp modelId="{91439D97-8B27-4021-BDD8-8CCC6549B2BB}">
      <dsp:nvSpPr>
        <dsp:cNvPr id="0" name=""/>
        <dsp:cNvSpPr/>
      </dsp:nvSpPr>
      <dsp:spPr>
        <a:xfrm>
          <a:off x="0" y="4319831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72EC1-6A35-4292-9D95-A2D60C2527C5}">
      <dsp:nvSpPr>
        <dsp:cNvPr id="0" name=""/>
        <dsp:cNvSpPr/>
      </dsp:nvSpPr>
      <dsp:spPr>
        <a:xfrm>
          <a:off x="0" y="4319831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Admin jogosultság ellenőrzés minden admin oldalon</a:t>
          </a:r>
        </a:p>
      </dsp:txBody>
      <dsp:txXfrm>
        <a:off x="0" y="4319831"/>
        <a:ext cx="7442201" cy="107979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72CD8-FAB0-425E-BCB7-9D7B9937A439}">
      <dsp:nvSpPr>
        <dsp:cNvPr id="0" name=""/>
        <dsp:cNvSpPr/>
      </dsp:nvSpPr>
      <dsp:spPr>
        <a:xfrm>
          <a:off x="0" y="6407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AJAX kosár kezelés: kezdeti problémák a méret átadásával</a:t>
          </a:r>
        </a:p>
      </dsp:txBody>
      <dsp:txXfrm>
        <a:off x="33127" y="39534"/>
        <a:ext cx="10625011" cy="612346"/>
      </dsp:txXfrm>
    </dsp:sp>
    <dsp:sp modelId="{3B33A54C-01A1-4584-B610-CBB4F5AD3946}">
      <dsp:nvSpPr>
        <dsp:cNvPr id="0" name=""/>
        <dsp:cNvSpPr/>
      </dsp:nvSpPr>
      <dsp:spPr>
        <a:xfrm>
          <a:off x="0" y="76852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PayPal integráció: sandbox beállítások, visszatérő URL-ek</a:t>
          </a:r>
        </a:p>
      </dsp:txBody>
      <dsp:txXfrm>
        <a:off x="33127" y="801655"/>
        <a:ext cx="10625011" cy="612346"/>
      </dsp:txXfrm>
    </dsp:sp>
    <dsp:sp modelId="{15FB2BBF-3F07-4CCB-9DBE-DC0345490E53}">
      <dsp:nvSpPr>
        <dsp:cNvPr id="0" name=""/>
        <dsp:cNvSpPr/>
      </dsp:nvSpPr>
      <dsp:spPr>
        <a:xfrm>
          <a:off x="0" y="153064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Vendég kosár vs. user kosár: session ID kezelés</a:t>
          </a:r>
        </a:p>
      </dsp:txBody>
      <dsp:txXfrm>
        <a:off x="33127" y="1563775"/>
        <a:ext cx="10625011" cy="612346"/>
      </dsp:txXfrm>
    </dsp:sp>
    <dsp:sp modelId="{3C549475-FB58-41DE-A30A-4D2A85B8D63E}">
      <dsp:nvSpPr>
        <dsp:cNvPr id="0" name=""/>
        <dsp:cNvSpPr/>
      </dsp:nvSpPr>
      <dsp:spPr>
        <a:xfrm>
          <a:off x="0" y="229276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Kategória szűrés dinamikus kezelése admin felületen</a:t>
          </a:r>
        </a:p>
      </dsp:txBody>
      <dsp:txXfrm>
        <a:off x="33127" y="2325895"/>
        <a:ext cx="10625011" cy="612346"/>
      </dsp:txXfrm>
    </dsp:sp>
    <dsp:sp modelId="{BC16E5C4-7053-4098-9F9F-D4863CD6670B}">
      <dsp:nvSpPr>
        <dsp:cNvPr id="0" name=""/>
        <dsp:cNvSpPr/>
      </dsp:nvSpPr>
      <dsp:spPr>
        <a:xfrm>
          <a:off x="0" y="305488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Megoldások: alapos tesztelés, naplózás, dokumentáció olvasás</a:t>
          </a:r>
        </a:p>
      </dsp:txBody>
      <dsp:txXfrm>
        <a:off x="33127" y="3088015"/>
        <a:ext cx="10625011" cy="612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2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7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5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8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1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3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3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4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12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297BF5-4756-F714-50E7-7B1A5D47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5" r="-2" b="1174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Cípőbazár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Készítette: Illés Levente, Demeter Roland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Iskola: MSZC Gépészeti Technikum és Kollégium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B45BB-B6F3-BA67-D3F8-4A0C5407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Fő funkciók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12BE88-18B6-C738-CBC7-DDEC16DF0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44793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631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0773-F331-33D0-ACD5-C8E4505F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Technológiák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44EC96-3F21-9290-22D7-AB5DAABB5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045435"/>
              </p:ext>
            </p:extLst>
          </p:nvPr>
        </p:nvGraphicFramePr>
        <p:xfrm>
          <a:off x="700635" y="1565825"/>
          <a:ext cx="10691265" cy="4385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86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D18A-8589-E971-C2A8-1A922EE4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Adatbázis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szerkezet</a:t>
            </a:r>
            <a:endParaRPr lang="en-US" dirty="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40FEA0-C629-F408-9833-82B48BCE8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402078"/>
              </p:ext>
            </p:extLst>
          </p:nvPr>
        </p:nvGraphicFramePr>
        <p:xfrm>
          <a:off x="3511551" y="675218"/>
          <a:ext cx="8105775" cy="6481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460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8CA36-20BD-3548-1AF8-7D65783B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Főoldal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Terméklista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és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szűrés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15050-FAB1-CC04-73A7-BD45657BB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4167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900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EDAA-8BAA-5A31-45D4-FF2D5AD2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Termék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részletes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oldal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33DA26-A54A-7E19-759E-052095DFFD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4889" y="1710777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58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847A2-8651-722F-8453-FFABA61E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Kommentek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Felhasználói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interakció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3A4942-1685-4AD8-C248-8F26B77CD5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71995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21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480A0-4E17-29C6-A85D-8BB266DD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Élő keresés és keresőoldal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4ABFCA3-C00F-2856-CD50-2FA79D790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855470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956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EF6A-8166-D4F0-F4EE-8DEE3C05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Kosár </a:t>
            </a:r>
            <a:r>
              <a:rPr lang="en-US" dirty="0" err="1">
                <a:ea typeface="+mj-lt"/>
                <a:cs typeface="+mj-lt"/>
              </a:rPr>
              <a:t>oldal</a:t>
            </a:r>
            <a:endParaRPr lang="en-US" dirty="0" err="1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76CFFE9-4A7D-8B60-6A9B-F8A4F4446B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396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49A71-A971-EF88-020A-9FD80FBB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Pénztár folyamat – Szállítási adatok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C71307-820A-144C-50C6-0383ADE9C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052655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965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7B85D-7F0A-E743-BA38-309E5261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PayPal fizetés integráció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37FF604-D976-417F-03FC-153483E8A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71503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33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7845-0395-2B67-8559-E4220E0F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Felhasználókezelés</a:t>
            </a:r>
            <a:endParaRPr lang="en-US" dirty="0" err="1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7176550-DFBE-8D68-FFEA-C93A42EC25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1277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3081-E7E0-5C76-377D-45B46535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Admin </a:t>
            </a:r>
            <a:r>
              <a:rPr lang="en-US" dirty="0" err="1">
                <a:ea typeface="+mj-lt"/>
                <a:cs typeface="+mj-lt"/>
              </a:rPr>
              <a:t>felület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Cipők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kezelése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F4F680-BB12-F8D7-70C1-837CBE509C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536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412D0-DEEF-9396-B08A-58E4A601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Admin </a:t>
            </a:r>
            <a:r>
              <a:rPr lang="en-US" sz="3700" err="1">
                <a:ea typeface="+mj-lt"/>
                <a:cs typeface="+mj-lt"/>
              </a:rPr>
              <a:t>felület</a:t>
            </a:r>
            <a:r>
              <a:rPr lang="en-US" sz="3700">
                <a:ea typeface="+mj-lt"/>
                <a:cs typeface="+mj-lt"/>
              </a:rPr>
              <a:t> – </a:t>
            </a:r>
            <a:r>
              <a:rPr lang="en-US" sz="3700" err="1">
                <a:ea typeface="+mj-lt"/>
                <a:cs typeface="+mj-lt"/>
              </a:rPr>
              <a:t>Felhasználók</a:t>
            </a:r>
            <a:r>
              <a:rPr lang="en-US" sz="3700">
                <a:ea typeface="+mj-lt"/>
                <a:cs typeface="+mj-lt"/>
              </a:rPr>
              <a:t> </a:t>
            </a:r>
            <a:r>
              <a:rPr lang="en-US" sz="3700" err="1">
                <a:ea typeface="+mj-lt"/>
                <a:cs typeface="+mj-lt"/>
              </a:rPr>
              <a:t>és</a:t>
            </a:r>
            <a:r>
              <a:rPr lang="en-US" sz="3700">
                <a:ea typeface="+mj-lt"/>
                <a:cs typeface="+mj-lt"/>
              </a:rPr>
              <a:t> </a:t>
            </a:r>
            <a:r>
              <a:rPr lang="en-US" sz="3700" err="1">
                <a:ea typeface="+mj-lt"/>
                <a:cs typeface="+mj-lt"/>
              </a:rPr>
              <a:t>kommentek</a:t>
            </a:r>
            <a:endParaRPr lang="en-US" sz="370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E3699D-7AD5-1E4D-8419-1DE1AF92F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95714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6548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E9846-F296-910B-5506-DE772DE7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Admin </a:t>
            </a:r>
            <a:r>
              <a:rPr lang="en-US" dirty="0" err="1">
                <a:ea typeface="+mj-lt"/>
                <a:cs typeface="+mj-lt"/>
              </a:rPr>
              <a:t>felület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Rendelések</a:t>
            </a:r>
            <a:endParaRPr lang="en-US" dirty="0" err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5ABFB95-4932-C200-C565-1D8F4BBF3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927726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090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6117-16D0-D871-452B-8340070A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Reszponzív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dizájn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E4F8D0-42CB-A32C-D699-220D5090E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827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E6C21-AF66-B67F-1218-C749D6A5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Biztonsági megoldások</a:t>
            </a:r>
            <a:endParaRPr lang="en-US" sz="3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AA8BD-5CF0-352D-27F6-DD5AC17E3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91185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8877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A769-A6B6-D0B0-2341-4FBABEDA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Fejlesztés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során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felmerült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nehézségek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71BDC3-90C8-BB4D-CE92-12278314D4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93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41AEF-EB53-3D58-8C20-1ADC6243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871758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Köszönjük a figyelmet!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142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ChronicleVTI</vt:lpstr>
      <vt:lpstr>Cípőbazár</vt:lpstr>
      <vt:lpstr>Fő funkciók</vt:lpstr>
      <vt:lpstr>Technológiák</vt:lpstr>
      <vt:lpstr>Adatbázis szerkezet</vt:lpstr>
      <vt:lpstr>Főoldal – Terméklista és szűrés</vt:lpstr>
      <vt:lpstr>Termék részletes oldal</vt:lpstr>
      <vt:lpstr>Kommentek – Felhasználói interakció</vt:lpstr>
      <vt:lpstr>Élő keresés és keresőoldal</vt:lpstr>
      <vt:lpstr>Kosár oldal</vt:lpstr>
      <vt:lpstr>Pénztár folyamat – Szállítási adatok</vt:lpstr>
      <vt:lpstr>PayPal fizetés integráció</vt:lpstr>
      <vt:lpstr>Felhasználókezelés</vt:lpstr>
      <vt:lpstr>Admin felület – Cipők kezelése</vt:lpstr>
      <vt:lpstr>Admin felület – Felhasználók és kommentek</vt:lpstr>
      <vt:lpstr>Admin felület – Rendelések</vt:lpstr>
      <vt:lpstr>Reszponzív dizájn</vt:lpstr>
      <vt:lpstr>Biztonsági megoldások</vt:lpstr>
      <vt:lpstr>Fejlesztés során felmerült nehézségek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148</cp:revision>
  <dcterms:created xsi:type="dcterms:W3CDTF">2026-03-04T21:39:27Z</dcterms:created>
  <dcterms:modified xsi:type="dcterms:W3CDTF">2026-03-04T22:11:18Z</dcterms:modified>
</cp:coreProperties>
</file>