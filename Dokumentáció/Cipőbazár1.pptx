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5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7" r:id="rId21"/>
    <p:sldId id="275" r:id="rId22"/>
    <p:sldId id="276" r:id="rId23"/>
    <p:sldId id="278" r:id="rId2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224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38CAE87-008F-40CF-809D-38003639F487}" v="461" dt="2026-04-20T19:18:06.813"/>
    <p1510:client id="{2E9DB47A-BD87-7BBA-EF95-5049DEA96042}" v="165" dt="2026-04-21T11:12:19.046"/>
    <p1510:client id="{E8229C86-C0B0-48BE-850D-6515120F47BA}" v="26" dt="2026-04-21T11:06:34.12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" name="Group 42">
            <a:extLst>
              <a:ext uri="{FF2B5EF4-FFF2-40B4-BE49-F238E27FC236}">
                <a16:creationId xmlns:a16="http://schemas.microsoft.com/office/drawing/2014/main" id="{EB46B8FB-F6A2-5F47-A6CD-A7E17E69270F}"/>
              </a:ext>
            </a:extLst>
          </p:cNvPr>
          <p:cNvGrpSpPr/>
          <p:nvPr/>
        </p:nvGrpSpPr>
        <p:grpSpPr>
          <a:xfrm>
            <a:off x="6201388" y="0"/>
            <a:ext cx="5990612" cy="6858001"/>
            <a:chOff x="6201388" y="0"/>
            <a:chExt cx="5990612" cy="6858001"/>
          </a:xfrm>
        </p:grpSpPr>
        <p:sp>
          <p:nvSpPr>
            <p:cNvPr id="45" name="Oval 44">
              <a:extLst>
                <a:ext uri="{FF2B5EF4-FFF2-40B4-BE49-F238E27FC236}">
                  <a16:creationId xmlns:a16="http://schemas.microsoft.com/office/drawing/2014/main" id="{419BDE93-3EC2-4E4D-BC0B-417378F49EDA}"/>
                </a:ext>
              </a:extLst>
            </p:cNvPr>
            <p:cNvSpPr/>
            <p:nvPr/>
          </p:nvSpPr>
          <p:spPr>
            <a:xfrm>
              <a:off x="6201388" y="3549396"/>
              <a:ext cx="1130725" cy="1130724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Freeform 46">
              <a:extLst>
                <a:ext uri="{FF2B5EF4-FFF2-40B4-BE49-F238E27FC236}">
                  <a16:creationId xmlns:a16="http://schemas.microsoft.com/office/drawing/2014/main" id="{FE21F82F-1EE5-8240-97F8-387DF0253FCE}"/>
                </a:ext>
              </a:extLst>
            </p:cNvPr>
            <p:cNvSpPr/>
            <p:nvPr/>
          </p:nvSpPr>
          <p:spPr>
            <a:xfrm>
              <a:off x="6201389" y="1"/>
              <a:ext cx="1130725" cy="565575"/>
            </a:xfrm>
            <a:custGeom>
              <a:avLst/>
              <a:gdLst>
                <a:gd name="connsiteX0" fmla="*/ 21 w 1130725"/>
                <a:gd name="connsiteY0" fmla="*/ 0 h 565575"/>
                <a:gd name="connsiteX1" fmla="*/ 1130704 w 1130725"/>
                <a:gd name="connsiteY1" fmla="*/ 0 h 565575"/>
                <a:gd name="connsiteX2" fmla="*/ 1130725 w 1130725"/>
                <a:gd name="connsiteY2" fmla="*/ 213 h 565575"/>
                <a:gd name="connsiteX3" fmla="*/ 565362 w 1130725"/>
                <a:gd name="connsiteY3" fmla="*/ 565575 h 565575"/>
                <a:gd name="connsiteX4" fmla="*/ 0 w 1130725"/>
                <a:gd name="connsiteY4" fmla="*/ 213 h 565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5" h="565575">
                  <a:moveTo>
                    <a:pt x="21" y="0"/>
                  </a:moveTo>
                  <a:lnTo>
                    <a:pt x="1130704" y="0"/>
                  </a:lnTo>
                  <a:lnTo>
                    <a:pt x="1130725" y="213"/>
                  </a:lnTo>
                  <a:cubicBezTo>
                    <a:pt x="1130725" y="312454"/>
                    <a:pt x="877604" y="565575"/>
                    <a:pt x="565362" y="565575"/>
                  </a:cubicBezTo>
                  <a:cubicBezTo>
                    <a:pt x="253121" y="565575"/>
                    <a:pt x="0" y="312454"/>
                    <a:pt x="0" y="213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9" name="Freeform 48">
              <a:extLst>
                <a:ext uri="{FF2B5EF4-FFF2-40B4-BE49-F238E27FC236}">
                  <a16:creationId xmlns:a16="http://schemas.microsoft.com/office/drawing/2014/main" id="{AE1903E3-6B5F-6B4C-9A1F-62628A050AEB}"/>
                </a:ext>
              </a:extLst>
            </p:cNvPr>
            <p:cNvSpPr/>
            <p:nvPr/>
          </p:nvSpPr>
          <p:spPr>
            <a:xfrm>
              <a:off x="7564255" y="6292426"/>
              <a:ext cx="1130723" cy="565575"/>
            </a:xfrm>
            <a:custGeom>
              <a:avLst/>
              <a:gdLst>
                <a:gd name="connsiteX0" fmla="*/ 565362 w 1130723"/>
                <a:gd name="connsiteY0" fmla="*/ 0 h 565575"/>
                <a:gd name="connsiteX1" fmla="*/ 1130723 w 1130723"/>
                <a:gd name="connsiteY1" fmla="*/ 565362 h 565575"/>
                <a:gd name="connsiteX2" fmla="*/ 1130702 w 1130723"/>
                <a:gd name="connsiteY2" fmla="*/ 565575 h 565575"/>
                <a:gd name="connsiteX3" fmla="*/ 21 w 1130723"/>
                <a:gd name="connsiteY3" fmla="*/ 565575 h 565575"/>
                <a:gd name="connsiteX4" fmla="*/ 0 w 1130723"/>
                <a:gd name="connsiteY4" fmla="*/ 565362 h 565575"/>
                <a:gd name="connsiteX5" fmla="*/ 565362 w 1130723"/>
                <a:gd name="connsiteY5" fmla="*/ 0 h 565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30723" h="565575">
                  <a:moveTo>
                    <a:pt x="565362" y="0"/>
                  </a:moveTo>
                  <a:cubicBezTo>
                    <a:pt x="877602" y="0"/>
                    <a:pt x="1130723" y="253121"/>
                    <a:pt x="1130723" y="565362"/>
                  </a:cubicBezTo>
                  <a:lnTo>
                    <a:pt x="1130702" y="565575"/>
                  </a:lnTo>
                  <a:lnTo>
                    <a:pt x="21" y="565575"/>
                  </a:lnTo>
                  <a:lnTo>
                    <a:pt x="0" y="565362"/>
                  </a:lnTo>
                  <a:cubicBezTo>
                    <a:pt x="0" y="253121"/>
                    <a:pt x="253120" y="0"/>
                    <a:pt x="565362" y="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51" name="Oval 50">
              <a:extLst>
                <a:ext uri="{FF2B5EF4-FFF2-40B4-BE49-F238E27FC236}">
                  <a16:creationId xmlns:a16="http://schemas.microsoft.com/office/drawing/2014/main" id="{F7C55863-3B37-0743-B001-1A970033FBA8}"/>
                </a:ext>
              </a:extLst>
            </p:cNvPr>
            <p:cNvSpPr/>
            <p:nvPr/>
          </p:nvSpPr>
          <p:spPr>
            <a:xfrm>
              <a:off x="7564253" y="3549396"/>
              <a:ext cx="1130725" cy="1130724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Oval 59">
              <a:extLst>
                <a:ext uri="{FF2B5EF4-FFF2-40B4-BE49-F238E27FC236}">
                  <a16:creationId xmlns:a16="http://schemas.microsoft.com/office/drawing/2014/main" id="{932B4C24-3A58-924C-B79A-D961EF7C2C48}"/>
                </a:ext>
              </a:extLst>
            </p:cNvPr>
            <p:cNvSpPr/>
            <p:nvPr/>
          </p:nvSpPr>
          <p:spPr>
            <a:xfrm>
              <a:off x="7564253" y="2177881"/>
              <a:ext cx="1130725" cy="1130724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3" name="Oval 62">
              <a:extLst>
                <a:ext uri="{FF2B5EF4-FFF2-40B4-BE49-F238E27FC236}">
                  <a16:creationId xmlns:a16="http://schemas.microsoft.com/office/drawing/2014/main" id="{21EF52E0-D2CF-544F-93A6-4D7B45A0483A}"/>
                </a:ext>
              </a:extLst>
            </p:cNvPr>
            <p:cNvSpPr/>
            <p:nvPr/>
          </p:nvSpPr>
          <p:spPr>
            <a:xfrm>
              <a:off x="7564253" y="806366"/>
              <a:ext cx="1130725" cy="1130724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4" name="Freeform 63">
              <a:extLst>
                <a:ext uri="{FF2B5EF4-FFF2-40B4-BE49-F238E27FC236}">
                  <a16:creationId xmlns:a16="http://schemas.microsoft.com/office/drawing/2014/main" id="{6966CFE5-1C8C-2E4F-9B2D-A8438F5A5322}"/>
                </a:ext>
              </a:extLst>
            </p:cNvPr>
            <p:cNvSpPr/>
            <p:nvPr/>
          </p:nvSpPr>
          <p:spPr>
            <a:xfrm>
              <a:off x="7564254" y="1"/>
              <a:ext cx="1130725" cy="565575"/>
            </a:xfrm>
            <a:custGeom>
              <a:avLst/>
              <a:gdLst>
                <a:gd name="connsiteX0" fmla="*/ 21 w 1130725"/>
                <a:gd name="connsiteY0" fmla="*/ 0 h 565575"/>
                <a:gd name="connsiteX1" fmla="*/ 1130704 w 1130725"/>
                <a:gd name="connsiteY1" fmla="*/ 0 h 565575"/>
                <a:gd name="connsiteX2" fmla="*/ 1130725 w 1130725"/>
                <a:gd name="connsiteY2" fmla="*/ 213 h 565575"/>
                <a:gd name="connsiteX3" fmla="*/ 565363 w 1130725"/>
                <a:gd name="connsiteY3" fmla="*/ 565575 h 565575"/>
                <a:gd name="connsiteX4" fmla="*/ 0 w 1130725"/>
                <a:gd name="connsiteY4" fmla="*/ 213 h 565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5" h="565575">
                  <a:moveTo>
                    <a:pt x="21" y="0"/>
                  </a:moveTo>
                  <a:lnTo>
                    <a:pt x="1130704" y="0"/>
                  </a:lnTo>
                  <a:lnTo>
                    <a:pt x="1130725" y="213"/>
                  </a:lnTo>
                  <a:cubicBezTo>
                    <a:pt x="1130725" y="312454"/>
                    <a:pt x="877603" y="565575"/>
                    <a:pt x="565363" y="565575"/>
                  </a:cubicBezTo>
                  <a:cubicBezTo>
                    <a:pt x="253121" y="565575"/>
                    <a:pt x="0" y="312454"/>
                    <a:pt x="0" y="213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65" name="Freeform 64">
              <a:extLst>
                <a:ext uri="{FF2B5EF4-FFF2-40B4-BE49-F238E27FC236}">
                  <a16:creationId xmlns:a16="http://schemas.microsoft.com/office/drawing/2014/main" id="{9FD29EF3-A5B2-554A-A307-6BE1BCE8AF03}"/>
                </a:ext>
              </a:extLst>
            </p:cNvPr>
            <p:cNvSpPr/>
            <p:nvPr/>
          </p:nvSpPr>
          <p:spPr>
            <a:xfrm>
              <a:off x="8927118" y="6292426"/>
              <a:ext cx="1130724" cy="565575"/>
            </a:xfrm>
            <a:custGeom>
              <a:avLst/>
              <a:gdLst>
                <a:gd name="connsiteX0" fmla="*/ 565362 w 1130724"/>
                <a:gd name="connsiteY0" fmla="*/ 0 h 565575"/>
                <a:gd name="connsiteX1" fmla="*/ 1130724 w 1130724"/>
                <a:gd name="connsiteY1" fmla="*/ 565362 h 565575"/>
                <a:gd name="connsiteX2" fmla="*/ 1130703 w 1130724"/>
                <a:gd name="connsiteY2" fmla="*/ 565575 h 565575"/>
                <a:gd name="connsiteX3" fmla="*/ 22 w 1130724"/>
                <a:gd name="connsiteY3" fmla="*/ 565575 h 565575"/>
                <a:gd name="connsiteX4" fmla="*/ 0 w 1130724"/>
                <a:gd name="connsiteY4" fmla="*/ 565362 h 565575"/>
                <a:gd name="connsiteX5" fmla="*/ 565362 w 1130724"/>
                <a:gd name="connsiteY5" fmla="*/ 0 h 565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30724" h="565575">
                  <a:moveTo>
                    <a:pt x="565362" y="0"/>
                  </a:moveTo>
                  <a:cubicBezTo>
                    <a:pt x="877603" y="0"/>
                    <a:pt x="1130724" y="253121"/>
                    <a:pt x="1130724" y="565362"/>
                  </a:cubicBezTo>
                  <a:lnTo>
                    <a:pt x="1130703" y="565575"/>
                  </a:lnTo>
                  <a:lnTo>
                    <a:pt x="22" y="565575"/>
                  </a:lnTo>
                  <a:lnTo>
                    <a:pt x="0" y="565362"/>
                  </a:lnTo>
                  <a:cubicBezTo>
                    <a:pt x="0" y="253121"/>
                    <a:pt x="253121" y="0"/>
                    <a:pt x="56536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67" name="Oval 66">
              <a:extLst>
                <a:ext uri="{FF2B5EF4-FFF2-40B4-BE49-F238E27FC236}">
                  <a16:creationId xmlns:a16="http://schemas.microsoft.com/office/drawing/2014/main" id="{AC1ECAD8-0CF2-934D-AA1E-C108208CDE6F}"/>
                </a:ext>
              </a:extLst>
            </p:cNvPr>
            <p:cNvSpPr/>
            <p:nvPr/>
          </p:nvSpPr>
          <p:spPr>
            <a:xfrm>
              <a:off x="8927118" y="4920911"/>
              <a:ext cx="1130725" cy="1130724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" name="Oval 67">
              <a:extLst>
                <a:ext uri="{FF2B5EF4-FFF2-40B4-BE49-F238E27FC236}">
                  <a16:creationId xmlns:a16="http://schemas.microsoft.com/office/drawing/2014/main" id="{DB14DED1-3A58-8C4D-902E-2A9F34043F61}"/>
                </a:ext>
              </a:extLst>
            </p:cNvPr>
            <p:cNvSpPr/>
            <p:nvPr/>
          </p:nvSpPr>
          <p:spPr>
            <a:xfrm>
              <a:off x="8927118" y="3549396"/>
              <a:ext cx="1130725" cy="1130724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9" name="Oval 68">
              <a:extLst>
                <a:ext uri="{FF2B5EF4-FFF2-40B4-BE49-F238E27FC236}">
                  <a16:creationId xmlns:a16="http://schemas.microsoft.com/office/drawing/2014/main" id="{65D65157-5719-0341-A807-A8956595FB4C}"/>
                </a:ext>
              </a:extLst>
            </p:cNvPr>
            <p:cNvSpPr/>
            <p:nvPr/>
          </p:nvSpPr>
          <p:spPr>
            <a:xfrm>
              <a:off x="8927118" y="2177881"/>
              <a:ext cx="1130725" cy="1130724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0" name="Oval 69">
              <a:extLst>
                <a:ext uri="{FF2B5EF4-FFF2-40B4-BE49-F238E27FC236}">
                  <a16:creationId xmlns:a16="http://schemas.microsoft.com/office/drawing/2014/main" id="{A7F23F74-B777-2A4C-8EF9-E798880D5942}"/>
                </a:ext>
              </a:extLst>
            </p:cNvPr>
            <p:cNvSpPr/>
            <p:nvPr/>
          </p:nvSpPr>
          <p:spPr>
            <a:xfrm>
              <a:off x="8927118" y="806366"/>
              <a:ext cx="1130725" cy="1130724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1" name="Freeform 70">
              <a:extLst>
                <a:ext uri="{FF2B5EF4-FFF2-40B4-BE49-F238E27FC236}">
                  <a16:creationId xmlns:a16="http://schemas.microsoft.com/office/drawing/2014/main" id="{E3B9A050-0AE1-1D4B-A2AC-6EEF64B106D9}"/>
                </a:ext>
              </a:extLst>
            </p:cNvPr>
            <p:cNvSpPr/>
            <p:nvPr/>
          </p:nvSpPr>
          <p:spPr>
            <a:xfrm>
              <a:off x="8927117" y="0"/>
              <a:ext cx="1130726" cy="565576"/>
            </a:xfrm>
            <a:custGeom>
              <a:avLst/>
              <a:gdLst>
                <a:gd name="connsiteX0" fmla="*/ 22 w 1130726"/>
                <a:gd name="connsiteY0" fmla="*/ 0 h 565576"/>
                <a:gd name="connsiteX1" fmla="*/ 1130704 w 1130726"/>
                <a:gd name="connsiteY1" fmla="*/ 0 h 565576"/>
                <a:gd name="connsiteX2" fmla="*/ 1130726 w 1130726"/>
                <a:gd name="connsiteY2" fmla="*/ 214 h 565576"/>
                <a:gd name="connsiteX3" fmla="*/ 565363 w 1130726"/>
                <a:gd name="connsiteY3" fmla="*/ 565576 h 565576"/>
                <a:gd name="connsiteX4" fmla="*/ 0 w 1130726"/>
                <a:gd name="connsiteY4" fmla="*/ 214 h 5655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6" h="565576">
                  <a:moveTo>
                    <a:pt x="22" y="0"/>
                  </a:moveTo>
                  <a:lnTo>
                    <a:pt x="1130704" y="0"/>
                  </a:lnTo>
                  <a:lnTo>
                    <a:pt x="1130726" y="214"/>
                  </a:lnTo>
                  <a:cubicBezTo>
                    <a:pt x="1130726" y="312455"/>
                    <a:pt x="877604" y="565576"/>
                    <a:pt x="565363" y="565576"/>
                  </a:cubicBezTo>
                  <a:cubicBezTo>
                    <a:pt x="253122" y="565576"/>
                    <a:pt x="0" y="312455"/>
                    <a:pt x="0" y="21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72" name="Freeform 71">
              <a:extLst>
                <a:ext uri="{FF2B5EF4-FFF2-40B4-BE49-F238E27FC236}">
                  <a16:creationId xmlns:a16="http://schemas.microsoft.com/office/drawing/2014/main" id="{C424FE38-F803-8D47-BF56-1B18EC2B1F03}"/>
                </a:ext>
              </a:extLst>
            </p:cNvPr>
            <p:cNvSpPr/>
            <p:nvPr/>
          </p:nvSpPr>
          <p:spPr>
            <a:xfrm>
              <a:off x="10289984" y="6292426"/>
              <a:ext cx="1130724" cy="565575"/>
            </a:xfrm>
            <a:custGeom>
              <a:avLst/>
              <a:gdLst>
                <a:gd name="connsiteX0" fmla="*/ 565362 w 1130724"/>
                <a:gd name="connsiteY0" fmla="*/ 0 h 565575"/>
                <a:gd name="connsiteX1" fmla="*/ 1130724 w 1130724"/>
                <a:gd name="connsiteY1" fmla="*/ 565362 h 565575"/>
                <a:gd name="connsiteX2" fmla="*/ 1130703 w 1130724"/>
                <a:gd name="connsiteY2" fmla="*/ 565575 h 565575"/>
                <a:gd name="connsiteX3" fmla="*/ 21 w 1130724"/>
                <a:gd name="connsiteY3" fmla="*/ 565575 h 565575"/>
                <a:gd name="connsiteX4" fmla="*/ 0 w 1130724"/>
                <a:gd name="connsiteY4" fmla="*/ 565362 h 565575"/>
                <a:gd name="connsiteX5" fmla="*/ 565362 w 1130724"/>
                <a:gd name="connsiteY5" fmla="*/ 0 h 565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30724" h="565575">
                  <a:moveTo>
                    <a:pt x="565362" y="0"/>
                  </a:moveTo>
                  <a:cubicBezTo>
                    <a:pt x="877603" y="0"/>
                    <a:pt x="1130724" y="253121"/>
                    <a:pt x="1130724" y="565362"/>
                  </a:cubicBezTo>
                  <a:lnTo>
                    <a:pt x="1130703" y="565575"/>
                  </a:lnTo>
                  <a:lnTo>
                    <a:pt x="21" y="565575"/>
                  </a:lnTo>
                  <a:lnTo>
                    <a:pt x="0" y="565362"/>
                  </a:lnTo>
                  <a:cubicBezTo>
                    <a:pt x="0" y="253121"/>
                    <a:pt x="253121" y="0"/>
                    <a:pt x="565362" y="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73" name="Oval 72">
              <a:extLst>
                <a:ext uri="{FF2B5EF4-FFF2-40B4-BE49-F238E27FC236}">
                  <a16:creationId xmlns:a16="http://schemas.microsoft.com/office/drawing/2014/main" id="{E37187F2-9212-0641-97D0-1ACD50B748A8}"/>
                </a:ext>
              </a:extLst>
            </p:cNvPr>
            <p:cNvSpPr/>
            <p:nvPr/>
          </p:nvSpPr>
          <p:spPr>
            <a:xfrm>
              <a:off x="10289984" y="4920911"/>
              <a:ext cx="1130725" cy="1130724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4" name="Oval 73">
              <a:extLst>
                <a:ext uri="{FF2B5EF4-FFF2-40B4-BE49-F238E27FC236}">
                  <a16:creationId xmlns:a16="http://schemas.microsoft.com/office/drawing/2014/main" id="{C760C651-2AC4-564E-BEAA-AB7FAFE7F79F}"/>
                </a:ext>
              </a:extLst>
            </p:cNvPr>
            <p:cNvSpPr/>
            <p:nvPr/>
          </p:nvSpPr>
          <p:spPr>
            <a:xfrm>
              <a:off x="10289984" y="3549396"/>
              <a:ext cx="1130725" cy="1130724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5" name="Oval 74">
              <a:extLst>
                <a:ext uri="{FF2B5EF4-FFF2-40B4-BE49-F238E27FC236}">
                  <a16:creationId xmlns:a16="http://schemas.microsoft.com/office/drawing/2014/main" id="{58B0A1B8-5BA3-3548-9511-B4904D05264B}"/>
                </a:ext>
              </a:extLst>
            </p:cNvPr>
            <p:cNvSpPr/>
            <p:nvPr/>
          </p:nvSpPr>
          <p:spPr>
            <a:xfrm>
              <a:off x="10289984" y="806366"/>
              <a:ext cx="1130725" cy="1130724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6" name="Freeform 75">
              <a:extLst>
                <a:ext uri="{FF2B5EF4-FFF2-40B4-BE49-F238E27FC236}">
                  <a16:creationId xmlns:a16="http://schemas.microsoft.com/office/drawing/2014/main" id="{424CD779-EE9A-214D-9488-767327E373AA}"/>
                </a:ext>
              </a:extLst>
            </p:cNvPr>
            <p:cNvSpPr/>
            <p:nvPr/>
          </p:nvSpPr>
          <p:spPr>
            <a:xfrm>
              <a:off x="10289983" y="0"/>
              <a:ext cx="1130726" cy="565576"/>
            </a:xfrm>
            <a:custGeom>
              <a:avLst/>
              <a:gdLst>
                <a:gd name="connsiteX0" fmla="*/ 21 w 1130726"/>
                <a:gd name="connsiteY0" fmla="*/ 0 h 565576"/>
                <a:gd name="connsiteX1" fmla="*/ 1130704 w 1130726"/>
                <a:gd name="connsiteY1" fmla="*/ 0 h 565576"/>
                <a:gd name="connsiteX2" fmla="*/ 1130726 w 1130726"/>
                <a:gd name="connsiteY2" fmla="*/ 214 h 565576"/>
                <a:gd name="connsiteX3" fmla="*/ 565363 w 1130726"/>
                <a:gd name="connsiteY3" fmla="*/ 565576 h 565576"/>
                <a:gd name="connsiteX4" fmla="*/ 0 w 1130726"/>
                <a:gd name="connsiteY4" fmla="*/ 214 h 5655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6" h="565576">
                  <a:moveTo>
                    <a:pt x="21" y="0"/>
                  </a:moveTo>
                  <a:lnTo>
                    <a:pt x="1130704" y="0"/>
                  </a:lnTo>
                  <a:lnTo>
                    <a:pt x="1130726" y="214"/>
                  </a:lnTo>
                  <a:cubicBezTo>
                    <a:pt x="1130726" y="312455"/>
                    <a:pt x="877604" y="565576"/>
                    <a:pt x="565363" y="565576"/>
                  </a:cubicBezTo>
                  <a:cubicBezTo>
                    <a:pt x="253122" y="565576"/>
                    <a:pt x="0" y="312455"/>
                    <a:pt x="0" y="214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77" name="Freeform 76">
              <a:extLst>
                <a:ext uri="{FF2B5EF4-FFF2-40B4-BE49-F238E27FC236}">
                  <a16:creationId xmlns:a16="http://schemas.microsoft.com/office/drawing/2014/main" id="{630D08C6-9EFB-8540-875F-2A55DED2AAE3}"/>
                </a:ext>
              </a:extLst>
            </p:cNvPr>
            <p:cNvSpPr/>
            <p:nvPr/>
          </p:nvSpPr>
          <p:spPr>
            <a:xfrm>
              <a:off x="11652854" y="6295069"/>
              <a:ext cx="539146" cy="562931"/>
            </a:xfrm>
            <a:custGeom>
              <a:avLst/>
              <a:gdLst>
                <a:gd name="connsiteX0" fmla="*/ 539146 w 539146"/>
                <a:gd name="connsiteY0" fmla="*/ 0 h 562931"/>
                <a:gd name="connsiteX1" fmla="*/ 539146 w 539146"/>
                <a:gd name="connsiteY1" fmla="*/ 562931 h 562931"/>
                <a:gd name="connsiteX2" fmla="*/ 21 w 539146"/>
                <a:gd name="connsiteY2" fmla="*/ 562931 h 562931"/>
                <a:gd name="connsiteX3" fmla="*/ 0 w 539146"/>
                <a:gd name="connsiteY3" fmla="*/ 562719 h 562931"/>
                <a:gd name="connsiteX4" fmla="*/ 451422 w 539146"/>
                <a:gd name="connsiteY4" fmla="*/ 8843 h 5629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6" h="562931">
                  <a:moveTo>
                    <a:pt x="539146" y="0"/>
                  </a:moveTo>
                  <a:lnTo>
                    <a:pt x="539146" y="562931"/>
                  </a:lnTo>
                  <a:lnTo>
                    <a:pt x="21" y="562931"/>
                  </a:lnTo>
                  <a:lnTo>
                    <a:pt x="0" y="562719"/>
                  </a:lnTo>
                  <a:cubicBezTo>
                    <a:pt x="0" y="289508"/>
                    <a:pt x="193796" y="61561"/>
                    <a:pt x="451422" y="8843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78" name="Freeform 77">
              <a:extLst>
                <a:ext uri="{FF2B5EF4-FFF2-40B4-BE49-F238E27FC236}">
                  <a16:creationId xmlns:a16="http://schemas.microsoft.com/office/drawing/2014/main" id="{D7E8DA86-1294-4641-9C52-6E153150641C}"/>
                </a:ext>
              </a:extLst>
            </p:cNvPr>
            <p:cNvSpPr/>
            <p:nvPr/>
          </p:nvSpPr>
          <p:spPr>
            <a:xfrm>
              <a:off x="11652853" y="4923555"/>
              <a:ext cx="539147" cy="1125439"/>
            </a:xfrm>
            <a:custGeom>
              <a:avLst/>
              <a:gdLst>
                <a:gd name="connsiteX0" fmla="*/ 539147 w 539147"/>
                <a:gd name="connsiteY0" fmla="*/ 0 h 1125439"/>
                <a:gd name="connsiteX1" fmla="*/ 539147 w 539147"/>
                <a:gd name="connsiteY1" fmla="*/ 1125439 h 1125439"/>
                <a:gd name="connsiteX2" fmla="*/ 451423 w 539147"/>
                <a:gd name="connsiteY2" fmla="*/ 1116595 h 1125439"/>
                <a:gd name="connsiteX3" fmla="*/ 0 w 539147"/>
                <a:gd name="connsiteY3" fmla="*/ 562719 h 1125439"/>
                <a:gd name="connsiteX4" fmla="*/ 451423 w 539147"/>
                <a:gd name="connsiteY4" fmla="*/ 8843 h 1125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7" h="1125439">
                  <a:moveTo>
                    <a:pt x="539147" y="0"/>
                  </a:moveTo>
                  <a:lnTo>
                    <a:pt x="539147" y="1125439"/>
                  </a:lnTo>
                  <a:lnTo>
                    <a:pt x="451423" y="1116595"/>
                  </a:lnTo>
                  <a:cubicBezTo>
                    <a:pt x="193797" y="1063877"/>
                    <a:pt x="0" y="835930"/>
                    <a:pt x="0" y="562719"/>
                  </a:cubicBezTo>
                  <a:cubicBezTo>
                    <a:pt x="0" y="289508"/>
                    <a:pt x="193797" y="61561"/>
                    <a:pt x="451423" y="884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79" name="Freeform 78">
              <a:extLst>
                <a:ext uri="{FF2B5EF4-FFF2-40B4-BE49-F238E27FC236}">
                  <a16:creationId xmlns:a16="http://schemas.microsoft.com/office/drawing/2014/main" id="{011063C9-2A43-3348-A018-F27FACAA778D}"/>
                </a:ext>
              </a:extLst>
            </p:cNvPr>
            <p:cNvSpPr/>
            <p:nvPr/>
          </p:nvSpPr>
          <p:spPr>
            <a:xfrm>
              <a:off x="11652853" y="3552039"/>
              <a:ext cx="539147" cy="1125438"/>
            </a:xfrm>
            <a:custGeom>
              <a:avLst/>
              <a:gdLst>
                <a:gd name="connsiteX0" fmla="*/ 539147 w 539147"/>
                <a:gd name="connsiteY0" fmla="*/ 0 h 1125438"/>
                <a:gd name="connsiteX1" fmla="*/ 539147 w 539147"/>
                <a:gd name="connsiteY1" fmla="*/ 1125438 h 1125438"/>
                <a:gd name="connsiteX2" fmla="*/ 451423 w 539147"/>
                <a:gd name="connsiteY2" fmla="*/ 1116595 h 1125438"/>
                <a:gd name="connsiteX3" fmla="*/ 0 w 539147"/>
                <a:gd name="connsiteY3" fmla="*/ 562719 h 1125438"/>
                <a:gd name="connsiteX4" fmla="*/ 451423 w 539147"/>
                <a:gd name="connsiteY4" fmla="*/ 8843 h 1125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7" h="1125438">
                  <a:moveTo>
                    <a:pt x="539147" y="0"/>
                  </a:moveTo>
                  <a:lnTo>
                    <a:pt x="539147" y="1125438"/>
                  </a:lnTo>
                  <a:lnTo>
                    <a:pt x="451423" y="1116595"/>
                  </a:lnTo>
                  <a:cubicBezTo>
                    <a:pt x="193797" y="1063877"/>
                    <a:pt x="0" y="835930"/>
                    <a:pt x="0" y="562719"/>
                  </a:cubicBezTo>
                  <a:cubicBezTo>
                    <a:pt x="0" y="289508"/>
                    <a:pt x="193797" y="61561"/>
                    <a:pt x="451423" y="8843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80" name="Freeform 79">
              <a:extLst>
                <a:ext uri="{FF2B5EF4-FFF2-40B4-BE49-F238E27FC236}">
                  <a16:creationId xmlns:a16="http://schemas.microsoft.com/office/drawing/2014/main" id="{EE85C7DE-D965-244F-BD95-3A05FF4AAC61}"/>
                </a:ext>
              </a:extLst>
            </p:cNvPr>
            <p:cNvSpPr/>
            <p:nvPr/>
          </p:nvSpPr>
          <p:spPr>
            <a:xfrm>
              <a:off x="11652853" y="2180524"/>
              <a:ext cx="539147" cy="1125438"/>
            </a:xfrm>
            <a:custGeom>
              <a:avLst/>
              <a:gdLst>
                <a:gd name="connsiteX0" fmla="*/ 539147 w 539147"/>
                <a:gd name="connsiteY0" fmla="*/ 0 h 1125438"/>
                <a:gd name="connsiteX1" fmla="*/ 539147 w 539147"/>
                <a:gd name="connsiteY1" fmla="*/ 1125438 h 1125438"/>
                <a:gd name="connsiteX2" fmla="*/ 451423 w 539147"/>
                <a:gd name="connsiteY2" fmla="*/ 1116595 h 1125438"/>
                <a:gd name="connsiteX3" fmla="*/ 0 w 539147"/>
                <a:gd name="connsiteY3" fmla="*/ 562719 h 1125438"/>
                <a:gd name="connsiteX4" fmla="*/ 451423 w 539147"/>
                <a:gd name="connsiteY4" fmla="*/ 8843 h 1125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7" h="1125438">
                  <a:moveTo>
                    <a:pt x="539147" y="0"/>
                  </a:moveTo>
                  <a:lnTo>
                    <a:pt x="539147" y="1125438"/>
                  </a:lnTo>
                  <a:lnTo>
                    <a:pt x="451423" y="1116595"/>
                  </a:lnTo>
                  <a:cubicBezTo>
                    <a:pt x="193797" y="1063877"/>
                    <a:pt x="0" y="835930"/>
                    <a:pt x="0" y="562719"/>
                  </a:cubicBezTo>
                  <a:cubicBezTo>
                    <a:pt x="0" y="289509"/>
                    <a:pt x="193797" y="61561"/>
                    <a:pt x="451423" y="8843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81" name="Freeform 80">
              <a:extLst>
                <a:ext uri="{FF2B5EF4-FFF2-40B4-BE49-F238E27FC236}">
                  <a16:creationId xmlns:a16="http://schemas.microsoft.com/office/drawing/2014/main" id="{315A1389-149A-3342-A863-637D42FDB28D}"/>
                </a:ext>
              </a:extLst>
            </p:cNvPr>
            <p:cNvSpPr/>
            <p:nvPr/>
          </p:nvSpPr>
          <p:spPr>
            <a:xfrm>
              <a:off x="11652853" y="809010"/>
              <a:ext cx="539147" cy="1125439"/>
            </a:xfrm>
            <a:custGeom>
              <a:avLst/>
              <a:gdLst>
                <a:gd name="connsiteX0" fmla="*/ 539147 w 539147"/>
                <a:gd name="connsiteY0" fmla="*/ 0 h 1125439"/>
                <a:gd name="connsiteX1" fmla="*/ 539147 w 539147"/>
                <a:gd name="connsiteY1" fmla="*/ 1125439 h 1125439"/>
                <a:gd name="connsiteX2" fmla="*/ 451423 w 539147"/>
                <a:gd name="connsiteY2" fmla="*/ 1116595 h 1125439"/>
                <a:gd name="connsiteX3" fmla="*/ 0 w 539147"/>
                <a:gd name="connsiteY3" fmla="*/ 562719 h 1125439"/>
                <a:gd name="connsiteX4" fmla="*/ 451423 w 539147"/>
                <a:gd name="connsiteY4" fmla="*/ 8843 h 1125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7" h="1125439">
                  <a:moveTo>
                    <a:pt x="539147" y="0"/>
                  </a:moveTo>
                  <a:lnTo>
                    <a:pt x="539147" y="1125439"/>
                  </a:lnTo>
                  <a:lnTo>
                    <a:pt x="451423" y="1116595"/>
                  </a:lnTo>
                  <a:cubicBezTo>
                    <a:pt x="193797" y="1063877"/>
                    <a:pt x="0" y="835930"/>
                    <a:pt x="0" y="562719"/>
                  </a:cubicBezTo>
                  <a:cubicBezTo>
                    <a:pt x="0" y="289508"/>
                    <a:pt x="193797" y="61561"/>
                    <a:pt x="451423" y="8843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82" name="Freeform 81">
              <a:extLst>
                <a:ext uri="{FF2B5EF4-FFF2-40B4-BE49-F238E27FC236}">
                  <a16:creationId xmlns:a16="http://schemas.microsoft.com/office/drawing/2014/main" id="{B149CC6F-B6C6-BE46-B451-1BF7D47A8936}"/>
                </a:ext>
              </a:extLst>
            </p:cNvPr>
            <p:cNvSpPr/>
            <p:nvPr/>
          </p:nvSpPr>
          <p:spPr>
            <a:xfrm>
              <a:off x="11652853" y="1"/>
              <a:ext cx="539147" cy="562933"/>
            </a:xfrm>
            <a:custGeom>
              <a:avLst/>
              <a:gdLst>
                <a:gd name="connsiteX0" fmla="*/ 22 w 539147"/>
                <a:gd name="connsiteY0" fmla="*/ 0 h 562933"/>
                <a:gd name="connsiteX1" fmla="*/ 539147 w 539147"/>
                <a:gd name="connsiteY1" fmla="*/ 0 h 562933"/>
                <a:gd name="connsiteX2" fmla="*/ 539147 w 539147"/>
                <a:gd name="connsiteY2" fmla="*/ 562933 h 562933"/>
                <a:gd name="connsiteX3" fmla="*/ 451423 w 539147"/>
                <a:gd name="connsiteY3" fmla="*/ 554090 h 562933"/>
                <a:gd name="connsiteX4" fmla="*/ 0 w 539147"/>
                <a:gd name="connsiteY4" fmla="*/ 214 h 5629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7" h="562933">
                  <a:moveTo>
                    <a:pt x="22" y="0"/>
                  </a:moveTo>
                  <a:lnTo>
                    <a:pt x="539147" y="0"/>
                  </a:lnTo>
                  <a:lnTo>
                    <a:pt x="539147" y="562933"/>
                  </a:lnTo>
                  <a:lnTo>
                    <a:pt x="451423" y="554090"/>
                  </a:lnTo>
                  <a:cubicBezTo>
                    <a:pt x="193797" y="501372"/>
                    <a:pt x="0" y="273425"/>
                    <a:pt x="0" y="214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CDAB39E9-6F50-3F4B-9DDB-FC0E0CA993A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65150" y="768334"/>
            <a:ext cx="5066001" cy="2866405"/>
          </a:xfrm>
        </p:spPr>
        <p:txBody>
          <a:bodyPr anchor="t"/>
          <a:lstStyle>
            <a:lvl1pPr algn="l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6B2C33E-E9A6-304D-BBCB-97AD0B213CE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65150" y="4283239"/>
            <a:ext cx="5066001" cy="1475177"/>
          </a:xfrm>
        </p:spPr>
        <p:txBody>
          <a:bodyPr anchor="b"/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9C75C4-E533-BE48-B528-D1A278BC39A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66928" y="457200"/>
            <a:ext cx="3608205" cy="365125"/>
          </a:xfrm>
        </p:spPr>
        <p:txBody>
          <a:bodyPr/>
          <a:lstStyle>
            <a:lvl1pPr algn="l">
              <a:defRPr/>
            </a:lvl1pPr>
          </a:lstStyle>
          <a:p>
            <a:pPr algn="l"/>
            <a:fld id="{A5B0A250-5CC0-1746-B209-08E8B0DAE6AF}" type="datetimeFigureOut">
              <a:rPr lang="en-US" smtClean="0"/>
              <a:pPr algn="l"/>
              <a:t>4/21/2026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09BA8A-EF83-434D-A90E-0805D1104A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CFDDE0-90B9-AD4E-B0EB-E7464FA9CD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817335" y="6141085"/>
            <a:ext cx="813816" cy="365125"/>
          </a:xfrm>
        </p:spPr>
        <p:txBody>
          <a:bodyPr/>
          <a:lstStyle/>
          <a:p>
            <a:fld id="{49ABCAEC-7D34-E549-A96E-FCEDAADBE4B0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D33A3282-0389-C547-8CA6-7F3E7F27B34D}"/>
              </a:ext>
            </a:extLst>
          </p:cNvPr>
          <p:cNvCxnSpPr>
            <a:cxnSpLocks/>
          </p:cNvCxnSpPr>
          <p:nvPr/>
        </p:nvCxnSpPr>
        <p:spPr>
          <a:xfrm>
            <a:off x="565150" y="6087110"/>
            <a:ext cx="5066001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858764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Group 21">
            <a:extLst>
              <a:ext uri="{FF2B5EF4-FFF2-40B4-BE49-F238E27FC236}">
                <a16:creationId xmlns:a16="http://schemas.microsoft.com/office/drawing/2014/main" id="{F0CAFDA3-320A-C24D-A7A1-20C1267EC987}"/>
              </a:ext>
            </a:extLst>
          </p:cNvPr>
          <p:cNvGrpSpPr/>
          <p:nvPr/>
        </p:nvGrpSpPr>
        <p:grpSpPr>
          <a:xfrm>
            <a:off x="8928528" y="0"/>
            <a:ext cx="3263472" cy="6858000"/>
            <a:chOff x="8928528" y="0"/>
            <a:chExt cx="3263472" cy="6858000"/>
          </a:xfrm>
        </p:grpSpPr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D2411669-6E2C-2243-99CD-6BC9D724FA1F}"/>
                </a:ext>
              </a:extLst>
            </p:cNvPr>
            <p:cNvSpPr/>
            <p:nvPr/>
          </p:nvSpPr>
          <p:spPr>
            <a:xfrm>
              <a:off x="8928528" y="806362"/>
              <a:ext cx="1130724" cy="1130723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Freeform 23">
              <a:extLst>
                <a:ext uri="{FF2B5EF4-FFF2-40B4-BE49-F238E27FC236}">
                  <a16:creationId xmlns:a16="http://schemas.microsoft.com/office/drawing/2014/main" id="{C4E0C522-0F40-ED44-A700-F1BCD1CF74F5}"/>
                </a:ext>
              </a:extLst>
            </p:cNvPr>
            <p:cNvSpPr/>
            <p:nvPr/>
          </p:nvSpPr>
          <p:spPr>
            <a:xfrm>
              <a:off x="8928528" y="0"/>
              <a:ext cx="1130724" cy="565573"/>
            </a:xfrm>
            <a:custGeom>
              <a:avLst/>
              <a:gdLst>
                <a:gd name="connsiteX0" fmla="*/ 22 w 1130724"/>
                <a:gd name="connsiteY0" fmla="*/ 0 h 565573"/>
                <a:gd name="connsiteX1" fmla="*/ 1130703 w 1130724"/>
                <a:gd name="connsiteY1" fmla="*/ 0 h 565573"/>
                <a:gd name="connsiteX2" fmla="*/ 1130724 w 1130724"/>
                <a:gd name="connsiteY2" fmla="*/ 211 h 565573"/>
                <a:gd name="connsiteX3" fmla="*/ 565362 w 1130724"/>
                <a:gd name="connsiteY3" fmla="*/ 565573 h 565573"/>
                <a:gd name="connsiteX4" fmla="*/ 0 w 1130724"/>
                <a:gd name="connsiteY4" fmla="*/ 211 h 565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4" h="565573">
                  <a:moveTo>
                    <a:pt x="22" y="0"/>
                  </a:moveTo>
                  <a:lnTo>
                    <a:pt x="1130703" y="0"/>
                  </a:lnTo>
                  <a:lnTo>
                    <a:pt x="1130724" y="211"/>
                  </a:lnTo>
                  <a:cubicBezTo>
                    <a:pt x="1130724" y="312452"/>
                    <a:pt x="877603" y="565573"/>
                    <a:pt x="565362" y="565573"/>
                  </a:cubicBezTo>
                  <a:cubicBezTo>
                    <a:pt x="253121" y="565573"/>
                    <a:pt x="0" y="31245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5" name="Freeform 24">
              <a:extLst>
                <a:ext uri="{FF2B5EF4-FFF2-40B4-BE49-F238E27FC236}">
                  <a16:creationId xmlns:a16="http://schemas.microsoft.com/office/drawing/2014/main" id="{B79B4380-CBEC-C341-A10E-5EF9A8597959}"/>
                </a:ext>
              </a:extLst>
            </p:cNvPr>
            <p:cNvSpPr/>
            <p:nvPr/>
          </p:nvSpPr>
          <p:spPr>
            <a:xfrm>
              <a:off x="10291391" y="6292417"/>
              <a:ext cx="1130724" cy="565583"/>
            </a:xfrm>
            <a:custGeom>
              <a:avLst/>
              <a:gdLst>
                <a:gd name="connsiteX0" fmla="*/ 565362 w 1130724"/>
                <a:gd name="connsiteY0" fmla="*/ 0 h 565583"/>
                <a:gd name="connsiteX1" fmla="*/ 1130724 w 1130724"/>
                <a:gd name="connsiteY1" fmla="*/ 565362 h 565583"/>
                <a:gd name="connsiteX2" fmla="*/ 1130702 w 1130724"/>
                <a:gd name="connsiteY2" fmla="*/ 565583 h 565583"/>
                <a:gd name="connsiteX3" fmla="*/ 22 w 1130724"/>
                <a:gd name="connsiteY3" fmla="*/ 565583 h 565583"/>
                <a:gd name="connsiteX4" fmla="*/ 0 w 1130724"/>
                <a:gd name="connsiteY4" fmla="*/ 565362 h 565583"/>
                <a:gd name="connsiteX5" fmla="*/ 565362 w 1130724"/>
                <a:gd name="connsiteY5" fmla="*/ 0 h 5655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30724" h="565583">
                  <a:moveTo>
                    <a:pt x="565362" y="0"/>
                  </a:moveTo>
                  <a:cubicBezTo>
                    <a:pt x="877603" y="0"/>
                    <a:pt x="1130724" y="253121"/>
                    <a:pt x="1130724" y="565362"/>
                  </a:cubicBezTo>
                  <a:lnTo>
                    <a:pt x="1130702" y="565583"/>
                  </a:lnTo>
                  <a:lnTo>
                    <a:pt x="22" y="565583"/>
                  </a:lnTo>
                  <a:lnTo>
                    <a:pt x="0" y="565362"/>
                  </a:lnTo>
                  <a:cubicBezTo>
                    <a:pt x="0" y="253121"/>
                    <a:pt x="253121" y="0"/>
                    <a:pt x="565362" y="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F04AD70E-5490-4C4E-A05D-D67949C51A74}"/>
                </a:ext>
              </a:extLst>
            </p:cNvPr>
            <p:cNvSpPr/>
            <p:nvPr/>
          </p:nvSpPr>
          <p:spPr>
            <a:xfrm>
              <a:off x="10291392" y="3549390"/>
              <a:ext cx="1130724" cy="1130723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128A8883-9F24-0047-92B7-45B3D2E7D9C0}"/>
                </a:ext>
              </a:extLst>
            </p:cNvPr>
            <p:cNvSpPr/>
            <p:nvPr/>
          </p:nvSpPr>
          <p:spPr>
            <a:xfrm>
              <a:off x="10291392" y="2177876"/>
              <a:ext cx="1130724" cy="1130723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AAC3A3BB-FD2C-FB44-9478-FA87EF229D37}"/>
                </a:ext>
              </a:extLst>
            </p:cNvPr>
            <p:cNvSpPr/>
            <p:nvPr/>
          </p:nvSpPr>
          <p:spPr>
            <a:xfrm>
              <a:off x="10291392" y="806363"/>
              <a:ext cx="1130724" cy="1130723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Freeform 28">
              <a:extLst>
                <a:ext uri="{FF2B5EF4-FFF2-40B4-BE49-F238E27FC236}">
                  <a16:creationId xmlns:a16="http://schemas.microsoft.com/office/drawing/2014/main" id="{BF46B3B1-E981-BB40-B916-51A6D3851969}"/>
                </a:ext>
              </a:extLst>
            </p:cNvPr>
            <p:cNvSpPr/>
            <p:nvPr/>
          </p:nvSpPr>
          <p:spPr>
            <a:xfrm>
              <a:off x="10291392" y="0"/>
              <a:ext cx="1130724" cy="565573"/>
            </a:xfrm>
            <a:custGeom>
              <a:avLst/>
              <a:gdLst>
                <a:gd name="connsiteX0" fmla="*/ 21 w 1130724"/>
                <a:gd name="connsiteY0" fmla="*/ 0 h 565573"/>
                <a:gd name="connsiteX1" fmla="*/ 1130703 w 1130724"/>
                <a:gd name="connsiteY1" fmla="*/ 0 h 565573"/>
                <a:gd name="connsiteX2" fmla="*/ 1130724 w 1130724"/>
                <a:gd name="connsiteY2" fmla="*/ 211 h 565573"/>
                <a:gd name="connsiteX3" fmla="*/ 565362 w 1130724"/>
                <a:gd name="connsiteY3" fmla="*/ 565573 h 565573"/>
                <a:gd name="connsiteX4" fmla="*/ 0 w 1130724"/>
                <a:gd name="connsiteY4" fmla="*/ 211 h 565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4" h="565573">
                  <a:moveTo>
                    <a:pt x="21" y="0"/>
                  </a:moveTo>
                  <a:lnTo>
                    <a:pt x="1130703" y="0"/>
                  </a:lnTo>
                  <a:lnTo>
                    <a:pt x="1130724" y="211"/>
                  </a:lnTo>
                  <a:cubicBezTo>
                    <a:pt x="1130724" y="312452"/>
                    <a:pt x="877603" y="565573"/>
                    <a:pt x="565362" y="565573"/>
                  </a:cubicBezTo>
                  <a:cubicBezTo>
                    <a:pt x="253121" y="565573"/>
                    <a:pt x="0" y="31245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0" name="Freeform 29">
              <a:extLst>
                <a:ext uri="{FF2B5EF4-FFF2-40B4-BE49-F238E27FC236}">
                  <a16:creationId xmlns:a16="http://schemas.microsoft.com/office/drawing/2014/main" id="{EA7DAE92-7D6B-B042-83BE-047C8EC322A0}"/>
                </a:ext>
              </a:extLst>
            </p:cNvPr>
            <p:cNvSpPr/>
            <p:nvPr/>
          </p:nvSpPr>
          <p:spPr>
            <a:xfrm>
              <a:off x="11654256" y="6295201"/>
              <a:ext cx="537744" cy="562799"/>
            </a:xfrm>
            <a:custGeom>
              <a:avLst/>
              <a:gdLst>
                <a:gd name="connsiteX0" fmla="*/ 537744 w 537744"/>
                <a:gd name="connsiteY0" fmla="*/ 0 h 562799"/>
                <a:gd name="connsiteX1" fmla="*/ 537744 w 537744"/>
                <a:gd name="connsiteY1" fmla="*/ 562799 h 562799"/>
                <a:gd name="connsiteX2" fmla="*/ 22 w 537744"/>
                <a:gd name="connsiteY2" fmla="*/ 562799 h 562799"/>
                <a:gd name="connsiteX3" fmla="*/ 0 w 537744"/>
                <a:gd name="connsiteY3" fmla="*/ 562578 h 562799"/>
                <a:gd name="connsiteX4" fmla="*/ 451422 w 537744"/>
                <a:gd name="connsiteY4" fmla="*/ 8702 h 5627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7744" h="562799">
                  <a:moveTo>
                    <a:pt x="537744" y="0"/>
                  </a:moveTo>
                  <a:lnTo>
                    <a:pt x="537744" y="562799"/>
                  </a:lnTo>
                  <a:lnTo>
                    <a:pt x="22" y="562799"/>
                  </a:lnTo>
                  <a:lnTo>
                    <a:pt x="0" y="562578"/>
                  </a:lnTo>
                  <a:cubicBezTo>
                    <a:pt x="0" y="289367"/>
                    <a:pt x="193796" y="61420"/>
                    <a:pt x="451422" y="870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1" name="Freeform 30">
              <a:extLst>
                <a:ext uri="{FF2B5EF4-FFF2-40B4-BE49-F238E27FC236}">
                  <a16:creationId xmlns:a16="http://schemas.microsoft.com/office/drawing/2014/main" id="{06AADCE6-4277-EA49-AF23-63B53CA6772A}"/>
                </a:ext>
              </a:extLst>
            </p:cNvPr>
            <p:cNvSpPr/>
            <p:nvPr/>
          </p:nvSpPr>
          <p:spPr>
            <a:xfrm>
              <a:off x="11654256" y="4923687"/>
              <a:ext cx="537744" cy="1125156"/>
            </a:xfrm>
            <a:custGeom>
              <a:avLst/>
              <a:gdLst>
                <a:gd name="connsiteX0" fmla="*/ 537744 w 537744"/>
                <a:gd name="connsiteY0" fmla="*/ 0 h 1125156"/>
                <a:gd name="connsiteX1" fmla="*/ 537744 w 537744"/>
                <a:gd name="connsiteY1" fmla="*/ 1125156 h 1125156"/>
                <a:gd name="connsiteX2" fmla="*/ 451422 w 537744"/>
                <a:gd name="connsiteY2" fmla="*/ 1116454 h 1125156"/>
                <a:gd name="connsiteX3" fmla="*/ 0 w 537744"/>
                <a:gd name="connsiteY3" fmla="*/ 562578 h 1125156"/>
                <a:gd name="connsiteX4" fmla="*/ 451422 w 537744"/>
                <a:gd name="connsiteY4" fmla="*/ 8702 h 11251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7744" h="1125156">
                  <a:moveTo>
                    <a:pt x="537744" y="0"/>
                  </a:moveTo>
                  <a:lnTo>
                    <a:pt x="537744" y="1125156"/>
                  </a:lnTo>
                  <a:lnTo>
                    <a:pt x="451422" y="1116454"/>
                  </a:lnTo>
                  <a:cubicBezTo>
                    <a:pt x="193796" y="1063736"/>
                    <a:pt x="0" y="835789"/>
                    <a:pt x="0" y="562578"/>
                  </a:cubicBezTo>
                  <a:cubicBezTo>
                    <a:pt x="0" y="289367"/>
                    <a:pt x="193796" y="61420"/>
                    <a:pt x="451422" y="8702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2" name="Freeform 31">
              <a:extLst>
                <a:ext uri="{FF2B5EF4-FFF2-40B4-BE49-F238E27FC236}">
                  <a16:creationId xmlns:a16="http://schemas.microsoft.com/office/drawing/2014/main" id="{58CEA343-047B-DF4E-A7A8-881C7740EA36}"/>
                </a:ext>
              </a:extLst>
            </p:cNvPr>
            <p:cNvSpPr/>
            <p:nvPr/>
          </p:nvSpPr>
          <p:spPr>
            <a:xfrm>
              <a:off x="11654256" y="3552173"/>
              <a:ext cx="537744" cy="1125156"/>
            </a:xfrm>
            <a:custGeom>
              <a:avLst/>
              <a:gdLst>
                <a:gd name="connsiteX0" fmla="*/ 537744 w 537744"/>
                <a:gd name="connsiteY0" fmla="*/ 0 h 1125156"/>
                <a:gd name="connsiteX1" fmla="*/ 537744 w 537744"/>
                <a:gd name="connsiteY1" fmla="*/ 1125156 h 1125156"/>
                <a:gd name="connsiteX2" fmla="*/ 451422 w 537744"/>
                <a:gd name="connsiteY2" fmla="*/ 1116454 h 1125156"/>
                <a:gd name="connsiteX3" fmla="*/ 0 w 537744"/>
                <a:gd name="connsiteY3" fmla="*/ 562578 h 1125156"/>
                <a:gd name="connsiteX4" fmla="*/ 451422 w 537744"/>
                <a:gd name="connsiteY4" fmla="*/ 8702 h 11251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7744" h="1125156">
                  <a:moveTo>
                    <a:pt x="537744" y="0"/>
                  </a:moveTo>
                  <a:lnTo>
                    <a:pt x="537744" y="1125156"/>
                  </a:lnTo>
                  <a:lnTo>
                    <a:pt x="451422" y="1116454"/>
                  </a:lnTo>
                  <a:cubicBezTo>
                    <a:pt x="193796" y="1063736"/>
                    <a:pt x="0" y="835789"/>
                    <a:pt x="0" y="562578"/>
                  </a:cubicBezTo>
                  <a:cubicBezTo>
                    <a:pt x="0" y="289367"/>
                    <a:pt x="193796" y="61420"/>
                    <a:pt x="451422" y="870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3" name="Freeform 32">
              <a:extLst>
                <a:ext uri="{FF2B5EF4-FFF2-40B4-BE49-F238E27FC236}">
                  <a16:creationId xmlns:a16="http://schemas.microsoft.com/office/drawing/2014/main" id="{FCCBAA07-17CE-2740-AA04-AEDA5EAD2796}"/>
                </a:ext>
              </a:extLst>
            </p:cNvPr>
            <p:cNvSpPr/>
            <p:nvPr/>
          </p:nvSpPr>
          <p:spPr>
            <a:xfrm>
              <a:off x="11654256" y="2180659"/>
              <a:ext cx="537744" cy="1125156"/>
            </a:xfrm>
            <a:custGeom>
              <a:avLst/>
              <a:gdLst>
                <a:gd name="connsiteX0" fmla="*/ 537744 w 537744"/>
                <a:gd name="connsiteY0" fmla="*/ 0 h 1125156"/>
                <a:gd name="connsiteX1" fmla="*/ 537744 w 537744"/>
                <a:gd name="connsiteY1" fmla="*/ 1125156 h 1125156"/>
                <a:gd name="connsiteX2" fmla="*/ 451422 w 537744"/>
                <a:gd name="connsiteY2" fmla="*/ 1116454 h 1125156"/>
                <a:gd name="connsiteX3" fmla="*/ 0 w 537744"/>
                <a:gd name="connsiteY3" fmla="*/ 562578 h 1125156"/>
                <a:gd name="connsiteX4" fmla="*/ 451422 w 537744"/>
                <a:gd name="connsiteY4" fmla="*/ 8702 h 11251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7744" h="1125156">
                  <a:moveTo>
                    <a:pt x="537744" y="0"/>
                  </a:moveTo>
                  <a:lnTo>
                    <a:pt x="537744" y="1125156"/>
                  </a:lnTo>
                  <a:lnTo>
                    <a:pt x="451422" y="1116454"/>
                  </a:lnTo>
                  <a:cubicBezTo>
                    <a:pt x="193796" y="1063736"/>
                    <a:pt x="0" y="835789"/>
                    <a:pt x="0" y="562578"/>
                  </a:cubicBezTo>
                  <a:cubicBezTo>
                    <a:pt x="0" y="289367"/>
                    <a:pt x="193796" y="61420"/>
                    <a:pt x="451422" y="870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4" name="Freeform 33">
              <a:extLst>
                <a:ext uri="{FF2B5EF4-FFF2-40B4-BE49-F238E27FC236}">
                  <a16:creationId xmlns:a16="http://schemas.microsoft.com/office/drawing/2014/main" id="{BF15C430-7951-6040-BD4C-4E996E94480E}"/>
                </a:ext>
              </a:extLst>
            </p:cNvPr>
            <p:cNvSpPr/>
            <p:nvPr/>
          </p:nvSpPr>
          <p:spPr>
            <a:xfrm>
              <a:off x="11654256" y="809146"/>
              <a:ext cx="537744" cy="1125156"/>
            </a:xfrm>
            <a:custGeom>
              <a:avLst/>
              <a:gdLst>
                <a:gd name="connsiteX0" fmla="*/ 537744 w 537744"/>
                <a:gd name="connsiteY0" fmla="*/ 0 h 1125156"/>
                <a:gd name="connsiteX1" fmla="*/ 537744 w 537744"/>
                <a:gd name="connsiteY1" fmla="*/ 1125156 h 1125156"/>
                <a:gd name="connsiteX2" fmla="*/ 451422 w 537744"/>
                <a:gd name="connsiteY2" fmla="*/ 1116454 h 1125156"/>
                <a:gd name="connsiteX3" fmla="*/ 0 w 537744"/>
                <a:gd name="connsiteY3" fmla="*/ 562578 h 1125156"/>
                <a:gd name="connsiteX4" fmla="*/ 451422 w 537744"/>
                <a:gd name="connsiteY4" fmla="*/ 8702 h 11251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7744" h="1125156">
                  <a:moveTo>
                    <a:pt x="537744" y="0"/>
                  </a:moveTo>
                  <a:lnTo>
                    <a:pt x="537744" y="1125156"/>
                  </a:lnTo>
                  <a:lnTo>
                    <a:pt x="451422" y="1116454"/>
                  </a:lnTo>
                  <a:cubicBezTo>
                    <a:pt x="193796" y="1063736"/>
                    <a:pt x="0" y="835789"/>
                    <a:pt x="0" y="562578"/>
                  </a:cubicBezTo>
                  <a:cubicBezTo>
                    <a:pt x="0" y="289367"/>
                    <a:pt x="193796" y="61420"/>
                    <a:pt x="451422" y="8702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5" name="Freeform 34">
              <a:extLst>
                <a:ext uri="{FF2B5EF4-FFF2-40B4-BE49-F238E27FC236}">
                  <a16:creationId xmlns:a16="http://schemas.microsoft.com/office/drawing/2014/main" id="{0B3467F9-370D-5C4C-9EDE-E0CA0E401568}"/>
                </a:ext>
              </a:extLst>
            </p:cNvPr>
            <p:cNvSpPr/>
            <p:nvPr/>
          </p:nvSpPr>
          <p:spPr>
            <a:xfrm>
              <a:off x="11654256" y="0"/>
              <a:ext cx="537744" cy="562788"/>
            </a:xfrm>
            <a:custGeom>
              <a:avLst/>
              <a:gdLst>
                <a:gd name="connsiteX0" fmla="*/ 21 w 537744"/>
                <a:gd name="connsiteY0" fmla="*/ 0 h 562788"/>
                <a:gd name="connsiteX1" fmla="*/ 537744 w 537744"/>
                <a:gd name="connsiteY1" fmla="*/ 0 h 562788"/>
                <a:gd name="connsiteX2" fmla="*/ 537744 w 537744"/>
                <a:gd name="connsiteY2" fmla="*/ 562788 h 562788"/>
                <a:gd name="connsiteX3" fmla="*/ 451422 w 537744"/>
                <a:gd name="connsiteY3" fmla="*/ 554086 h 562788"/>
                <a:gd name="connsiteX4" fmla="*/ 0 w 537744"/>
                <a:gd name="connsiteY4" fmla="*/ 211 h 5627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7744" h="562788">
                  <a:moveTo>
                    <a:pt x="21" y="0"/>
                  </a:moveTo>
                  <a:lnTo>
                    <a:pt x="537744" y="0"/>
                  </a:lnTo>
                  <a:lnTo>
                    <a:pt x="537744" y="562788"/>
                  </a:lnTo>
                  <a:lnTo>
                    <a:pt x="451422" y="554086"/>
                  </a:lnTo>
                  <a:cubicBezTo>
                    <a:pt x="193796" y="501368"/>
                    <a:pt x="0" y="273421"/>
                    <a:pt x="0" y="21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B652A1E4-52BA-534C-AECC-35C3CF44F8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315675-65B4-E14F-9785-663A83B7B6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676A1E-2332-684F-BDD2-687C166BDE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B0A250-5CC0-1746-B209-08E8B0DAE6AF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BB8CB0-B7BE-7D4F-B254-8A2F8AEC27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E5A569-A063-8E40-B703-82B11D2A98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7169" y="6141085"/>
            <a:ext cx="813816" cy="365125"/>
          </a:xfrm>
        </p:spPr>
        <p:txBody>
          <a:bodyPr/>
          <a:lstStyle/>
          <a:p>
            <a:fld id="{49ABCAEC-7D34-E549-A96E-FCEDAADBE4B0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8231D73A-BA91-794F-8C09-4F4B41A6D08B}"/>
              </a:ext>
            </a:extLst>
          </p:cNvPr>
          <p:cNvCxnSpPr>
            <a:cxnSpLocks/>
          </p:cNvCxnSpPr>
          <p:nvPr/>
        </p:nvCxnSpPr>
        <p:spPr>
          <a:xfrm>
            <a:off x="565150" y="6087110"/>
            <a:ext cx="7335835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614160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" name="Group 38">
            <a:extLst>
              <a:ext uri="{FF2B5EF4-FFF2-40B4-BE49-F238E27FC236}">
                <a16:creationId xmlns:a16="http://schemas.microsoft.com/office/drawing/2014/main" id="{3ABDDED5-B489-454D-A72D-46C9473AB018}"/>
              </a:ext>
            </a:extLst>
          </p:cNvPr>
          <p:cNvGrpSpPr/>
          <p:nvPr/>
        </p:nvGrpSpPr>
        <p:grpSpPr>
          <a:xfrm>
            <a:off x="6201388" y="0"/>
            <a:ext cx="5990612" cy="6858001"/>
            <a:chOff x="6201388" y="0"/>
            <a:chExt cx="5990612" cy="6858001"/>
          </a:xfrm>
        </p:grpSpPr>
        <p:sp>
          <p:nvSpPr>
            <p:cNvPr id="40" name="Oval 39">
              <a:extLst>
                <a:ext uri="{FF2B5EF4-FFF2-40B4-BE49-F238E27FC236}">
                  <a16:creationId xmlns:a16="http://schemas.microsoft.com/office/drawing/2014/main" id="{E6338A9A-49A1-B04D-B479-43604A5CD6D5}"/>
                </a:ext>
              </a:extLst>
            </p:cNvPr>
            <p:cNvSpPr/>
            <p:nvPr/>
          </p:nvSpPr>
          <p:spPr>
            <a:xfrm>
              <a:off x="6201388" y="3549396"/>
              <a:ext cx="1130725" cy="1130724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" name="Freeform 40">
              <a:extLst>
                <a:ext uri="{FF2B5EF4-FFF2-40B4-BE49-F238E27FC236}">
                  <a16:creationId xmlns:a16="http://schemas.microsoft.com/office/drawing/2014/main" id="{3151B6D8-101B-F34D-992A-1668DB5D0067}"/>
                </a:ext>
              </a:extLst>
            </p:cNvPr>
            <p:cNvSpPr/>
            <p:nvPr/>
          </p:nvSpPr>
          <p:spPr>
            <a:xfrm>
              <a:off x="6201389" y="1"/>
              <a:ext cx="1130725" cy="565575"/>
            </a:xfrm>
            <a:custGeom>
              <a:avLst/>
              <a:gdLst>
                <a:gd name="connsiteX0" fmla="*/ 21 w 1130725"/>
                <a:gd name="connsiteY0" fmla="*/ 0 h 565575"/>
                <a:gd name="connsiteX1" fmla="*/ 1130704 w 1130725"/>
                <a:gd name="connsiteY1" fmla="*/ 0 h 565575"/>
                <a:gd name="connsiteX2" fmla="*/ 1130725 w 1130725"/>
                <a:gd name="connsiteY2" fmla="*/ 213 h 565575"/>
                <a:gd name="connsiteX3" fmla="*/ 565362 w 1130725"/>
                <a:gd name="connsiteY3" fmla="*/ 565575 h 565575"/>
                <a:gd name="connsiteX4" fmla="*/ 0 w 1130725"/>
                <a:gd name="connsiteY4" fmla="*/ 213 h 565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5" h="565575">
                  <a:moveTo>
                    <a:pt x="21" y="0"/>
                  </a:moveTo>
                  <a:lnTo>
                    <a:pt x="1130704" y="0"/>
                  </a:lnTo>
                  <a:lnTo>
                    <a:pt x="1130725" y="213"/>
                  </a:lnTo>
                  <a:cubicBezTo>
                    <a:pt x="1130725" y="312454"/>
                    <a:pt x="877604" y="565575"/>
                    <a:pt x="565362" y="565575"/>
                  </a:cubicBezTo>
                  <a:cubicBezTo>
                    <a:pt x="253121" y="565575"/>
                    <a:pt x="0" y="312454"/>
                    <a:pt x="0" y="213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2" name="Freeform 41">
              <a:extLst>
                <a:ext uri="{FF2B5EF4-FFF2-40B4-BE49-F238E27FC236}">
                  <a16:creationId xmlns:a16="http://schemas.microsoft.com/office/drawing/2014/main" id="{21D4DE71-EB1A-E74C-9364-5FEC5377F4EF}"/>
                </a:ext>
              </a:extLst>
            </p:cNvPr>
            <p:cNvSpPr/>
            <p:nvPr/>
          </p:nvSpPr>
          <p:spPr>
            <a:xfrm>
              <a:off x="7564255" y="6292426"/>
              <a:ext cx="1130723" cy="565575"/>
            </a:xfrm>
            <a:custGeom>
              <a:avLst/>
              <a:gdLst>
                <a:gd name="connsiteX0" fmla="*/ 565362 w 1130723"/>
                <a:gd name="connsiteY0" fmla="*/ 0 h 565575"/>
                <a:gd name="connsiteX1" fmla="*/ 1130723 w 1130723"/>
                <a:gd name="connsiteY1" fmla="*/ 565362 h 565575"/>
                <a:gd name="connsiteX2" fmla="*/ 1130702 w 1130723"/>
                <a:gd name="connsiteY2" fmla="*/ 565575 h 565575"/>
                <a:gd name="connsiteX3" fmla="*/ 21 w 1130723"/>
                <a:gd name="connsiteY3" fmla="*/ 565575 h 565575"/>
                <a:gd name="connsiteX4" fmla="*/ 0 w 1130723"/>
                <a:gd name="connsiteY4" fmla="*/ 565362 h 565575"/>
                <a:gd name="connsiteX5" fmla="*/ 565362 w 1130723"/>
                <a:gd name="connsiteY5" fmla="*/ 0 h 565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30723" h="565575">
                  <a:moveTo>
                    <a:pt x="565362" y="0"/>
                  </a:moveTo>
                  <a:cubicBezTo>
                    <a:pt x="877602" y="0"/>
                    <a:pt x="1130723" y="253121"/>
                    <a:pt x="1130723" y="565362"/>
                  </a:cubicBezTo>
                  <a:lnTo>
                    <a:pt x="1130702" y="565575"/>
                  </a:lnTo>
                  <a:lnTo>
                    <a:pt x="21" y="565575"/>
                  </a:lnTo>
                  <a:lnTo>
                    <a:pt x="0" y="565362"/>
                  </a:lnTo>
                  <a:cubicBezTo>
                    <a:pt x="0" y="253121"/>
                    <a:pt x="253120" y="0"/>
                    <a:pt x="565362" y="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3" name="Oval 42">
              <a:extLst>
                <a:ext uri="{FF2B5EF4-FFF2-40B4-BE49-F238E27FC236}">
                  <a16:creationId xmlns:a16="http://schemas.microsoft.com/office/drawing/2014/main" id="{BD99A5CD-9D3A-DA46-AD96-34B9DB522051}"/>
                </a:ext>
              </a:extLst>
            </p:cNvPr>
            <p:cNvSpPr/>
            <p:nvPr/>
          </p:nvSpPr>
          <p:spPr>
            <a:xfrm>
              <a:off x="7564253" y="3549396"/>
              <a:ext cx="1130725" cy="1130724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4" name="Oval 43">
              <a:extLst>
                <a:ext uri="{FF2B5EF4-FFF2-40B4-BE49-F238E27FC236}">
                  <a16:creationId xmlns:a16="http://schemas.microsoft.com/office/drawing/2014/main" id="{E6537DF9-74F2-924C-9B63-22B100C80C92}"/>
                </a:ext>
              </a:extLst>
            </p:cNvPr>
            <p:cNvSpPr/>
            <p:nvPr/>
          </p:nvSpPr>
          <p:spPr>
            <a:xfrm>
              <a:off x="7564253" y="2177881"/>
              <a:ext cx="1130725" cy="1130724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" name="Oval 44">
              <a:extLst>
                <a:ext uri="{FF2B5EF4-FFF2-40B4-BE49-F238E27FC236}">
                  <a16:creationId xmlns:a16="http://schemas.microsoft.com/office/drawing/2014/main" id="{D7655457-8E4D-F34C-A595-66A45E9C3A1F}"/>
                </a:ext>
              </a:extLst>
            </p:cNvPr>
            <p:cNvSpPr/>
            <p:nvPr/>
          </p:nvSpPr>
          <p:spPr>
            <a:xfrm>
              <a:off x="7564253" y="806366"/>
              <a:ext cx="1130725" cy="1130724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" name="Freeform 45">
              <a:extLst>
                <a:ext uri="{FF2B5EF4-FFF2-40B4-BE49-F238E27FC236}">
                  <a16:creationId xmlns:a16="http://schemas.microsoft.com/office/drawing/2014/main" id="{FB0E8D2C-8947-E44C-BC5F-F81B083DAA3E}"/>
                </a:ext>
              </a:extLst>
            </p:cNvPr>
            <p:cNvSpPr/>
            <p:nvPr/>
          </p:nvSpPr>
          <p:spPr>
            <a:xfrm>
              <a:off x="7564254" y="1"/>
              <a:ext cx="1130725" cy="565575"/>
            </a:xfrm>
            <a:custGeom>
              <a:avLst/>
              <a:gdLst>
                <a:gd name="connsiteX0" fmla="*/ 21 w 1130725"/>
                <a:gd name="connsiteY0" fmla="*/ 0 h 565575"/>
                <a:gd name="connsiteX1" fmla="*/ 1130704 w 1130725"/>
                <a:gd name="connsiteY1" fmla="*/ 0 h 565575"/>
                <a:gd name="connsiteX2" fmla="*/ 1130725 w 1130725"/>
                <a:gd name="connsiteY2" fmla="*/ 213 h 565575"/>
                <a:gd name="connsiteX3" fmla="*/ 565363 w 1130725"/>
                <a:gd name="connsiteY3" fmla="*/ 565575 h 565575"/>
                <a:gd name="connsiteX4" fmla="*/ 0 w 1130725"/>
                <a:gd name="connsiteY4" fmla="*/ 213 h 565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5" h="565575">
                  <a:moveTo>
                    <a:pt x="21" y="0"/>
                  </a:moveTo>
                  <a:lnTo>
                    <a:pt x="1130704" y="0"/>
                  </a:lnTo>
                  <a:lnTo>
                    <a:pt x="1130725" y="213"/>
                  </a:lnTo>
                  <a:cubicBezTo>
                    <a:pt x="1130725" y="312454"/>
                    <a:pt x="877603" y="565575"/>
                    <a:pt x="565363" y="565575"/>
                  </a:cubicBezTo>
                  <a:cubicBezTo>
                    <a:pt x="253121" y="565575"/>
                    <a:pt x="0" y="312454"/>
                    <a:pt x="0" y="213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7" name="Freeform 46">
              <a:extLst>
                <a:ext uri="{FF2B5EF4-FFF2-40B4-BE49-F238E27FC236}">
                  <a16:creationId xmlns:a16="http://schemas.microsoft.com/office/drawing/2014/main" id="{ED57F45D-85B8-AC49-A2BA-E941F1BE7F15}"/>
                </a:ext>
              </a:extLst>
            </p:cNvPr>
            <p:cNvSpPr/>
            <p:nvPr/>
          </p:nvSpPr>
          <p:spPr>
            <a:xfrm>
              <a:off x="8927118" y="6292426"/>
              <a:ext cx="1130724" cy="565575"/>
            </a:xfrm>
            <a:custGeom>
              <a:avLst/>
              <a:gdLst>
                <a:gd name="connsiteX0" fmla="*/ 565362 w 1130724"/>
                <a:gd name="connsiteY0" fmla="*/ 0 h 565575"/>
                <a:gd name="connsiteX1" fmla="*/ 1130724 w 1130724"/>
                <a:gd name="connsiteY1" fmla="*/ 565362 h 565575"/>
                <a:gd name="connsiteX2" fmla="*/ 1130703 w 1130724"/>
                <a:gd name="connsiteY2" fmla="*/ 565575 h 565575"/>
                <a:gd name="connsiteX3" fmla="*/ 22 w 1130724"/>
                <a:gd name="connsiteY3" fmla="*/ 565575 h 565575"/>
                <a:gd name="connsiteX4" fmla="*/ 0 w 1130724"/>
                <a:gd name="connsiteY4" fmla="*/ 565362 h 565575"/>
                <a:gd name="connsiteX5" fmla="*/ 565362 w 1130724"/>
                <a:gd name="connsiteY5" fmla="*/ 0 h 565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30724" h="565575">
                  <a:moveTo>
                    <a:pt x="565362" y="0"/>
                  </a:moveTo>
                  <a:cubicBezTo>
                    <a:pt x="877603" y="0"/>
                    <a:pt x="1130724" y="253121"/>
                    <a:pt x="1130724" y="565362"/>
                  </a:cubicBezTo>
                  <a:lnTo>
                    <a:pt x="1130703" y="565575"/>
                  </a:lnTo>
                  <a:lnTo>
                    <a:pt x="22" y="565575"/>
                  </a:lnTo>
                  <a:lnTo>
                    <a:pt x="0" y="565362"/>
                  </a:lnTo>
                  <a:cubicBezTo>
                    <a:pt x="0" y="253121"/>
                    <a:pt x="253121" y="0"/>
                    <a:pt x="56536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8" name="Oval 47">
              <a:extLst>
                <a:ext uri="{FF2B5EF4-FFF2-40B4-BE49-F238E27FC236}">
                  <a16:creationId xmlns:a16="http://schemas.microsoft.com/office/drawing/2014/main" id="{DA576359-CAE3-634C-8DF8-A834BCD7D668}"/>
                </a:ext>
              </a:extLst>
            </p:cNvPr>
            <p:cNvSpPr/>
            <p:nvPr/>
          </p:nvSpPr>
          <p:spPr>
            <a:xfrm>
              <a:off x="8927118" y="4920911"/>
              <a:ext cx="1130725" cy="1130724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Oval 48">
              <a:extLst>
                <a:ext uri="{FF2B5EF4-FFF2-40B4-BE49-F238E27FC236}">
                  <a16:creationId xmlns:a16="http://schemas.microsoft.com/office/drawing/2014/main" id="{16343F35-6601-BD4A-B9A5-25361D0453D2}"/>
                </a:ext>
              </a:extLst>
            </p:cNvPr>
            <p:cNvSpPr/>
            <p:nvPr/>
          </p:nvSpPr>
          <p:spPr>
            <a:xfrm>
              <a:off x="8927118" y="3549396"/>
              <a:ext cx="1130725" cy="1130724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Oval 49">
              <a:extLst>
                <a:ext uri="{FF2B5EF4-FFF2-40B4-BE49-F238E27FC236}">
                  <a16:creationId xmlns:a16="http://schemas.microsoft.com/office/drawing/2014/main" id="{5ED1C169-DCD9-9C4B-91B1-519621155A64}"/>
                </a:ext>
              </a:extLst>
            </p:cNvPr>
            <p:cNvSpPr/>
            <p:nvPr/>
          </p:nvSpPr>
          <p:spPr>
            <a:xfrm>
              <a:off x="8927118" y="2177881"/>
              <a:ext cx="1130725" cy="1130724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Oval 50">
              <a:extLst>
                <a:ext uri="{FF2B5EF4-FFF2-40B4-BE49-F238E27FC236}">
                  <a16:creationId xmlns:a16="http://schemas.microsoft.com/office/drawing/2014/main" id="{32328AC7-E0BC-0E46-A25B-11D523EC8100}"/>
                </a:ext>
              </a:extLst>
            </p:cNvPr>
            <p:cNvSpPr/>
            <p:nvPr/>
          </p:nvSpPr>
          <p:spPr>
            <a:xfrm>
              <a:off x="8927118" y="806366"/>
              <a:ext cx="1130725" cy="1130724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Freeform 51">
              <a:extLst>
                <a:ext uri="{FF2B5EF4-FFF2-40B4-BE49-F238E27FC236}">
                  <a16:creationId xmlns:a16="http://schemas.microsoft.com/office/drawing/2014/main" id="{32BBE02A-588F-6C4D-B310-694098C6A340}"/>
                </a:ext>
              </a:extLst>
            </p:cNvPr>
            <p:cNvSpPr/>
            <p:nvPr/>
          </p:nvSpPr>
          <p:spPr>
            <a:xfrm>
              <a:off x="8927117" y="0"/>
              <a:ext cx="1130726" cy="565576"/>
            </a:xfrm>
            <a:custGeom>
              <a:avLst/>
              <a:gdLst>
                <a:gd name="connsiteX0" fmla="*/ 22 w 1130726"/>
                <a:gd name="connsiteY0" fmla="*/ 0 h 565576"/>
                <a:gd name="connsiteX1" fmla="*/ 1130704 w 1130726"/>
                <a:gd name="connsiteY1" fmla="*/ 0 h 565576"/>
                <a:gd name="connsiteX2" fmla="*/ 1130726 w 1130726"/>
                <a:gd name="connsiteY2" fmla="*/ 214 h 565576"/>
                <a:gd name="connsiteX3" fmla="*/ 565363 w 1130726"/>
                <a:gd name="connsiteY3" fmla="*/ 565576 h 565576"/>
                <a:gd name="connsiteX4" fmla="*/ 0 w 1130726"/>
                <a:gd name="connsiteY4" fmla="*/ 214 h 5655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6" h="565576">
                  <a:moveTo>
                    <a:pt x="22" y="0"/>
                  </a:moveTo>
                  <a:lnTo>
                    <a:pt x="1130704" y="0"/>
                  </a:lnTo>
                  <a:lnTo>
                    <a:pt x="1130726" y="214"/>
                  </a:lnTo>
                  <a:cubicBezTo>
                    <a:pt x="1130726" y="312455"/>
                    <a:pt x="877604" y="565576"/>
                    <a:pt x="565363" y="565576"/>
                  </a:cubicBezTo>
                  <a:cubicBezTo>
                    <a:pt x="253122" y="565576"/>
                    <a:pt x="0" y="312455"/>
                    <a:pt x="0" y="21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53" name="Freeform 52">
              <a:extLst>
                <a:ext uri="{FF2B5EF4-FFF2-40B4-BE49-F238E27FC236}">
                  <a16:creationId xmlns:a16="http://schemas.microsoft.com/office/drawing/2014/main" id="{6751D5A0-C90A-0A44-8654-CFE1B719B353}"/>
                </a:ext>
              </a:extLst>
            </p:cNvPr>
            <p:cNvSpPr/>
            <p:nvPr/>
          </p:nvSpPr>
          <p:spPr>
            <a:xfrm>
              <a:off x="10289984" y="6292426"/>
              <a:ext cx="1130724" cy="565575"/>
            </a:xfrm>
            <a:custGeom>
              <a:avLst/>
              <a:gdLst>
                <a:gd name="connsiteX0" fmla="*/ 565362 w 1130724"/>
                <a:gd name="connsiteY0" fmla="*/ 0 h 565575"/>
                <a:gd name="connsiteX1" fmla="*/ 1130724 w 1130724"/>
                <a:gd name="connsiteY1" fmla="*/ 565362 h 565575"/>
                <a:gd name="connsiteX2" fmla="*/ 1130703 w 1130724"/>
                <a:gd name="connsiteY2" fmla="*/ 565575 h 565575"/>
                <a:gd name="connsiteX3" fmla="*/ 21 w 1130724"/>
                <a:gd name="connsiteY3" fmla="*/ 565575 h 565575"/>
                <a:gd name="connsiteX4" fmla="*/ 0 w 1130724"/>
                <a:gd name="connsiteY4" fmla="*/ 565362 h 565575"/>
                <a:gd name="connsiteX5" fmla="*/ 565362 w 1130724"/>
                <a:gd name="connsiteY5" fmla="*/ 0 h 565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30724" h="565575">
                  <a:moveTo>
                    <a:pt x="565362" y="0"/>
                  </a:moveTo>
                  <a:cubicBezTo>
                    <a:pt x="877603" y="0"/>
                    <a:pt x="1130724" y="253121"/>
                    <a:pt x="1130724" y="565362"/>
                  </a:cubicBezTo>
                  <a:lnTo>
                    <a:pt x="1130703" y="565575"/>
                  </a:lnTo>
                  <a:lnTo>
                    <a:pt x="21" y="565575"/>
                  </a:lnTo>
                  <a:lnTo>
                    <a:pt x="0" y="565362"/>
                  </a:lnTo>
                  <a:cubicBezTo>
                    <a:pt x="0" y="253121"/>
                    <a:pt x="253121" y="0"/>
                    <a:pt x="565362" y="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54" name="Oval 53">
              <a:extLst>
                <a:ext uri="{FF2B5EF4-FFF2-40B4-BE49-F238E27FC236}">
                  <a16:creationId xmlns:a16="http://schemas.microsoft.com/office/drawing/2014/main" id="{0F0FA086-0D80-B74A-9B37-5EACDE30D61F}"/>
                </a:ext>
              </a:extLst>
            </p:cNvPr>
            <p:cNvSpPr/>
            <p:nvPr/>
          </p:nvSpPr>
          <p:spPr>
            <a:xfrm>
              <a:off x="10289984" y="4920911"/>
              <a:ext cx="1130725" cy="1130724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Oval 54">
              <a:extLst>
                <a:ext uri="{FF2B5EF4-FFF2-40B4-BE49-F238E27FC236}">
                  <a16:creationId xmlns:a16="http://schemas.microsoft.com/office/drawing/2014/main" id="{7022E302-2A55-8844-A50B-DC16D075E16B}"/>
                </a:ext>
              </a:extLst>
            </p:cNvPr>
            <p:cNvSpPr/>
            <p:nvPr/>
          </p:nvSpPr>
          <p:spPr>
            <a:xfrm>
              <a:off x="10289984" y="3549396"/>
              <a:ext cx="1130725" cy="1130724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Oval 55">
              <a:extLst>
                <a:ext uri="{FF2B5EF4-FFF2-40B4-BE49-F238E27FC236}">
                  <a16:creationId xmlns:a16="http://schemas.microsoft.com/office/drawing/2014/main" id="{F4B325F5-A048-2843-A40B-3B2B31ECED76}"/>
                </a:ext>
              </a:extLst>
            </p:cNvPr>
            <p:cNvSpPr/>
            <p:nvPr/>
          </p:nvSpPr>
          <p:spPr>
            <a:xfrm>
              <a:off x="10289984" y="806366"/>
              <a:ext cx="1130725" cy="1130724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7" name="Freeform 56">
              <a:extLst>
                <a:ext uri="{FF2B5EF4-FFF2-40B4-BE49-F238E27FC236}">
                  <a16:creationId xmlns:a16="http://schemas.microsoft.com/office/drawing/2014/main" id="{7707B616-7E85-5442-B46B-AF9426A7A0E9}"/>
                </a:ext>
              </a:extLst>
            </p:cNvPr>
            <p:cNvSpPr/>
            <p:nvPr/>
          </p:nvSpPr>
          <p:spPr>
            <a:xfrm>
              <a:off x="10289983" y="0"/>
              <a:ext cx="1130726" cy="565576"/>
            </a:xfrm>
            <a:custGeom>
              <a:avLst/>
              <a:gdLst>
                <a:gd name="connsiteX0" fmla="*/ 21 w 1130726"/>
                <a:gd name="connsiteY0" fmla="*/ 0 h 565576"/>
                <a:gd name="connsiteX1" fmla="*/ 1130704 w 1130726"/>
                <a:gd name="connsiteY1" fmla="*/ 0 h 565576"/>
                <a:gd name="connsiteX2" fmla="*/ 1130726 w 1130726"/>
                <a:gd name="connsiteY2" fmla="*/ 214 h 565576"/>
                <a:gd name="connsiteX3" fmla="*/ 565363 w 1130726"/>
                <a:gd name="connsiteY3" fmla="*/ 565576 h 565576"/>
                <a:gd name="connsiteX4" fmla="*/ 0 w 1130726"/>
                <a:gd name="connsiteY4" fmla="*/ 214 h 5655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6" h="565576">
                  <a:moveTo>
                    <a:pt x="21" y="0"/>
                  </a:moveTo>
                  <a:lnTo>
                    <a:pt x="1130704" y="0"/>
                  </a:lnTo>
                  <a:lnTo>
                    <a:pt x="1130726" y="214"/>
                  </a:lnTo>
                  <a:cubicBezTo>
                    <a:pt x="1130726" y="312455"/>
                    <a:pt x="877604" y="565576"/>
                    <a:pt x="565363" y="565576"/>
                  </a:cubicBezTo>
                  <a:cubicBezTo>
                    <a:pt x="253122" y="565576"/>
                    <a:pt x="0" y="312455"/>
                    <a:pt x="0" y="214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58" name="Freeform 57">
              <a:extLst>
                <a:ext uri="{FF2B5EF4-FFF2-40B4-BE49-F238E27FC236}">
                  <a16:creationId xmlns:a16="http://schemas.microsoft.com/office/drawing/2014/main" id="{08914A00-D181-5847-A150-77CE67F94369}"/>
                </a:ext>
              </a:extLst>
            </p:cNvPr>
            <p:cNvSpPr/>
            <p:nvPr/>
          </p:nvSpPr>
          <p:spPr>
            <a:xfrm>
              <a:off x="11652854" y="6295069"/>
              <a:ext cx="539146" cy="562931"/>
            </a:xfrm>
            <a:custGeom>
              <a:avLst/>
              <a:gdLst>
                <a:gd name="connsiteX0" fmla="*/ 539146 w 539146"/>
                <a:gd name="connsiteY0" fmla="*/ 0 h 562931"/>
                <a:gd name="connsiteX1" fmla="*/ 539146 w 539146"/>
                <a:gd name="connsiteY1" fmla="*/ 562931 h 562931"/>
                <a:gd name="connsiteX2" fmla="*/ 21 w 539146"/>
                <a:gd name="connsiteY2" fmla="*/ 562931 h 562931"/>
                <a:gd name="connsiteX3" fmla="*/ 0 w 539146"/>
                <a:gd name="connsiteY3" fmla="*/ 562719 h 562931"/>
                <a:gd name="connsiteX4" fmla="*/ 451422 w 539146"/>
                <a:gd name="connsiteY4" fmla="*/ 8843 h 5629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6" h="562931">
                  <a:moveTo>
                    <a:pt x="539146" y="0"/>
                  </a:moveTo>
                  <a:lnTo>
                    <a:pt x="539146" y="562931"/>
                  </a:lnTo>
                  <a:lnTo>
                    <a:pt x="21" y="562931"/>
                  </a:lnTo>
                  <a:lnTo>
                    <a:pt x="0" y="562719"/>
                  </a:lnTo>
                  <a:cubicBezTo>
                    <a:pt x="0" y="289508"/>
                    <a:pt x="193796" y="61561"/>
                    <a:pt x="451422" y="8843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59" name="Freeform 58">
              <a:extLst>
                <a:ext uri="{FF2B5EF4-FFF2-40B4-BE49-F238E27FC236}">
                  <a16:creationId xmlns:a16="http://schemas.microsoft.com/office/drawing/2014/main" id="{DAF2D976-5F49-2848-B465-C85708A6D706}"/>
                </a:ext>
              </a:extLst>
            </p:cNvPr>
            <p:cNvSpPr/>
            <p:nvPr/>
          </p:nvSpPr>
          <p:spPr>
            <a:xfrm>
              <a:off x="11652853" y="4923555"/>
              <a:ext cx="539147" cy="1125439"/>
            </a:xfrm>
            <a:custGeom>
              <a:avLst/>
              <a:gdLst>
                <a:gd name="connsiteX0" fmla="*/ 539147 w 539147"/>
                <a:gd name="connsiteY0" fmla="*/ 0 h 1125439"/>
                <a:gd name="connsiteX1" fmla="*/ 539147 w 539147"/>
                <a:gd name="connsiteY1" fmla="*/ 1125439 h 1125439"/>
                <a:gd name="connsiteX2" fmla="*/ 451423 w 539147"/>
                <a:gd name="connsiteY2" fmla="*/ 1116595 h 1125439"/>
                <a:gd name="connsiteX3" fmla="*/ 0 w 539147"/>
                <a:gd name="connsiteY3" fmla="*/ 562719 h 1125439"/>
                <a:gd name="connsiteX4" fmla="*/ 451423 w 539147"/>
                <a:gd name="connsiteY4" fmla="*/ 8843 h 1125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7" h="1125439">
                  <a:moveTo>
                    <a:pt x="539147" y="0"/>
                  </a:moveTo>
                  <a:lnTo>
                    <a:pt x="539147" y="1125439"/>
                  </a:lnTo>
                  <a:lnTo>
                    <a:pt x="451423" y="1116595"/>
                  </a:lnTo>
                  <a:cubicBezTo>
                    <a:pt x="193797" y="1063877"/>
                    <a:pt x="0" y="835930"/>
                    <a:pt x="0" y="562719"/>
                  </a:cubicBezTo>
                  <a:cubicBezTo>
                    <a:pt x="0" y="289508"/>
                    <a:pt x="193797" y="61561"/>
                    <a:pt x="451423" y="884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60" name="Freeform 59">
              <a:extLst>
                <a:ext uri="{FF2B5EF4-FFF2-40B4-BE49-F238E27FC236}">
                  <a16:creationId xmlns:a16="http://schemas.microsoft.com/office/drawing/2014/main" id="{5E333474-B850-354C-A2E2-01735C948D47}"/>
                </a:ext>
              </a:extLst>
            </p:cNvPr>
            <p:cNvSpPr/>
            <p:nvPr/>
          </p:nvSpPr>
          <p:spPr>
            <a:xfrm>
              <a:off x="11652853" y="3552039"/>
              <a:ext cx="539147" cy="1125438"/>
            </a:xfrm>
            <a:custGeom>
              <a:avLst/>
              <a:gdLst>
                <a:gd name="connsiteX0" fmla="*/ 539147 w 539147"/>
                <a:gd name="connsiteY0" fmla="*/ 0 h 1125438"/>
                <a:gd name="connsiteX1" fmla="*/ 539147 w 539147"/>
                <a:gd name="connsiteY1" fmla="*/ 1125438 h 1125438"/>
                <a:gd name="connsiteX2" fmla="*/ 451423 w 539147"/>
                <a:gd name="connsiteY2" fmla="*/ 1116595 h 1125438"/>
                <a:gd name="connsiteX3" fmla="*/ 0 w 539147"/>
                <a:gd name="connsiteY3" fmla="*/ 562719 h 1125438"/>
                <a:gd name="connsiteX4" fmla="*/ 451423 w 539147"/>
                <a:gd name="connsiteY4" fmla="*/ 8843 h 1125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7" h="1125438">
                  <a:moveTo>
                    <a:pt x="539147" y="0"/>
                  </a:moveTo>
                  <a:lnTo>
                    <a:pt x="539147" y="1125438"/>
                  </a:lnTo>
                  <a:lnTo>
                    <a:pt x="451423" y="1116595"/>
                  </a:lnTo>
                  <a:cubicBezTo>
                    <a:pt x="193797" y="1063877"/>
                    <a:pt x="0" y="835930"/>
                    <a:pt x="0" y="562719"/>
                  </a:cubicBezTo>
                  <a:cubicBezTo>
                    <a:pt x="0" y="289508"/>
                    <a:pt x="193797" y="61561"/>
                    <a:pt x="451423" y="8843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61" name="Freeform 60">
              <a:extLst>
                <a:ext uri="{FF2B5EF4-FFF2-40B4-BE49-F238E27FC236}">
                  <a16:creationId xmlns:a16="http://schemas.microsoft.com/office/drawing/2014/main" id="{BC25646C-71B3-4A44-A4FE-C3CABE5580BB}"/>
                </a:ext>
              </a:extLst>
            </p:cNvPr>
            <p:cNvSpPr/>
            <p:nvPr/>
          </p:nvSpPr>
          <p:spPr>
            <a:xfrm>
              <a:off x="11652853" y="2180524"/>
              <a:ext cx="539147" cy="1125438"/>
            </a:xfrm>
            <a:custGeom>
              <a:avLst/>
              <a:gdLst>
                <a:gd name="connsiteX0" fmla="*/ 539147 w 539147"/>
                <a:gd name="connsiteY0" fmla="*/ 0 h 1125438"/>
                <a:gd name="connsiteX1" fmla="*/ 539147 w 539147"/>
                <a:gd name="connsiteY1" fmla="*/ 1125438 h 1125438"/>
                <a:gd name="connsiteX2" fmla="*/ 451423 w 539147"/>
                <a:gd name="connsiteY2" fmla="*/ 1116595 h 1125438"/>
                <a:gd name="connsiteX3" fmla="*/ 0 w 539147"/>
                <a:gd name="connsiteY3" fmla="*/ 562719 h 1125438"/>
                <a:gd name="connsiteX4" fmla="*/ 451423 w 539147"/>
                <a:gd name="connsiteY4" fmla="*/ 8843 h 1125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7" h="1125438">
                  <a:moveTo>
                    <a:pt x="539147" y="0"/>
                  </a:moveTo>
                  <a:lnTo>
                    <a:pt x="539147" y="1125438"/>
                  </a:lnTo>
                  <a:lnTo>
                    <a:pt x="451423" y="1116595"/>
                  </a:lnTo>
                  <a:cubicBezTo>
                    <a:pt x="193797" y="1063877"/>
                    <a:pt x="0" y="835930"/>
                    <a:pt x="0" y="562719"/>
                  </a:cubicBezTo>
                  <a:cubicBezTo>
                    <a:pt x="0" y="289509"/>
                    <a:pt x="193797" y="61561"/>
                    <a:pt x="451423" y="8843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62" name="Freeform 61">
              <a:extLst>
                <a:ext uri="{FF2B5EF4-FFF2-40B4-BE49-F238E27FC236}">
                  <a16:creationId xmlns:a16="http://schemas.microsoft.com/office/drawing/2014/main" id="{B598CFE9-67EE-E342-9EF7-F40A1E0BE59E}"/>
                </a:ext>
              </a:extLst>
            </p:cNvPr>
            <p:cNvSpPr/>
            <p:nvPr/>
          </p:nvSpPr>
          <p:spPr>
            <a:xfrm>
              <a:off x="11652853" y="809010"/>
              <a:ext cx="539147" cy="1125439"/>
            </a:xfrm>
            <a:custGeom>
              <a:avLst/>
              <a:gdLst>
                <a:gd name="connsiteX0" fmla="*/ 539147 w 539147"/>
                <a:gd name="connsiteY0" fmla="*/ 0 h 1125439"/>
                <a:gd name="connsiteX1" fmla="*/ 539147 w 539147"/>
                <a:gd name="connsiteY1" fmla="*/ 1125439 h 1125439"/>
                <a:gd name="connsiteX2" fmla="*/ 451423 w 539147"/>
                <a:gd name="connsiteY2" fmla="*/ 1116595 h 1125439"/>
                <a:gd name="connsiteX3" fmla="*/ 0 w 539147"/>
                <a:gd name="connsiteY3" fmla="*/ 562719 h 1125439"/>
                <a:gd name="connsiteX4" fmla="*/ 451423 w 539147"/>
                <a:gd name="connsiteY4" fmla="*/ 8843 h 1125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7" h="1125439">
                  <a:moveTo>
                    <a:pt x="539147" y="0"/>
                  </a:moveTo>
                  <a:lnTo>
                    <a:pt x="539147" y="1125439"/>
                  </a:lnTo>
                  <a:lnTo>
                    <a:pt x="451423" y="1116595"/>
                  </a:lnTo>
                  <a:cubicBezTo>
                    <a:pt x="193797" y="1063877"/>
                    <a:pt x="0" y="835930"/>
                    <a:pt x="0" y="562719"/>
                  </a:cubicBezTo>
                  <a:cubicBezTo>
                    <a:pt x="0" y="289508"/>
                    <a:pt x="193797" y="61561"/>
                    <a:pt x="451423" y="8843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63" name="Freeform 62">
              <a:extLst>
                <a:ext uri="{FF2B5EF4-FFF2-40B4-BE49-F238E27FC236}">
                  <a16:creationId xmlns:a16="http://schemas.microsoft.com/office/drawing/2014/main" id="{1E29AD13-94FE-1349-A28E-10F6E780F510}"/>
                </a:ext>
              </a:extLst>
            </p:cNvPr>
            <p:cNvSpPr/>
            <p:nvPr/>
          </p:nvSpPr>
          <p:spPr>
            <a:xfrm>
              <a:off x="11652853" y="1"/>
              <a:ext cx="539147" cy="562933"/>
            </a:xfrm>
            <a:custGeom>
              <a:avLst/>
              <a:gdLst>
                <a:gd name="connsiteX0" fmla="*/ 22 w 539147"/>
                <a:gd name="connsiteY0" fmla="*/ 0 h 562933"/>
                <a:gd name="connsiteX1" fmla="*/ 539147 w 539147"/>
                <a:gd name="connsiteY1" fmla="*/ 0 h 562933"/>
                <a:gd name="connsiteX2" fmla="*/ 539147 w 539147"/>
                <a:gd name="connsiteY2" fmla="*/ 562933 h 562933"/>
                <a:gd name="connsiteX3" fmla="*/ 451423 w 539147"/>
                <a:gd name="connsiteY3" fmla="*/ 554090 h 562933"/>
                <a:gd name="connsiteX4" fmla="*/ 0 w 539147"/>
                <a:gd name="connsiteY4" fmla="*/ 214 h 5629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7" h="562933">
                  <a:moveTo>
                    <a:pt x="22" y="0"/>
                  </a:moveTo>
                  <a:lnTo>
                    <a:pt x="539147" y="0"/>
                  </a:lnTo>
                  <a:lnTo>
                    <a:pt x="539147" y="562933"/>
                  </a:lnTo>
                  <a:lnTo>
                    <a:pt x="451423" y="554090"/>
                  </a:lnTo>
                  <a:cubicBezTo>
                    <a:pt x="193797" y="501372"/>
                    <a:pt x="0" y="273425"/>
                    <a:pt x="0" y="214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B650648E-B4D5-4145-84E7-46B5793EA6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5150" y="768351"/>
            <a:ext cx="5066001" cy="2334768"/>
          </a:xfrm>
        </p:spPr>
        <p:txBody>
          <a:bodyPr anchor="t"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E3B92A6-7558-3148-B855-5BC58B4159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65150" y="4255453"/>
            <a:ext cx="5066001" cy="1500187"/>
          </a:xfrm>
        </p:spPr>
        <p:txBody>
          <a:bodyPr anchor="b"/>
          <a:lstStyle>
            <a:lvl1pPr marL="0" indent="0">
              <a:buNone/>
              <a:defRPr sz="2400">
                <a:solidFill>
                  <a:schemeClr val="bg1">
                    <a:lumMod val="6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A0B541-D211-974B-97FE-C1F9473ABE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B0A250-5CC0-1746-B209-08E8B0DAE6AF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727FB0-D95A-D543-8E29-6E5F22B491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9C4404-F49D-9F48-A10B-1F60870B44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817335" y="6141085"/>
            <a:ext cx="813816" cy="365125"/>
          </a:xfrm>
        </p:spPr>
        <p:txBody>
          <a:bodyPr/>
          <a:lstStyle/>
          <a:p>
            <a:fld id="{49ABCAEC-7D34-E549-A96E-FCEDAADBE4B0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D6A1FD1-D82F-3141-8687-8D7C0631C215}"/>
              </a:ext>
            </a:extLst>
          </p:cNvPr>
          <p:cNvCxnSpPr>
            <a:cxnSpLocks/>
          </p:cNvCxnSpPr>
          <p:nvPr/>
        </p:nvCxnSpPr>
        <p:spPr>
          <a:xfrm>
            <a:off x="565150" y="6087110"/>
            <a:ext cx="5066001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458483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>
            <a:extLst>
              <a:ext uri="{FF2B5EF4-FFF2-40B4-BE49-F238E27FC236}">
                <a16:creationId xmlns:a16="http://schemas.microsoft.com/office/drawing/2014/main" id="{442ECFEB-12CF-4C4F-BC8A-5816C27CA565}"/>
              </a:ext>
            </a:extLst>
          </p:cNvPr>
          <p:cNvGrpSpPr/>
          <p:nvPr/>
        </p:nvGrpSpPr>
        <p:grpSpPr>
          <a:xfrm>
            <a:off x="10290315" y="0"/>
            <a:ext cx="1901686" cy="6858000"/>
            <a:chOff x="10290315" y="0"/>
            <a:chExt cx="1901686" cy="6858000"/>
          </a:xfrm>
        </p:grpSpPr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626C9482-2804-144B-88B2-0AF191BD757D}"/>
                </a:ext>
              </a:extLst>
            </p:cNvPr>
            <p:cNvSpPr/>
            <p:nvPr/>
          </p:nvSpPr>
          <p:spPr>
            <a:xfrm>
              <a:off x="10290315" y="806362"/>
              <a:ext cx="1130724" cy="1130723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Freeform 18">
              <a:extLst>
                <a:ext uri="{FF2B5EF4-FFF2-40B4-BE49-F238E27FC236}">
                  <a16:creationId xmlns:a16="http://schemas.microsoft.com/office/drawing/2014/main" id="{71363F79-96BD-9240-86E2-DF26C9C2437D}"/>
                </a:ext>
              </a:extLst>
            </p:cNvPr>
            <p:cNvSpPr/>
            <p:nvPr/>
          </p:nvSpPr>
          <p:spPr>
            <a:xfrm>
              <a:off x="10290315" y="0"/>
              <a:ext cx="1130724" cy="565573"/>
            </a:xfrm>
            <a:custGeom>
              <a:avLst/>
              <a:gdLst>
                <a:gd name="connsiteX0" fmla="*/ 21 w 1130724"/>
                <a:gd name="connsiteY0" fmla="*/ 0 h 565573"/>
                <a:gd name="connsiteX1" fmla="*/ 1130703 w 1130724"/>
                <a:gd name="connsiteY1" fmla="*/ 0 h 565573"/>
                <a:gd name="connsiteX2" fmla="*/ 1130724 w 1130724"/>
                <a:gd name="connsiteY2" fmla="*/ 211 h 565573"/>
                <a:gd name="connsiteX3" fmla="*/ 565362 w 1130724"/>
                <a:gd name="connsiteY3" fmla="*/ 565573 h 565573"/>
                <a:gd name="connsiteX4" fmla="*/ 0 w 1130724"/>
                <a:gd name="connsiteY4" fmla="*/ 211 h 565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4" h="565573">
                  <a:moveTo>
                    <a:pt x="21" y="0"/>
                  </a:moveTo>
                  <a:lnTo>
                    <a:pt x="1130703" y="0"/>
                  </a:lnTo>
                  <a:lnTo>
                    <a:pt x="1130724" y="211"/>
                  </a:lnTo>
                  <a:cubicBezTo>
                    <a:pt x="1130724" y="312452"/>
                    <a:pt x="877603" y="565573"/>
                    <a:pt x="565362" y="565573"/>
                  </a:cubicBezTo>
                  <a:cubicBezTo>
                    <a:pt x="253121" y="565573"/>
                    <a:pt x="0" y="31245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153F0BF1-DA57-1D49-82F0-802F4D385A85}"/>
                </a:ext>
              </a:extLst>
            </p:cNvPr>
            <p:cNvSpPr/>
            <p:nvPr/>
          </p:nvSpPr>
          <p:spPr>
            <a:xfrm>
              <a:off x="11653180" y="6295093"/>
              <a:ext cx="538821" cy="562907"/>
            </a:xfrm>
            <a:custGeom>
              <a:avLst/>
              <a:gdLst>
                <a:gd name="connsiteX0" fmla="*/ 538821 w 538821"/>
                <a:gd name="connsiteY0" fmla="*/ 0 h 562907"/>
                <a:gd name="connsiteX1" fmla="*/ 538821 w 538821"/>
                <a:gd name="connsiteY1" fmla="*/ 562907 h 562907"/>
                <a:gd name="connsiteX2" fmla="*/ 22 w 538821"/>
                <a:gd name="connsiteY2" fmla="*/ 562907 h 562907"/>
                <a:gd name="connsiteX3" fmla="*/ 0 w 538821"/>
                <a:gd name="connsiteY3" fmla="*/ 562686 h 562907"/>
                <a:gd name="connsiteX4" fmla="*/ 451422 w 538821"/>
                <a:gd name="connsiteY4" fmla="*/ 8810 h 5629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562907">
                  <a:moveTo>
                    <a:pt x="538821" y="0"/>
                  </a:moveTo>
                  <a:lnTo>
                    <a:pt x="538821" y="562907"/>
                  </a:lnTo>
                  <a:lnTo>
                    <a:pt x="22" y="562907"/>
                  </a:lnTo>
                  <a:lnTo>
                    <a:pt x="0" y="562686"/>
                  </a:ln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8CD42A1B-A03A-C946-8A2A-CE437EA433FD}"/>
                </a:ext>
              </a:extLst>
            </p:cNvPr>
            <p:cNvSpPr/>
            <p:nvPr/>
          </p:nvSpPr>
          <p:spPr>
            <a:xfrm>
              <a:off x="11653180" y="3552066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5591FE00-3AAF-9B4B-8107-E94D50828227}"/>
                </a:ext>
              </a:extLst>
            </p:cNvPr>
            <p:cNvSpPr/>
            <p:nvPr/>
          </p:nvSpPr>
          <p:spPr>
            <a:xfrm>
              <a:off x="11653180" y="2180552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3" name="Freeform 22">
              <a:extLst>
                <a:ext uri="{FF2B5EF4-FFF2-40B4-BE49-F238E27FC236}">
                  <a16:creationId xmlns:a16="http://schemas.microsoft.com/office/drawing/2014/main" id="{149E92E9-89A7-4842-B271-411C7DF75D2D}"/>
                </a:ext>
              </a:extLst>
            </p:cNvPr>
            <p:cNvSpPr/>
            <p:nvPr/>
          </p:nvSpPr>
          <p:spPr>
            <a:xfrm>
              <a:off x="11653180" y="809039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4" name="Freeform 23">
              <a:extLst>
                <a:ext uri="{FF2B5EF4-FFF2-40B4-BE49-F238E27FC236}">
                  <a16:creationId xmlns:a16="http://schemas.microsoft.com/office/drawing/2014/main" id="{4DC29C99-0841-9F46-AB1A-E9751DFE4487}"/>
                </a:ext>
              </a:extLst>
            </p:cNvPr>
            <p:cNvSpPr/>
            <p:nvPr/>
          </p:nvSpPr>
          <p:spPr>
            <a:xfrm>
              <a:off x="11653180" y="0"/>
              <a:ext cx="538821" cy="562898"/>
            </a:xfrm>
            <a:custGeom>
              <a:avLst/>
              <a:gdLst>
                <a:gd name="connsiteX0" fmla="*/ 21 w 538821"/>
                <a:gd name="connsiteY0" fmla="*/ 0 h 562898"/>
                <a:gd name="connsiteX1" fmla="*/ 538821 w 538821"/>
                <a:gd name="connsiteY1" fmla="*/ 0 h 562898"/>
                <a:gd name="connsiteX2" fmla="*/ 538821 w 538821"/>
                <a:gd name="connsiteY2" fmla="*/ 562898 h 562898"/>
                <a:gd name="connsiteX3" fmla="*/ 451422 w 538821"/>
                <a:gd name="connsiteY3" fmla="*/ 554087 h 562898"/>
                <a:gd name="connsiteX4" fmla="*/ 0 w 538821"/>
                <a:gd name="connsiteY4" fmla="*/ 211 h 5628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562898">
                  <a:moveTo>
                    <a:pt x="21" y="0"/>
                  </a:moveTo>
                  <a:lnTo>
                    <a:pt x="538821" y="0"/>
                  </a:lnTo>
                  <a:lnTo>
                    <a:pt x="538821" y="562898"/>
                  </a:lnTo>
                  <a:lnTo>
                    <a:pt x="451422" y="554087"/>
                  </a:lnTo>
                  <a:cubicBezTo>
                    <a:pt x="193796" y="501369"/>
                    <a:pt x="0" y="27342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EE0AB684-BDA8-014B-8DCC-125F8B8DCE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540E05-0F5F-6243-AD57-66BFC33ADBA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62851" y="2365755"/>
            <a:ext cx="5239512" cy="33954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170B3A4-11FE-D94C-9B93-255E3623106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89638" y="2365755"/>
            <a:ext cx="5239512" cy="33954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67BEEAF-F881-6E48-84AF-E5CEEF1C71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B0A250-5CC0-1746-B209-08E8B0DAE6AF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472753-1CC3-9244-9AF0-6927018A64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4DD55D0-FCC7-AC42-9810-9B49E33489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BCAEC-7D34-E549-A96E-FCEDAADBE4B0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FC736C3-88FB-244C-83B8-B2856998D221}"/>
              </a:ext>
            </a:extLst>
          </p:cNvPr>
          <p:cNvCxnSpPr>
            <a:cxnSpLocks/>
          </p:cNvCxnSpPr>
          <p:nvPr/>
        </p:nvCxnSpPr>
        <p:spPr>
          <a:xfrm>
            <a:off x="565150" y="6087110"/>
            <a:ext cx="11058344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488474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>
            <a:extLst>
              <a:ext uri="{FF2B5EF4-FFF2-40B4-BE49-F238E27FC236}">
                <a16:creationId xmlns:a16="http://schemas.microsoft.com/office/drawing/2014/main" id="{B7D16A9C-7411-5242-A59C-816B8907E3BE}"/>
              </a:ext>
            </a:extLst>
          </p:cNvPr>
          <p:cNvGrpSpPr/>
          <p:nvPr/>
        </p:nvGrpSpPr>
        <p:grpSpPr>
          <a:xfrm>
            <a:off x="10290315" y="0"/>
            <a:ext cx="1901686" cy="6858000"/>
            <a:chOff x="10290315" y="0"/>
            <a:chExt cx="1901686" cy="6858000"/>
          </a:xfrm>
        </p:grpSpPr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A997260B-7D44-7049-B605-7FD6E6CE5612}"/>
                </a:ext>
              </a:extLst>
            </p:cNvPr>
            <p:cNvSpPr/>
            <p:nvPr/>
          </p:nvSpPr>
          <p:spPr>
            <a:xfrm>
              <a:off x="10290315" y="806362"/>
              <a:ext cx="1130724" cy="1130723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5D6AF601-77C3-D74A-B1E5-7F33703A6927}"/>
                </a:ext>
              </a:extLst>
            </p:cNvPr>
            <p:cNvSpPr/>
            <p:nvPr/>
          </p:nvSpPr>
          <p:spPr>
            <a:xfrm>
              <a:off x="10290315" y="0"/>
              <a:ext cx="1130724" cy="565573"/>
            </a:xfrm>
            <a:custGeom>
              <a:avLst/>
              <a:gdLst>
                <a:gd name="connsiteX0" fmla="*/ 21 w 1130724"/>
                <a:gd name="connsiteY0" fmla="*/ 0 h 565573"/>
                <a:gd name="connsiteX1" fmla="*/ 1130703 w 1130724"/>
                <a:gd name="connsiteY1" fmla="*/ 0 h 565573"/>
                <a:gd name="connsiteX2" fmla="*/ 1130724 w 1130724"/>
                <a:gd name="connsiteY2" fmla="*/ 211 h 565573"/>
                <a:gd name="connsiteX3" fmla="*/ 565362 w 1130724"/>
                <a:gd name="connsiteY3" fmla="*/ 565573 h 565573"/>
                <a:gd name="connsiteX4" fmla="*/ 0 w 1130724"/>
                <a:gd name="connsiteY4" fmla="*/ 211 h 565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4" h="565573">
                  <a:moveTo>
                    <a:pt x="21" y="0"/>
                  </a:moveTo>
                  <a:lnTo>
                    <a:pt x="1130703" y="0"/>
                  </a:lnTo>
                  <a:lnTo>
                    <a:pt x="1130724" y="211"/>
                  </a:lnTo>
                  <a:cubicBezTo>
                    <a:pt x="1130724" y="312452"/>
                    <a:pt x="877603" y="565573"/>
                    <a:pt x="565362" y="565573"/>
                  </a:cubicBezTo>
                  <a:cubicBezTo>
                    <a:pt x="253121" y="565573"/>
                    <a:pt x="0" y="31245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4DFCA921-0F9E-2E41-A285-75409E25501A}"/>
                </a:ext>
              </a:extLst>
            </p:cNvPr>
            <p:cNvSpPr/>
            <p:nvPr/>
          </p:nvSpPr>
          <p:spPr>
            <a:xfrm>
              <a:off x="11653180" y="6295093"/>
              <a:ext cx="538821" cy="562907"/>
            </a:xfrm>
            <a:custGeom>
              <a:avLst/>
              <a:gdLst>
                <a:gd name="connsiteX0" fmla="*/ 538821 w 538821"/>
                <a:gd name="connsiteY0" fmla="*/ 0 h 562907"/>
                <a:gd name="connsiteX1" fmla="*/ 538821 w 538821"/>
                <a:gd name="connsiteY1" fmla="*/ 562907 h 562907"/>
                <a:gd name="connsiteX2" fmla="*/ 22 w 538821"/>
                <a:gd name="connsiteY2" fmla="*/ 562907 h 562907"/>
                <a:gd name="connsiteX3" fmla="*/ 0 w 538821"/>
                <a:gd name="connsiteY3" fmla="*/ 562686 h 562907"/>
                <a:gd name="connsiteX4" fmla="*/ 451422 w 538821"/>
                <a:gd name="connsiteY4" fmla="*/ 8810 h 5629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562907">
                  <a:moveTo>
                    <a:pt x="538821" y="0"/>
                  </a:moveTo>
                  <a:lnTo>
                    <a:pt x="538821" y="562907"/>
                  </a:lnTo>
                  <a:lnTo>
                    <a:pt x="22" y="562907"/>
                  </a:lnTo>
                  <a:lnTo>
                    <a:pt x="0" y="562686"/>
                  </a:ln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3" name="Freeform 22">
              <a:extLst>
                <a:ext uri="{FF2B5EF4-FFF2-40B4-BE49-F238E27FC236}">
                  <a16:creationId xmlns:a16="http://schemas.microsoft.com/office/drawing/2014/main" id="{120B9E03-438B-FC42-9DA1-835D5BC3FE88}"/>
                </a:ext>
              </a:extLst>
            </p:cNvPr>
            <p:cNvSpPr/>
            <p:nvPr/>
          </p:nvSpPr>
          <p:spPr>
            <a:xfrm>
              <a:off x="11653180" y="3552066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4" name="Freeform 23">
              <a:extLst>
                <a:ext uri="{FF2B5EF4-FFF2-40B4-BE49-F238E27FC236}">
                  <a16:creationId xmlns:a16="http://schemas.microsoft.com/office/drawing/2014/main" id="{4D670E1F-61CD-8940-A898-6D5092A78BB9}"/>
                </a:ext>
              </a:extLst>
            </p:cNvPr>
            <p:cNvSpPr/>
            <p:nvPr/>
          </p:nvSpPr>
          <p:spPr>
            <a:xfrm>
              <a:off x="11653180" y="2180552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5" name="Freeform 24">
              <a:extLst>
                <a:ext uri="{FF2B5EF4-FFF2-40B4-BE49-F238E27FC236}">
                  <a16:creationId xmlns:a16="http://schemas.microsoft.com/office/drawing/2014/main" id="{080C64CF-0C6A-3449-9709-AE038C4A7995}"/>
                </a:ext>
              </a:extLst>
            </p:cNvPr>
            <p:cNvSpPr/>
            <p:nvPr/>
          </p:nvSpPr>
          <p:spPr>
            <a:xfrm>
              <a:off x="11653180" y="809039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6" name="Freeform 25">
              <a:extLst>
                <a:ext uri="{FF2B5EF4-FFF2-40B4-BE49-F238E27FC236}">
                  <a16:creationId xmlns:a16="http://schemas.microsoft.com/office/drawing/2014/main" id="{FEC46D5B-957F-A24C-8E36-CC71F660EC8B}"/>
                </a:ext>
              </a:extLst>
            </p:cNvPr>
            <p:cNvSpPr/>
            <p:nvPr/>
          </p:nvSpPr>
          <p:spPr>
            <a:xfrm>
              <a:off x="11653180" y="0"/>
              <a:ext cx="538821" cy="562898"/>
            </a:xfrm>
            <a:custGeom>
              <a:avLst/>
              <a:gdLst>
                <a:gd name="connsiteX0" fmla="*/ 21 w 538821"/>
                <a:gd name="connsiteY0" fmla="*/ 0 h 562898"/>
                <a:gd name="connsiteX1" fmla="*/ 538821 w 538821"/>
                <a:gd name="connsiteY1" fmla="*/ 0 h 562898"/>
                <a:gd name="connsiteX2" fmla="*/ 538821 w 538821"/>
                <a:gd name="connsiteY2" fmla="*/ 562898 h 562898"/>
                <a:gd name="connsiteX3" fmla="*/ 451422 w 538821"/>
                <a:gd name="connsiteY3" fmla="*/ 554087 h 562898"/>
                <a:gd name="connsiteX4" fmla="*/ 0 w 538821"/>
                <a:gd name="connsiteY4" fmla="*/ 211 h 5628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562898">
                  <a:moveTo>
                    <a:pt x="21" y="0"/>
                  </a:moveTo>
                  <a:lnTo>
                    <a:pt x="538821" y="0"/>
                  </a:lnTo>
                  <a:lnTo>
                    <a:pt x="538821" y="562898"/>
                  </a:lnTo>
                  <a:lnTo>
                    <a:pt x="451422" y="554087"/>
                  </a:lnTo>
                  <a:cubicBezTo>
                    <a:pt x="193796" y="501369"/>
                    <a:pt x="0" y="27342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9058182F-7B5E-FD42-AFC6-A3848D8332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6928" y="768096"/>
            <a:ext cx="7333488" cy="127101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FD9E4DE-75C0-C841-A68D-9D7BBAD76C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62149" y="2365756"/>
            <a:ext cx="523951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5C87F7-356E-9E43-97A0-D972B22853D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62149" y="3189668"/>
            <a:ext cx="5239512" cy="2571557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DAB4C28-30CB-CC4E-A25E-F4FEFA49BCA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83066" y="2365756"/>
            <a:ext cx="523951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9ED0191-963B-1E4C-BEC5-9B42E39514A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83066" y="3189668"/>
            <a:ext cx="5239512" cy="2571557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F0E0BED-3EB7-BB4A-A556-FA967FB011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B0A250-5CC0-1746-B209-08E8B0DAE6AF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6A2466A-4D90-174C-B382-AC4674D721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6EADE49-8082-214B-9742-5EE8DA2E9F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BCAEC-7D34-E549-A96E-FCEDAADBE4B0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75E39200-18D5-014B-BAB8-FF5D0BA15E0C}"/>
              </a:ext>
            </a:extLst>
          </p:cNvPr>
          <p:cNvCxnSpPr>
            <a:cxnSpLocks/>
          </p:cNvCxnSpPr>
          <p:nvPr/>
        </p:nvCxnSpPr>
        <p:spPr>
          <a:xfrm>
            <a:off x="565150" y="6087110"/>
            <a:ext cx="11058344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546225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Group 14">
            <a:extLst>
              <a:ext uri="{FF2B5EF4-FFF2-40B4-BE49-F238E27FC236}">
                <a16:creationId xmlns:a16="http://schemas.microsoft.com/office/drawing/2014/main" id="{D7DF52F6-A06E-0343-95B8-DAAC38DB4B8C}"/>
              </a:ext>
            </a:extLst>
          </p:cNvPr>
          <p:cNvGrpSpPr/>
          <p:nvPr/>
        </p:nvGrpSpPr>
        <p:grpSpPr>
          <a:xfrm>
            <a:off x="10290315" y="0"/>
            <a:ext cx="1901686" cy="6858000"/>
            <a:chOff x="10290315" y="0"/>
            <a:chExt cx="1901686" cy="6858000"/>
          </a:xfrm>
        </p:grpSpPr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67092C52-7052-0749-9DA0-9374DBF495AE}"/>
                </a:ext>
              </a:extLst>
            </p:cNvPr>
            <p:cNvSpPr/>
            <p:nvPr/>
          </p:nvSpPr>
          <p:spPr>
            <a:xfrm>
              <a:off x="10290315" y="806362"/>
              <a:ext cx="1130724" cy="1130723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Freeform 16">
              <a:extLst>
                <a:ext uri="{FF2B5EF4-FFF2-40B4-BE49-F238E27FC236}">
                  <a16:creationId xmlns:a16="http://schemas.microsoft.com/office/drawing/2014/main" id="{C64E1C2F-81E1-C44D-859C-946596C950F2}"/>
                </a:ext>
              </a:extLst>
            </p:cNvPr>
            <p:cNvSpPr/>
            <p:nvPr/>
          </p:nvSpPr>
          <p:spPr>
            <a:xfrm>
              <a:off x="10290315" y="0"/>
              <a:ext cx="1130724" cy="565573"/>
            </a:xfrm>
            <a:custGeom>
              <a:avLst/>
              <a:gdLst>
                <a:gd name="connsiteX0" fmla="*/ 21 w 1130724"/>
                <a:gd name="connsiteY0" fmla="*/ 0 h 565573"/>
                <a:gd name="connsiteX1" fmla="*/ 1130703 w 1130724"/>
                <a:gd name="connsiteY1" fmla="*/ 0 h 565573"/>
                <a:gd name="connsiteX2" fmla="*/ 1130724 w 1130724"/>
                <a:gd name="connsiteY2" fmla="*/ 211 h 565573"/>
                <a:gd name="connsiteX3" fmla="*/ 565362 w 1130724"/>
                <a:gd name="connsiteY3" fmla="*/ 565573 h 565573"/>
                <a:gd name="connsiteX4" fmla="*/ 0 w 1130724"/>
                <a:gd name="connsiteY4" fmla="*/ 211 h 565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4" h="565573">
                  <a:moveTo>
                    <a:pt x="21" y="0"/>
                  </a:moveTo>
                  <a:lnTo>
                    <a:pt x="1130703" y="0"/>
                  </a:lnTo>
                  <a:lnTo>
                    <a:pt x="1130724" y="211"/>
                  </a:lnTo>
                  <a:cubicBezTo>
                    <a:pt x="1130724" y="312452"/>
                    <a:pt x="877603" y="565573"/>
                    <a:pt x="565362" y="565573"/>
                  </a:cubicBezTo>
                  <a:cubicBezTo>
                    <a:pt x="253121" y="565573"/>
                    <a:pt x="0" y="31245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8" name="Freeform 17">
              <a:extLst>
                <a:ext uri="{FF2B5EF4-FFF2-40B4-BE49-F238E27FC236}">
                  <a16:creationId xmlns:a16="http://schemas.microsoft.com/office/drawing/2014/main" id="{53626485-4263-0A44-9561-E278A7056C33}"/>
                </a:ext>
              </a:extLst>
            </p:cNvPr>
            <p:cNvSpPr/>
            <p:nvPr/>
          </p:nvSpPr>
          <p:spPr>
            <a:xfrm>
              <a:off x="11653180" y="6295093"/>
              <a:ext cx="538821" cy="562907"/>
            </a:xfrm>
            <a:custGeom>
              <a:avLst/>
              <a:gdLst>
                <a:gd name="connsiteX0" fmla="*/ 538821 w 538821"/>
                <a:gd name="connsiteY0" fmla="*/ 0 h 562907"/>
                <a:gd name="connsiteX1" fmla="*/ 538821 w 538821"/>
                <a:gd name="connsiteY1" fmla="*/ 562907 h 562907"/>
                <a:gd name="connsiteX2" fmla="*/ 22 w 538821"/>
                <a:gd name="connsiteY2" fmla="*/ 562907 h 562907"/>
                <a:gd name="connsiteX3" fmla="*/ 0 w 538821"/>
                <a:gd name="connsiteY3" fmla="*/ 562686 h 562907"/>
                <a:gd name="connsiteX4" fmla="*/ 451422 w 538821"/>
                <a:gd name="connsiteY4" fmla="*/ 8810 h 5629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562907">
                  <a:moveTo>
                    <a:pt x="538821" y="0"/>
                  </a:moveTo>
                  <a:lnTo>
                    <a:pt x="538821" y="562907"/>
                  </a:lnTo>
                  <a:lnTo>
                    <a:pt x="22" y="562907"/>
                  </a:lnTo>
                  <a:lnTo>
                    <a:pt x="0" y="562686"/>
                  </a:ln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9" name="Freeform 18">
              <a:extLst>
                <a:ext uri="{FF2B5EF4-FFF2-40B4-BE49-F238E27FC236}">
                  <a16:creationId xmlns:a16="http://schemas.microsoft.com/office/drawing/2014/main" id="{7D45AAB5-3CCC-DE4A-A962-3702911B55CC}"/>
                </a:ext>
              </a:extLst>
            </p:cNvPr>
            <p:cNvSpPr/>
            <p:nvPr/>
          </p:nvSpPr>
          <p:spPr>
            <a:xfrm>
              <a:off x="11653180" y="3552066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8CAFB16F-8EDE-D44F-A51E-34EDC41E7404}"/>
                </a:ext>
              </a:extLst>
            </p:cNvPr>
            <p:cNvSpPr/>
            <p:nvPr/>
          </p:nvSpPr>
          <p:spPr>
            <a:xfrm>
              <a:off x="11653180" y="2180552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DCD51329-732C-BB4C-98E5-715BAF9F8853}"/>
                </a:ext>
              </a:extLst>
            </p:cNvPr>
            <p:cNvSpPr/>
            <p:nvPr/>
          </p:nvSpPr>
          <p:spPr>
            <a:xfrm>
              <a:off x="11653180" y="809039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192B5D44-BC55-AF4C-984D-C8231B22F80B}"/>
                </a:ext>
              </a:extLst>
            </p:cNvPr>
            <p:cNvSpPr/>
            <p:nvPr/>
          </p:nvSpPr>
          <p:spPr>
            <a:xfrm>
              <a:off x="11653180" y="0"/>
              <a:ext cx="538821" cy="562898"/>
            </a:xfrm>
            <a:custGeom>
              <a:avLst/>
              <a:gdLst>
                <a:gd name="connsiteX0" fmla="*/ 21 w 538821"/>
                <a:gd name="connsiteY0" fmla="*/ 0 h 562898"/>
                <a:gd name="connsiteX1" fmla="*/ 538821 w 538821"/>
                <a:gd name="connsiteY1" fmla="*/ 0 h 562898"/>
                <a:gd name="connsiteX2" fmla="*/ 538821 w 538821"/>
                <a:gd name="connsiteY2" fmla="*/ 562898 h 562898"/>
                <a:gd name="connsiteX3" fmla="*/ 451422 w 538821"/>
                <a:gd name="connsiteY3" fmla="*/ 554087 h 562898"/>
                <a:gd name="connsiteX4" fmla="*/ 0 w 538821"/>
                <a:gd name="connsiteY4" fmla="*/ 211 h 5628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562898">
                  <a:moveTo>
                    <a:pt x="21" y="0"/>
                  </a:moveTo>
                  <a:lnTo>
                    <a:pt x="538821" y="0"/>
                  </a:lnTo>
                  <a:lnTo>
                    <a:pt x="538821" y="562898"/>
                  </a:lnTo>
                  <a:lnTo>
                    <a:pt x="451422" y="554087"/>
                  </a:lnTo>
                  <a:cubicBezTo>
                    <a:pt x="193796" y="501369"/>
                    <a:pt x="0" y="27342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DFA1E9E2-564E-7049-A22F-BB5B876BAB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6359D05-C08D-7747-B2FC-3F62B33573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B0A250-5CC0-1746-B209-08E8B0DAE6AF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E2FF615-BB08-A844-B689-BAA7C50407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563A67D-F96F-4849-8C83-49CC3A6539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BCAEC-7D34-E549-A96E-FCEDAADBE4B0}" type="slidenum">
              <a:rPr lang="en-US" smtClean="0"/>
              <a:t>‹#›</a:t>
            </a:fld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1DCFAAB9-2B6B-8D4C-A748-433E2C393EA6}"/>
              </a:ext>
            </a:extLst>
          </p:cNvPr>
          <p:cNvCxnSpPr>
            <a:cxnSpLocks/>
          </p:cNvCxnSpPr>
          <p:nvPr/>
        </p:nvCxnSpPr>
        <p:spPr>
          <a:xfrm>
            <a:off x="565150" y="6087110"/>
            <a:ext cx="11058344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604430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98BCA70-D63D-40F6-B9B3-4E49B96E27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B0A250-5CC0-1746-B209-08E8B0DAE6AF}" type="datetimeFigureOut">
              <a:rPr lang="en-US" smtClean="0"/>
              <a:pPr/>
              <a:t>4/21/2026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2F12559-BD91-4904-A24A-0CF0A2324A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B658BB7-74A5-4A6F-A0FF-021E68F02B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BCAEC-7D34-E549-A96E-FCEDAADBE4B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29310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>
            <a:extLst>
              <a:ext uri="{FF2B5EF4-FFF2-40B4-BE49-F238E27FC236}">
                <a16:creationId xmlns:a16="http://schemas.microsoft.com/office/drawing/2014/main" id="{D0914A35-7AAF-4B42-9C68-47A633EFD9D0}"/>
              </a:ext>
            </a:extLst>
          </p:cNvPr>
          <p:cNvGrpSpPr/>
          <p:nvPr/>
        </p:nvGrpSpPr>
        <p:grpSpPr>
          <a:xfrm>
            <a:off x="10290315" y="0"/>
            <a:ext cx="1901686" cy="6858000"/>
            <a:chOff x="10290315" y="0"/>
            <a:chExt cx="1901686" cy="6858000"/>
          </a:xfrm>
        </p:grpSpPr>
        <p:sp>
          <p:nvSpPr>
            <p:cNvPr id="18" name="Freeform 17">
              <a:extLst>
                <a:ext uri="{FF2B5EF4-FFF2-40B4-BE49-F238E27FC236}">
                  <a16:creationId xmlns:a16="http://schemas.microsoft.com/office/drawing/2014/main" id="{DABCED79-0E70-FB4D-ABF2-D859BF5556E4}"/>
                </a:ext>
              </a:extLst>
            </p:cNvPr>
            <p:cNvSpPr/>
            <p:nvPr/>
          </p:nvSpPr>
          <p:spPr>
            <a:xfrm>
              <a:off x="10290315" y="0"/>
              <a:ext cx="1130724" cy="565573"/>
            </a:xfrm>
            <a:custGeom>
              <a:avLst/>
              <a:gdLst>
                <a:gd name="connsiteX0" fmla="*/ 21 w 1130724"/>
                <a:gd name="connsiteY0" fmla="*/ 0 h 565573"/>
                <a:gd name="connsiteX1" fmla="*/ 1130703 w 1130724"/>
                <a:gd name="connsiteY1" fmla="*/ 0 h 565573"/>
                <a:gd name="connsiteX2" fmla="*/ 1130724 w 1130724"/>
                <a:gd name="connsiteY2" fmla="*/ 211 h 565573"/>
                <a:gd name="connsiteX3" fmla="*/ 565362 w 1130724"/>
                <a:gd name="connsiteY3" fmla="*/ 565573 h 565573"/>
                <a:gd name="connsiteX4" fmla="*/ 0 w 1130724"/>
                <a:gd name="connsiteY4" fmla="*/ 211 h 565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4" h="565573">
                  <a:moveTo>
                    <a:pt x="21" y="0"/>
                  </a:moveTo>
                  <a:lnTo>
                    <a:pt x="1130703" y="0"/>
                  </a:lnTo>
                  <a:lnTo>
                    <a:pt x="1130724" y="211"/>
                  </a:lnTo>
                  <a:cubicBezTo>
                    <a:pt x="1130724" y="312452"/>
                    <a:pt x="877603" y="565573"/>
                    <a:pt x="565362" y="565573"/>
                  </a:cubicBezTo>
                  <a:cubicBezTo>
                    <a:pt x="253121" y="565573"/>
                    <a:pt x="0" y="31245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9" name="Freeform 18">
              <a:extLst>
                <a:ext uri="{FF2B5EF4-FFF2-40B4-BE49-F238E27FC236}">
                  <a16:creationId xmlns:a16="http://schemas.microsoft.com/office/drawing/2014/main" id="{8364885D-A3A4-5144-AB4E-7624F27287E6}"/>
                </a:ext>
              </a:extLst>
            </p:cNvPr>
            <p:cNvSpPr/>
            <p:nvPr/>
          </p:nvSpPr>
          <p:spPr>
            <a:xfrm>
              <a:off x="11653180" y="6295093"/>
              <a:ext cx="538821" cy="562907"/>
            </a:xfrm>
            <a:custGeom>
              <a:avLst/>
              <a:gdLst>
                <a:gd name="connsiteX0" fmla="*/ 538821 w 538821"/>
                <a:gd name="connsiteY0" fmla="*/ 0 h 562907"/>
                <a:gd name="connsiteX1" fmla="*/ 538821 w 538821"/>
                <a:gd name="connsiteY1" fmla="*/ 562907 h 562907"/>
                <a:gd name="connsiteX2" fmla="*/ 22 w 538821"/>
                <a:gd name="connsiteY2" fmla="*/ 562907 h 562907"/>
                <a:gd name="connsiteX3" fmla="*/ 0 w 538821"/>
                <a:gd name="connsiteY3" fmla="*/ 562686 h 562907"/>
                <a:gd name="connsiteX4" fmla="*/ 451422 w 538821"/>
                <a:gd name="connsiteY4" fmla="*/ 8810 h 5629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562907">
                  <a:moveTo>
                    <a:pt x="538821" y="0"/>
                  </a:moveTo>
                  <a:lnTo>
                    <a:pt x="538821" y="562907"/>
                  </a:lnTo>
                  <a:lnTo>
                    <a:pt x="22" y="562907"/>
                  </a:lnTo>
                  <a:lnTo>
                    <a:pt x="0" y="562686"/>
                  </a:ln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D22073D5-CC72-0549-BD26-F7AF9851BE45}"/>
                </a:ext>
              </a:extLst>
            </p:cNvPr>
            <p:cNvSpPr/>
            <p:nvPr/>
          </p:nvSpPr>
          <p:spPr>
            <a:xfrm>
              <a:off x="11653180" y="3552066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1827A049-C9FD-554E-9B01-F151B0D9E86B}"/>
                </a:ext>
              </a:extLst>
            </p:cNvPr>
            <p:cNvSpPr/>
            <p:nvPr/>
          </p:nvSpPr>
          <p:spPr>
            <a:xfrm>
              <a:off x="11653180" y="2180552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76832559-4D18-8744-AB91-9FCFAB732477}"/>
                </a:ext>
              </a:extLst>
            </p:cNvPr>
            <p:cNvSpPr/>
            <p:nvPr/>
          </p:nvSpPr>
          <p:spPr>
            <a:xfrm>
              <a:off x="11653180" y="809039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3" name="Freeform 22">
              <a:extLst>
                <a:ext uri="{FF2B5EF4-FFF2-40B4-BE49-F238E27FC236}">
                  <a16:creationId xmlns:a16="http://schemas.microsoft.com/office/drawing/2014/main" id="{BF97A623-E5DC-1B44-B687-8643B9F0D741}"/>
                </a:ext>
              </a:extLst>
            </p:cNvPr>
            <p:cNvSpPr/>
            <p:nvPr/>
          </p:nvSpPr>
          <p:spPr>
            <a:xfrm>
              <a:off x="11653180" y="0"/>
              <a:ext cx="538821" cy="562898"/>
            </a:xfrm>
            <a:custGeom>
              <a:avLst/>
              <a:gdLst>
                <a:gd name="connsiteX0" fmla="*/ 21 w 538821"/>
                <a:gd name="connsiteY0" fmla="*/ 0 h 562898"/>
                <a:gd name="connsiteX1" fmla="*/ 538821 w 538821"/>
                <a:gd name="connsiteY1" fmla="*/ 0 h 562898"/>
                <a:gd name="connsiteX2" fmla="*/ 538821 w 538821"/>
                <a:gd name="connsiteY2" fmla="*/ 562898 h 562898"/>
                <a:gd name="connsiteX3" fmla="*/ 451422 w 538821"/>
                <a:gd name="connsiteY3" fmla="*/ 554087 h 562898"/>
                <a:gd name="connsiteX4" fmla="*/ 0 w 538821"/>
                <a:gd name="connsiteY4" fmla="*/ 211 h 5628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562898">
                  <a:moveTo>
                    <a:pt x="21" y="0"/>
                  </a:moveTo>
                  <a:lnTo>
                    <a:pt x="538821" y="0"/>
                  </a:lnTo>
                  <a:lnTo>
                    <a:pt x="538821" y="562898"/>
                  </a:lnTo>
                  <a:lnTo>
                    <a:pt x="451422" y="554087"/>
                  </a:lnTo>
                  <a:cubicBezTo>
                    <a:pt x="193796" y="501369"/>
                    <a:pt x="0" y="27342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637BBE1-2C82-4E45-B5C5-35E07B05EA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5151" y="764973"/>
            <a:ext cx="3609982" cy="1395043"/>
          </a:xfrm>
        </p:spPr>
        <p:txBody>
          <a:bodyPr anchor="t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201F2E-A734-364B-8A7D-990D6B8893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04832" y="770890"/>
            <a:ext cx="6112517" cy="480057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57CBAD9-5515-1748-8E77-F48160F4ED1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65150" y="2160016"/>
            <a:ext cx="3609983" cy="3708972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2A6C22B-80D4-AA42-9999-401E37B469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B0A250-5CC0-1746-B209-08E8B0DAE6AF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3055DE4-33E8-7F4B-9334-95EA60845C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6470FA5-21EE-D742-8F01-C1BAE0FDB0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BCAEC-7D34-E549-A96E-FCEDAADBE4B0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BEF966AA-D7DF-F84D-80D4-E216A641B005}"/>
              </a:ext>
            </a:extLst>
          </p:cNvPr>
          <p:cNvCxnSpPr>
            <a:cxnSpLocks/>
          </p:cNvCxnSpPr>
          <p:nvPr/>
        </p:nvCxnSpPr>
        <p:spPr>
          <a:xfrm>
            <a:off x="565150" y="6087110"/>
            <a:ext cx="11058344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481907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>
            <a:extLst>
              <a:ext uri="{FF2B5EF4-FFF2-40B4-BE49-F238E27FC236}">
                <a16:creationId xmlns:a16="http://schemas.microsoft.com/office/drawing/2014/main" id="{210D391A-F01E-4947-8A01-95438AA0B323}"/>
              </a:ext>
            </a:extLst>
          </p:cNvPr>
          <p:cNvGrpSpPr/>
          <p:nvPr/>
        </p:nvGrpSpPr>
        <p:grpSpPr>
          <a:xfrm>
            <a:off x="10290315" y="0"/>
            <a:ext cx="1901686" cy="6858000"/>
            <a:chOff x="10290315" y="0"/>
            <a:chExt cx="1901686" cy="6858000"/>
          </a:xfrm>
        </p:grpSpPr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7D499306-B4E0-064D-8F6C-96E9C4BD04DA}"/>
                </a:ext>
              </a:extLst>
            </p:cNvPr>
            <p:cNvSpPr/>
            <p:nvPr/>
          </p:nvSpPr>
          <p:spPr>
            <a:xfrm>
              <a:off x="10290315" y="806362"/>
              <a:ext cx="1130724" cy="1130723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Freeform 17">
              <a:extLst>
                <a:ext uri="{FF2B5EF4-FFF2-40B4-BE49-F238E27FC236}">
                  <a16:creationId xmlns:a16="http://schemas.microsoft.com/office/drawing/2014/main" id="{AF3D0241-0A21-8047-8CE3-B3FDD5FDF719}"/>
                </a:ext>
              </a:extLst>
            </p:cNvPr>
            <p:cNvSpPr/>
            <p:nvPr/>
          </p:nvSpPr>
          <p:spPr>
            <a:xfrm>
              <a:off x="10290315" y="0"/>
              <a:ext cx="1130724" cy="565573"/>
            </a:xfrm>
            <a:custGeom>
              <a:avLst/>
              <a:gdLst>
                <a:gd name="connsiteX0" fmla="*/ 21 w 1130724"/>
                <a:gd name="connsiteY0" fmla="*/ 0 h 565573"/>
                <a:gd name="connsiteX1" fmla="*/ 1130703 w 1130724"/>
                <a:gd name="connsiteY1" fmla="*/ 0 h 565573"/>
                <a:gd name="connsiteX2" fmla="*/ 1130724 w 1130724"/>
                <a:gd name="connsiteY2" fmla="*/ 211 h 565573"/>
                <a:gd name="connsiteX3" fmla="*/ 565362 w 1130724"/>
                <a:gd name="connsiteY3" fmla="*/ 565573 h 565573"/>
                <a:gd name="connsiteX4" fmla="*/ 0 w 1130724"/>
                <a:gd name="connsiteY4" fmla="*/ 211 h 565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4" h="565573">
                  <a:moveTo>
                    <a:pt x="21" y="0"/>
                  </a:moveTo>
                  <a:lnTo>
                    <a:pt x="1130703" y="0"/>
                  </a:lnTo>
                  <a:lnTo>
                    <a:pt x="1130724" y="211"/>
                  </a:lnTo>
                  <a:cubicBezTo>
                    <a:pt x="1130724" y="312452"/>
                    <a:pt x="877603" y="565573"/>
                    <a:pt x="565362" y="565573"/>
                  </a:cubicBezTo>
                  <a:cubicBezTo>
                    <a:pt x="253121" y="565573"/>
                    <a:pt x="0" y="31245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9" name="Freeform 18">
              <a:extLst>
                <a:ext uri="{FF2B5EF4-FFF2-40B4-BE49-F238E27FC236}">
                  <a16:creationId xmlns:a16="http://schemas.microsoft.com/office/drawing/2014/main" id="{13083F97-6891-0447-957C-AB0834B826D2}"/>
                </a:ext>
              </a:extLst>
            </p:cNvPr>
            <p:cNvSpPr/>
            <p:nvPr/>
          </p:nvSpPr>
          <p:spPr>
            <a:xfrm>
              <a:off x="11653180" y="6295093"/>
              <a:ext cx="538821" cy="562907"/>
            </a:xfrm>
            <a:custGeom>
              <a:avLst/>
              <a:gdLst>
                <a:gd name="connsiteX0" fmla="*/ 538821 w 538821"/>
                <a:gd name="connsiteY0" fmla="*/ 0 h 562907"/>
                <a:gd name="connsiteX1" fmla="*/ 538821 w 538821"/>
                <a:gd name="connsiteY1" fmla="*/ 562907 h 562907"/>
                <a:gd name="connsiteX2" fmla="*/ 22 w 538821"/>
                <a:gd name="connsiteY2" fmla="*/ 562907 h 562907"/>
                <a:gd name="connsiteX3" fmla="*/ 0 w 538821"/>
                <a:gd name="connsiteY3" fmla="*/ 562686 h 562907"/>
                <a:gd name="connsiteX4" fmla="*/ 451422 w 538821"/>
                <a:gd name="connsiteY4" fmla="*/ 8810 h 5629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562907">
                  <a:moveTo>
                    <a:pt x="538821" y="0"/>
                  </a:moveTo>
                  <a:lnTo>
                    <a:pt x="538821" y="562907"/>
                  </a:lnTo>
                  <a:lnTo>
                    <a:pt x="22" y="562907"/>
                  </a:lnTo>
                  <a:lnTo>
                    <a:pt x="0" y="562686"/>
                  </a:ln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B2EF7D75-E7C1-5147-A03B-3EC641CF3B08}"/>
                </a:ext>
              </a:extLst>
            </p:cNvPr>
            <p:cNvSpPr/>
            <p:nvPr/>
          </p:nvSpPr>
          <p:spPr>
            <a:xfrm>
              <a:off x="11653180" y="3552066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A6D7CA94-94B4-C140-8C68-01C0ADFA1C71}"/>
                </a:ext>
              </a:extLst>
            </p:cNvPr>
            <p:cNvSpPr/>
            <p:nvPr/>
          </p:nvSpPr>
          <p:spPr>
            <a:xfrm>
              <a:off x="11653180" y="2180552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211CD629-C318-A848-BDDE-BBA9465EBF9D}"/>
                </a:ext>
              </a:extLst>
            </p:cNvPr>
            <p:cNvSpPr/>
            <p:nvPr/>
          </p:nvSpPr>
          <p:spPr>
            <a:xfrm>
              <a:off x="11653180" y="809039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3" name="Freeform 22">
              <a:extLst>
                <a:ext uri="{FF2B5EF4-FFF2-40B4-BE49-F238E27FC236}">
                  <a16:creationId xmlns:a16="http://schemas.microsoft.com/office/drawing/2014/main" id="{2A5AC1F8-1370-E946-977E-E4CFC6947BAB}"/>
                </a:ext>
              </a:extLst>
            </p:cNvPr>
            <p:cNvSpPr/>
            <p:nvPr/>
          </p:nvSpPr>
          <p:spPr>
            <a:xfrm>
              <a:off x="11653180" y="0"/>
              <a:ext cx="538821" cy="562898"/>
            </a:xfrm>
            <a:custGeom>
              <a:avLst/>
              <a:gdLst>
                <a:gd name="connsiteX0" fmla="*/ 21 w 538821"/>
                <a:gd name="connsiteY0" fmla="*/ 0 h 562898"/>
                <a:gd name="connsiteX1" fmla="*/ 538821 w 538821"/>
                <a:gd name="connsiteY1" fmla="*/ 0 h 562898"/>
                <a:gd name="connsiteX2" fmla="*/ 538821 w 538821"/>
                <a:gd name="connsiteY2" fmla="*/ 562898 h 562898"/>
                <a:gd name="connsiteX3" fmla="*/ 451422 w 538821"/>
                <a:gd name="connsiteY3" fmla="*/ 554087 h 562898"/>
                <a:gd name="connsiteX4" fmla="*/ 0 w 538821"/>
                <a:gd name="connsiteY4" fmla="*/ 211 h 5628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562898">
                  <a:moveTo>
                    <a:pt x="21" y="0"/>
                  </a:moveTo>
                  <a:lnTo>
                    <a:pt x="538821" y="0"/>
                  </a:lnTo>
                  <a:lnTo>
                    <a:pt x="538821" y="562898"/>
                  </a:lnTo>
                  <a:lnTo>
                    <a:pt x="451422" y="554087"/>
                  </a:lnTo>
                  <a:cubicBezTo>
                    <a:pt x="193796" y="501369"/>
                    <a:pt x="0" y="27342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64CEE63B-B967-0A48-9623-2203767609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5150" y="770889"/>
            <a:ext cx="3609983" cy="1389127"/>
          </a:xfrm>
        </p:spPr>
        <p:txBody>
          <a:bodyPr anchor="t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211F680-28C8-FA44-9CD5-20709DA02EA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223838" y="890816"/>
            <a:ext cx="6060136" cy="4870411"/>
          </a:xfrm>
          <a:solidFill>
            <a:schemeClr val="bg2"/>
          </a:solidFill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BD507CD-197E-BB4C-83A6-DA3FC97A22C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65150" y="2160016"/>
            <a:ext cx="3609983" cy="3601211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59E00AC-DF6C-D548-8A06-D6269BDB0A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B0A250-5CC0-1746-B209-08E8B0DAE6AF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8ED113B-57D4-9A4F-BFE0-2A3963B425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20D9954-FA18-8948-AA52-21CED05947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BCAEC-7D34-E549-A96E-FCEDAADBE4B0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E3EB25D-2379-5040-B990-1C99B0B7D931}"/>
              </a:ext>
            </a:extLst>
          </p:cNvPr>
          <p:cNvCxnSpPr>
            <a:cxnSpLocks/>
          </p:cNvCxnSpPr>
          <p:nvPr/>
        </p:nvCxnSpPr>
        <p:spPr>
          <a:xfrm>
            <a:off x="565150" y="6087110"/>
            <a:ext cx="11058344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406698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Group 21">
            <a:extLst>
              <a:ext uri="{FF2B5EF4-FFF2-40B4-BE49-F238E27FC236}">
                <a16:creationId xmlns:a16="http://schemas.microsoft.com/office/drawing/2014/main" id="{7ED46EE4-CE67-DD46-A751-9FEA049A22B8}"/>
              </a:ext>
            </a:extLst>
          </p:cNvPr>
          <p:cNvGrpSpPr/>
          <p:nvPr/>
        </p:nvGrpSpPr>
        <p:grpSpPr>
          <a:xfrm>
            <a:off x="8928528" y="0"/>
            <a:ext cx="3263472" cy="6858000"/>
            <a:chOff x="8928528" y="0"/>
            <a:chExt cx="3263472" cy="6858000"/>
          </a:xfrm>
        </p:grpSpPr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955C5B70-D34F-8A49-B220-808CE2BBB7F3}"/>
                </a:ext>
              </a:extLst>
            </p:cNvPr>
            <p:cNvSpPr/>
            <p:nvPr/>
          </p:nvSpPr>
          <p:spPr>
            <a:xfrm>
              <a:off x="8928528" y="4918120"/>
              <a:ext cx="1130724" cy="1130723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Freeform 23">
              <a:extLst>
                <a:ext uri="{FF2B5EF4-FFF2-40B4-BE49-F238E27FC236}">
                  <a16:creationId xmlns:a16="http://schemas.microsoft.com/office/drawing/2014/main" id="{4BBFE624-6DBD-8541-B43B-180C0AFA21F0}"/>
                </a:ext>
              </a:extLst>
            </p:cNvPr>
            <p:cNvSpPr/>
            <p:nvPr/>
          </p:nvSpPr>
          <p:spPr>
            <a:xfrm>
              <a:off x="8928528" y="0"/>
              <a:ext cx="1130724" cy="565573"/>
            </a:xfrm>
            <a:custGeom>
              <a:avLst/>
              <a:gdLst>
                <a:gd name="connsiteX0" fmla="*/ 22 w 1130724"/>
                <a:gd name="connsiteY0" fmla="*/ 0 h 565573"/>
                <a:gd name="connsiteX1" fmla="*/ 1130703 w 1130724"/>
                <a:gd name="connsiteY1" fmla="*/ 0 h 565573"/>
                <a:gd name="connsiteX2" fmla="*/ 1130724 w 1130724"/>
                <a:gd name="connsiteY2" fmla="*/ 211 h 565573"/>
                <a:gd name="connsiteX3" fmla="*/ 565362 w 1130724"/>
                <a:gd name="connsiteY3" fmla="*/ 565573 h 565573"/>
                <a:gd name="connsiteX4" fmla="*/ 0 w 1130724"/>
                <a:gd name="connsiteY4" fmla="*/ 211 h 565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4" h="565573">
                  <a:moveTo>
                    <a:pt x="22" y="0"/>
                  </a:moveTo>
                  <a:lnTo>
                    <a:pt x="1130703" y="0"/>
                  </a:lnTo>
                  <a:lnTo>
                    <a:pt x="1130724" y="211"/>
                  </a:lnTo>
                  <a:cubicBezTo>
                    <a:pt x="1130724" y="312452"/>
                    <a:pt x="877603" y="565573"/>
                    <a:pt x="565362" y="565573"/>
                  </a:cubicBezTo>
                  <a:cubicBezTo>
                    <a:pt x="253121" y="565573"/>
                    <a:pt x="0" y="31245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5" name="Freeform 24">
              <a:extLst>
                <a:ext uri="{FF2B5EF4-FFF2-40B4-BE49-F238E27FC236}">
                  <a16:creationId xmlns:a16="http://schemas.microsoft.com/office/drawing/2014/main" id="{6E01AC23-2120-A542-B140-5A29AA27A2C8}"/>
                </a:ext>
              </a:extLst>
            </p:cNvPr>
            <p:cNvSpPr/>
            <p:nvPr/>
          </p:nvSpPr>
          <p:spPr>
            <a:xfrm>
              <a:off x="10291391" y="6292417"/>
              <a:ext cx="1130724" cy="565583"/>
            </a:xfrm>
            <a:custGeom>
              <a:avLst/>
              <a:gdLst>
                <a:gd name="connsiteX0" fmla="*/ 565362 w 1130724"/>
                <a:gd name="connsiteY0" fmla="*/ 0 h 565583"/>
                <a:gd name="connsiteX1" fmla="*/ 1130724 w 1130724"/>
                <a:gd name="connsiteY1" fmla="*/ 565362 h 565583"/>
                <a:gd name="connsiteX2" fmla="*/ 1130702 w 1130724"/>
                <a:gd name="connsiteY2" fmla="*/ 565583 h 565583"/>
                <a:gd name="connsiteX3" fmla="*/ 22 w 1130724"/>
                <a:gd name="connsiteY3" fmla="*/ 565583 h 565583"/>
                <a:gd name="connsiteX4" fmla="*/ 0 w 1130724"/>
                <a:gd name="connsiteY4" fmla="*/ 565362 h 565583"/>
                <a:gd name="connsiteX5" fmla="*/ 565362 w 1130724"/>
                <a:gd name="connsiteY5" fmla="*/ 0 h 5655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30724" h="565583">
                  <a:moveTo>
                    <a:pt x="565362" y="0"/>
                  </a:moveTo>
                  <a:cubicBezTo>
                    <a:pt x="877603" y="0"/>
                    <a:pt x="1130724" y="253121"/>
                    <a:pt x="1130724" y="565362"/>
                  </a:cubicBezTo>
                  <a:lnTo>
                    <a:pt x="1130702" y="565583"/>
                  </a:lnTo>
                  <a:lnTo>
                    <a:pt x="22" y="565583"/>
                  </a:lnTo>
                  <a:lnTo>
                    <a:pt x="0" y="565362"/>
                  </a:lnTo>
                  <a:cubicBezTo>
                    <a:pt x="0" y="253121"/>
                    <a:pt x="253121" y="0"/>
                    <a:pt x="565362" y="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154689C0-9C35-9B4D-906B-DA287DA55A38}"/>
                </a:ext>
              </a:extLst>
            </p:cNvPr>
            <p:cNvSpPr/>
            <p:nvPr/>
          </p:nvSpPr>
          <p:spPr>
            <a:xfrm>
              <a:off x="10291392" y="3549390"/>
              <a:ext cx="1130724" cy="1130723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696570F0-11E0-6147-9053-E3A4B5DBA0E4}"/>
                </a:ext>
              </a:extLst>
            </p:cNvPr>
            <p:cNvSpPr/>
            <p:nvPr/>
          </p:nvSpPr>
          <p:spPr>
            <a:xfrm>
              <a:off x="10291392" y="2177876"/>
              <a:ext cx="1130724" cy="1130723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9BDD97F6-A366-B54A-B889-42E97AFEDE37}"/>
                </a:ext>
              </a:extLst>
            </p:cNvPr>
            <p:cNvSpPr/>
            <p:nvPr/>
          </p:nvSpPr>
          <p:spPr>
            <a:xfrm>
              <a:off x="10291392" y="806363"/>
              <a:ext cx="1130724" cy="1130723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Freeform 28">
              <a:extLst>
                <a:ext uri="{FF2B5EF4-FFF2-40B4-BE49-F238E27FC236}">
                  <a16:creationId xmlns:a16="http://schemas.microsoft.com/office/drawing/2014/main" id="{58E853BC-EE80-374B-B823-8D51A948C4CF}"/>
                </a:ext>
              </a:extLst>
            </p:cNvPr>
            <p:cNvSpPr/>
            <p:nvPr/>
          </p:nvSpPr>
          <p:spPr>
            <a:xfrm>
              <a:off x="10291392" y="0"/>
              <a:ext cx="1130724" cy="565573"/>
            </a:xfrm>
            <a:custGeom>
              <a:avLst/>
              <a:gdLst>
                <a:gd name="connsiteX0" fmla="*/ 21 w 1130724"/>
                <a:gd name="connsiteY0" fmla="*/ 0 h 565573"/>
                <a:gd name="connsiteX1" fmla="*/ 1130703 w 1130724"/>
                <a:gd name="connsiteY1" fmla="*/ 0 h 565573"/>
                <a:gd name="connsiteX2" fmla="*/ 1130724 w 1130724"/>
                <a:gd name="connsiteY2" fmla="*/ 211 h 565573"/>
                <a:gd name="connsiteX3" fmla="*/ 565362 w 1130724"/>
                <a:gd name="connsiteY3" fmla="*/ 565573 h 565573"/>
                <a:gd name="connsiteX4" fmla="*/ 0 w 1130724"/>
                <a:gd name="connsiteY4" fmla="*/ 211 h 565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4" h="565573">
                  <a:moveTo>
                    <a:pt x="21" y="0"/>
                  </a:moveTo>
                  <a:lnTo>
                    <a:pt x="1130703" y="0"/>
                  </a:lnTo>
                  <a:lnTo>
                    <a:pt x="1130724" y="211"/>
                  </a:lnTo>
                  <a:cubicBezTo>
                    <a:pt x="1130724" y="312452"/>
                    <a:pt x="877603" y="565573"/>
                    <a:pt x="565362" y="565573"/>
                  </a:cubicBezTo>
                  <a:cubicBezTo>
                    <a:pt x="253121" y="565573"/>
                    <a:pt x="0" y="31245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0" name="Freeform 29">
              <a:extLst>
                <a:ext uri="{FF2B5EF4-FFF2-40B4-BE49-F238E27FC236}">
                  <a16:creationId xmlns:a16="http://schemas.microsoft.com/office/drawing/2014/main" id="{4B5B70B1-649D-9848-B5D4-6DE04D55F5F0}"/>
                </a:ext>
              </a:extLst>
            </p:cNvPr>
            <p:cNvSpPr/>
            <p:nvPr/>
          </p:nvSpPr>
          <p:spPr>
            <a:xfrm>
              <a:off x="11654256" y="6295201"/>
              <a:ext cx="537744" cy="562799"/>
            </a:xfrm>
            <a:custGeom>
              <a:avLst/>
              <a:gdLst>
                <a:gd name="connsiteX0" fmla="*/ 537744 w 537744"/>
                <a:gd name="connsiteY0" fmla="*/ 0 h 562799"/>
                <a:gd name="connsiteX1" fmla="*/ 537744 w 537744"/>
                <a:gd name="connsiteY1" fmla="*/ 562799 h 562799"/>
                <a:gd name="connsiteX2" fmla="*/ 22 w 537744"/>
                <a:gd name="connsiteY2" fmla="*/ 562799 h 562799"/>
                <a:gd name="connsiteX3" fmla="*/ 0 w 537744"/>
                <a:gd name="connsiteY3" fmla="*/ 562578 h 562799"/>
                <a:gd name="connsiteX4" fmla="*/ 451422 w 537744"/>
                <a:gd name="connsiteY4" fmla="*/ 8702 h 5627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7744" h="562799">
                  <a:moveTo>
                    <a:pt x="537744" y="0"/>
                  </a:moveTo>
                  <a:lnTo>
                    <a:pt x="537744" y="562799"/>
                  </a:lnTo>
                  <a:lnTo>
                    <a:pt x="22" y="562799"/>
                  </a:lnTo>
                  <a:lnTo>
                    <a:pt x="0" y="562578"/>
                  </a:lnTo>
                  <a:cubicBezTo>
                    <a:pt x="0" y="289367"/>
                    <a:pt x="193796" y="61420"/>
                    <a:pt x="451422" y="870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1" name="Freeform 30">
              <a:extLst>
                <a:ext uri="{FF2B5EF4-FFF2-40B4-BE49-F238E27FC236}">
                  <a16:creationId xmlns:a16="http://schemas.microsoft.com/office/drawing/2014/main" id="{46A2092A-2157-0A49-937F-BBAE14687DE7}"/>
                </a:ext>
              </a:extLst>
            </p:cNvPr>
            <p:cNvSpPr/>
            <p:nvPr/>
          </p:nvSpPr>
          <p:spPr>
            <a:xfrm>
              <a:off x="11654256" y="4923687"/>
              <a:ext cx="537744" cy="1125156"/>
            </a:xfrm>
            <a:custGeom>
              <a:avLst/>
              <a:gdLst>
                <a:gd name="connsiteX0" fmla="*/ 537744 w 537744"/>
                <a:gd name="connsiteY0" fmla="*/ 0 h 1125156"/>
                <a:gd name="connsiteX1" fmla="*/ 537744 w 537744"/>
                <a:gd name="connsiteY1" fmla="*/ 1125156 h 1125156"/>
                <a:gd name="connsiteX2" fmla="*/ 451422 w 537744"/>
                <a:gd name="connsiteY2" fmla="*/ 1116454 h 1125156"/>
                <a:gd name="connsiteX3" fmla="*/ 0 w 537744"/>
                <a:gd name="connsiteY3" fmla="*/ 562578 h 1125156"/>
                <a:gd name="connsiteX4" fmla="*/ 451422 w 537744"/>
                <a:gd name="connsiteY4" fmla="*/ 8702 h 11251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7744" h="1125156">
                  <a:moveTo>
                    <a:pt x="537744" y="0"/>
                  </a:moveTo>
                  <a:lnTo>
                    <a:pt x="537744" y="1125156"/>
                  </a:lnTo>
                  <a:lnTo>
                    <a:pt x="451422" y="1116454"/>
                  </a:lnTo>
                  <a:cubicBezTo>
                    <a:pt x="193796" y="1063736"/>
                    <a:pt x="0" y="835789"/>
                    <a:pt x="0" y="562578"/>
                  </a:cubicBezTo>
                  <a:cubicBezTo>
                    <a:pt x="0" y="289367"/>
                    <a:pt x="193796" y="61420"/>
                    <a:pt x="451422" y="8702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2" name="Freeform 31">
              <a:extLst>
                <a:ext uri="{FF2B5EF4-FFF2-40B4-BE49-F238E27FC236}">
                  <a16:creationId xmlns:a16="http://schemas.microsoft.com/office/drawing/2014/main" id="{F092371E-D526-AF43-816F-F7AEBA9FF166}"/>
                </a:ext>
              </a:extLst>
            </p:cNvPr>
            <p:cNvSpPr/>
            <p:nvPr/>
          </p:nvSpPr>
          <p:spPr>
            <a:xfrm>
              <a:off x="11654256" y="3552173"/>
              <a:ext cx="537744" cy="1125156"/>
            </a:xfrm>
            <a:custGeom>
              <a:avLst/>
              <a:gdLst>
                <a:gd name="connsiteX0" fmla="*/ 537744 w 537744"/>
                <a:gd name="connsiteY0" fmla="*/ 0 h 1125156"/>
                <a:gd name="connsiteX1" fmla="*/ 537744 w 537744"/>
                <a:gd name="connsiteY1" fmla="*/ 1125156 h 1125156"/>
                <a:gd name="connsiteX2" fmla="*/ 451422 w 537744"/>
                <a:gd name="connsiteY2" fmla="*/ 1116454 h 1125156"/>
                <a:gd name="connsiteX3" fmla="*/ 0 w 537744"/>
                <a:gd name="connsiteY3" fmla="*/ 562578 h 1125156"/>
                <a:gd name="connsiteX4" fmla="*/ 451422 w 537744"/>
                <a:gd name="connsiteY4" fmla="*/ 8702 h 11251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7744" h="1125156">
                  <a:moveTo>
                    <a:pt x="537744" y="0"/>
                  </a:moveTo>
                  <a:lnTo>
                    <a:pt x="537744" y="1125156"/>
                  </a:lnTo>
                  <a:lnTo>
                    <a:pt x="451422" y="1116454"/>
                  </a:lnTo>
                  <a:cubicBezTo>
                    <a:pt x="193796" y="1063736"/>
                    <a:pt x="0" y="835789"/>
                    <a:pt x="0" y="562578"/>
                  </a:cubicBezTo>
                  <a:cubicBezTo>
                    <a:pt x="0" y="289367"/>
                    <a:pt x="193796" y="61420"/>
                    <a:pt x="451422" y="870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3" name="Freeform 32">
              <a:extLst>
                <a:ext uri="{FF2B5EF4-FFF2-40B4-BE49-F238E27FC236}">
                  <a16:creationId xmlns:a16="http://schemas.microsoft.com/office/drawing/2014/main" id="{06995714-B51E-E84A-9FD5-3AD33004E517}"/>
                </a:ext>
              </a:extLst>
            </p:cNvPr>
            <p:cNvSpPr/>
            <p:nvPr/>
          </p:nvSpPr>
          <p:spPr>
            <a:xfrm>
              <a:off x="11654256" y="2180659"/>
              <a:ext cx="537744" cy="1125156"/>
            </a:xfrm>
            <a:custGeom>
              <a:avLst/>
              <a:gdLst>
                <a:gd name="connsiteX0" fmla="*/ 537744 w 537744"/>
                <a:gd name="connsiteY0" fmla="*/ 0 h 1125156"/>
                <a:gd name="connsiteX1" fmla="*/ 537744 w 537744"/>
                <a:gd name="connsiteY1" fmla="*/ 1125156 h 1125156"/>
                <a:gd name="connsiteX2" fmla="*/ 451422 w 537744"/>
                <a:gd name="connsiteY2" fmla="*/ 1116454 h 1125156"/>
                <a:gd name="connsiteX3" fmla="*/ 0 w 537744"/>
                <a:gd name="connsiteY3" fmla="*/ 562578 h 1125156"/>
                <a:gd name="connsiteX4" fmla="*/ 451422 w 537744"/>
                <a:gd name="connsiteY4" fmla="*/ 8702 h 11251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7744" h="1125156">
                  <a:moveTo>
                    <a:pt x="537744" y="0"/>
                  </a:moveTo>
                  <a:lnTo>
                    <a:pt x="537744" y="1125156"/>
                  </a:lnTo>
                  <a:lnTo>
                    <a:pt x="451422" y="1116454"/>
                  </a:lnTo>
                  <a:cubicBezTo>
                    <a:pt x="193796" y="1063736"/>
                    <a:pt x="0" y="835789"/>
                    <a:pt x="0" y="562578"/>
                  </a:cubicBezTo>
                  <a:cubicBezTo>
                    <a:pt x="0" y="289367"/>
                    <a:pt x="193796" y="61420"/>
                    <a:pt x="451422" y="870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4" name="Freeform 33">
              <a:extLst>
                <a:ext uri="{FF2B5EF4-FFF2-40B4-BE49-F238E27FC236}">
                  <a16:creationId xmlns:a16="http://schemas.microsoft.com/office/drawing/2014/main" id="{0FDB0CC5-76AA-6E44-8376-4EE649C1DE42}"/>
                </a:ext>
              </a:extLst>
            </p:cNvPr>
            <p:cNvSpPr/>
            <p:nvPr/>
          </p:nvSpPr>
          <p:spPr>
            <a:xfrm>
              <a:off x="11654256" y="809146"/>
              <a:ext cx="537744" cy="1125156"/>
            </a:xfrm>
            <a:custGeom>
              <a:avLst/>
              <a:gdLst>
                <a:gd name="connsiteX0" fmla="*/ 537744 w 537744"/>
                <a:gd name="connsiteY0" fmla="*/ 0 h 1125156"/>
                <a:gd name="connsiteX1" fmla="*/ 537744 w 537744"/>
                <a:gd name="connsiteY1" fmla="*/ 1125156 h 1125156"/>
                <a:gd name="connsiteX2" fmla="*/ 451422 w 537744"/>
                <a:gd name="connsiteY2" fmla="*/ 1116454 h 1125156"/>
                <a:gd name="connsiteX3" fmla="*/ 0 w 537744"/>
                <a:gd name="connsiteY3" fmla="*/ 562578 h 1125156"/>
                <a:gd name="connsiteX4" fmla="*/ 451422 w 537744"/>
                <a:gd name="connsiteY4" fmla="*/ 8702 h 11251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7744" h="1125156">
                  <a:moveTo>
                    <a:pt x="537744" y="0"/>
                  </a:moveTo>
                  <a:lnTo>
                    <a:pt x="537744" y="1125156"/>
                  </a:lnTo>
                  <a:lnTo>
                    <a:pt x="451422" y="1116454"/>
                  </a:lnTo>
                  <a:cubicBezTo>
                    <a:pt x="193796" y="1063736"/>
                    <a:pt x="0" y="835789"/>
                    <a:pt x="0" y="562578"/>
                  </a:cubicBezTo>
                  <a:cubicBezTo>
                    <a:pt x="0" y="289367"/>
                    <a:pt x="193796" y="61420"/>
                    <a:pt x="451422" y="8702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5" name="Freeform 34">
              <a:extLst>
                <a:ext uri="{FF2B5EF4-FFF2-40B4-BE49-F238E27FC236}">
                  <a16:creationId xmlns:a16="http://schemas.microsoft.com/office/drawing/2014/main" id="{3D981F0B-8982-1C45-8D7C-30E744003823}"/>
                </a:ext>
              </a:extLst>
            </p:cNvPr>
            <p:cNvSpPr/>
            <p:nvPr/>
          </p:nvSpPr>
          <p:spPr>
            <a:xfrm>
              <a:off x="11654256" y="0"/>
              <a:ext cx="537744" cy="562788"/>
            </a:xfrm>
            <a:custGeom>
              <a:avLst/>
              <a:gdLst>
                <a:gd name="connsiteX0" fmla="*/ 21 w 537744"/>
                <a:gd name="connsiteY0" fmla="*/ 0 h 562788"/>
                <a:gd name="connsiteX1" fmla="*/ 537744 w 537744"/>
                <a:gd name="connsiteY1" fmla="*/ 0 h 562788"/>
                <a:gd name="connsiteX2" fmla="*/ 537744 w 537744"/>
                <a:gd name="connsiteY2" fmla="*/ 562788 h 562788"/>
                <a:gd name="connsiteX3" fmla="*/ 451422 w 537744"/>
                <a:gd name="connsiteY3" fmla="*/ 554086 h 562788"/>
                <a:gd name="connsiteX4" fmla="*/ 0 w 537744"/>
                <a:gd name="connsiteY4" fmla="*/ 211 h 5627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7744" h="562788">
                  <a:moveTo>
                    <a:pt x="21" y="0"/>
                  </a:moveTo>
                  <a:lnTo>
                    <a:pt x="537744" y="0"/>
                  </a:lnTo>
                  <a:lnTo>
                    <a:pt x="537744" y="562788"/>
                  </a:lnTo>
                  <a:lnTo>
                    <a:pt x="451422" y="554086"/>
                  </a:lnTo>
                  <a:cubicBezTo>
                    <a:pt x="193796" y="501368"/>
                    <a:pt x="0" y="273421"/>
                    <a:pt x="0" y="21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DF76EEB7-1E87-0447-8CD6-DD220CF4EE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A8AE526-3A03-9B41-8C9F-27156E701CF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D08D72-182D-C947-B3F7-B74948D084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B0A250-5CC0-1746-B209-08E8B0DAE6AF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76E396-D059-AF4D-A1D9-C1347978AA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8845B6-87C0-2F4A-8146-00E911CDF7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480" y="6141085"/>
            <a:ext cx="813816" cy="365125"/>
          </a:xfrm>
        </p:spPr>
        <p:txBody>
          <a:bodyPr/>
          <a:lstStyle/>
          <a:p>
            <a:fld id="{49ABCAEC-7D34-E549-A96E-FCEDAADBE4B0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78A912D-4325-C449-BF2E-F331A221C695}"/>
              </a:ext>
            </a:extLst>
          </p:cNvPr>
          <p:cNvCxnSpPr>
            <a:cxnSpLocks/>
          </p:cNvCxnSpPr>
          <p:nvPr/>
        </p:nvCxnSpPr>
        <p:spPr>
          <a:xfrm>
            <a:off x="565150" y="6087110"/>
            <a:ext cx="7335146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96659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Group 14">
            <a:extLst>
              <a:ext uri="{FF2B5EF4-FFF2-40B4-BE49-F238E27FC236}">
                <a16:creationId xmlns:a16="http://schemas.microsoft.com/office/drawing/2014/main" id="{C3803ECC-8207-244B-8051-94AA5304EDD9}"/>
              </a:ext>
            </a:extLst>
          </p:cNvPr>
          <p:cNvGrpSpPr/>
          <p:nvPr/>
        </p:nvGrpSpPr>
        <p:grpSpPr>
          <a:xfrm>
            <a:off x="10290315" y="0"/>
            <a:ext cx="1901686" cy="6858000"/>
            <a:chOff x="10290315" y="0"/>
            <a:chExt cx="1901686" cy="6858000"/>
          </a:xfrm>
        </p:grpSpPr>
        <p:sp>
          <p:nvSpPr>
            <p:cNvPr id="17" name="Freeform 16">
              <a:extLst>
                <a:ext uri="{FF2B5EF4-FFF2-40B4-BE49-F238E27FC236}">
                  <a16:creationId xmlns:a16="http://schemas.microsoft.com/office/drawing/2014/main" id="{CF2E8536-821C-3846-A152-2001B7BA4BC9}"/>
                </a:ext>
              </a:extLst>
            </p:cNvPr>
            <p:cNvSpPr/>
            <p:nvPr/>
          </p:nvSpPr>
          <p:spPr>
            <a:xfrm>
              <a:off x="10290315" y="0"/>
              <a:ext cx="1130724" cy="565573"/>
            </a:xfrm>
            <a:custGeom>
              <a:avLst/>
              <a:gdLst>
                <a:gd name="connsiteX0" fmla="*/ 21 w 1130724"/>
                <a:gd name="connsiteY0" fmla="*/ 0 h 565573"/>
                <a:gd name="connsiteX1" fmla="*/ 1130703 w 1130724"/>
                <a:gd name="connsiteY1" fmla="*/ 0 h 565573"/>
                <a:gd name="connsiteX2" fmla="*/ 1130724 w 1130724"/>
                <a:gd name="connsiteY2" fmla="*/ 211 h 565573"/>
                <a:gd name="connsiteX3" fmla="*/ 565362 w 1130724"/>
                <a:gd name="connsiteY3" fmla="*/ 565573 h 565573"/>
                <a:gd name="connsiteX4" fmla="*/ 0 w 1130724"/>
                <a:gd name="connsiteY4" fmla="*/ 211 h 565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4" h="565573">
                  <a:moveTo>
                    <a:pt x="21" y="0"/>
                  </a:moveTo>
                  <a:lnTo>
                    <a:pt x="1130703" y="0"/>
                  </a:lnTo>
                  <a:lnTo>
                    <a:pt x="1130724" y="211"/>
                  </a:lnTo>
                  <a:cubicBezTo>
                    <a:pt x="1130724" y="312452"/>
                    <a:pt x="877603" y="565573"/>
                    <a:pt x="565362" y="565573"/>
                  </a:cubicBezTo>
                  <a:cubicBezTo>
                    <a:pt x="253121" y="565573"/>
                    <a:pt x="0" y="31245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8" name="Freeform 17">
              <a:extLst>
                <a:ext uri="{FF2B5EF4-FFF2-40B4-BE49-F238E27FC236}">
                  <a16:creationId xmlns:a16="http://schemas.microsoft.com/office/drawing/2014/main" id="{57A02781-FFB4-C04E-97FB-78D26A9E8F1C}"/>
                </a:ext>
              </a:extLst>
            </p:cNvPr>
            <p:cNvSpPr/>
            <p:nvPr/>
          </p:nvSpPr>
          <p:spPr>
            <a:xfrm>
              <a:off x="11653180" y="6295093"/>
              <a:ext cx="538821" cy="562907"/>
            </a:xfrm>
            <a:custGeom>
              <a:avLst/>
              <a:gdLst>
                <a:gd name="connsiteX0" fmla="*/ 538821 w 538821"/>
                <a:gd name="connsiteY0" fmla="*/ 0 h 562907"/>
                <a:gd name="connsiteX1" fmla="*/ 538821 w 538821"/>
                <a:gd name="connsiteY1" fmla="*/ 562907 h 562907"/>
                <a:gd name="connsiteX2" fmla="*/ 22 w 538821"/>
                <a:gd name="connsiteY2" fmla="*/ 562907 h 562907"/>
                <a:gd name="connsiteX3" fmla="*/ 0 w 538821"/>
                <a:gd name="connsiteY3" fmla="*/ 562686 h 562907"/>
                <a:gd name="connsiteX4" fmla="*/ 451422 w 538821"/>
                <a:gd name="connsiteY4" fmla="*/ 8810 h 5629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562907">
                  <a:moveTo>
                    <a:pt x="538821" y="0"/>
                  </a:moveTo>
                  <a:lnTo>
                    <a:pt x="538821" y="562907"/>
                  </a:lnTo>
                  <a:lnTo>
                    <a:pt x="22" y="562907"/>
                  </a:lnTo>
                  <a:lnTo>
                    <a:pt x="0" y="562686"/>
                  </a:ln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9" name="Freeform 18">
              <a:extLst>
                <a:ext uri="{FF2B5EF4-FFF2-40B4-BE49-F238E27FC236}">
                  <a16:creationId xmlns:a16="http://schemas.microsoft.com/office/drawing/2014/main" id="{14C29607-37D2-7A4B-98E2-2C851CD6776C}"/>
                </a:ext>
              </a:extLst>
            </p:cNvPr>
            <p:cNvSpPr/>
            <p:nvPr/>
          </p:nvSpPr>
          <p:spPr>
            <a:xfrm>
              <a:off x="11653180" y="3552066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D12FC7BA-80CC-1C4E-B268-B3EEA08137F1}"/>
                </a:ext>
              </a:extLst>
            </p:cNvPr>
            <p:cNvSpPr/>
            <p:nvPr/>
          </p:nvSpPr>
          <p:spPr>
            <a:xfrm>
              <a:off x="11653180" y="2180552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BEBC8FB1-96B9-D84A-BD2A-BC8410EBE012}"/>
                </a:ext>
              </a:extLst>
            </p:cNvPr>
            <p:cNvSpPr/>
            <p:nvPr/>
          </p:nvSpPr>
          <p:spPr>
            <a:xfrm>
              <a:off x="11653180" y="809039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5A8455B4-A778-B44D-A7E8-C45A4846D9F7}"/>
                </a:ext>
              </a:extLst>
            </p:cNvPr>
            <p:cNvSpPr/>
            <p:nvPr/>
          </p:nvSpPr>
          <p:spPr>
            <a:xfrm>
              <a:off x="11653180" y="0"/>
              <a:ext cx="538821" cy="562898"/>
            </a:xfrm>
            <a:custGeom>
              <a:avLst/>
              <a:gdLst>
                <a:gd name="connsiteX0" fmla="*/ 21 w 538821"/>
                <a:gd name="connsiteY0" fmla="*/ 0 h 562898"/>
                <a:gd name="connsiteX1" fmla="*/ 538821 w 538821"/>
                <a:gd name="connsiteY1" fmla="*/ 0 h 562898"/>
                <a:gd name="connsiteX2" fmla="*/ 538821 w 538821"/>
                <a:gd name="connsiteY2" fmla="*/ 562898 h 562898"/>
                <a:gd name="connsiteX3" fmla="*/ 451422 w 538821"/>
                <a:gd name="connsiteY3" fmla="*/ 554087 h 562898"/>
                <a:gd name="connsiteX4" fmla="*/ 0 w 538821"/>
                <a:gd name="connsiteY4" fmla="*/ 211 h 5628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562898">
                  <a:moveTo>
                    <a:pt x="21" y="0"/>
                  </a:moveTo>
                  <a:lnTo>
                    <a:pt x="538821" y="0"/>
                  </a:lnTo>
                  <a:lnTo>
                    <a:pt x="538821" y="562898"/>
                  </a:lnTo>
                  <a:lnTo>
                    <a:pt x="451422" y="554087"/>
                  </a:lnTo>
                  <a:cubicBezTo>
                    <a:pt x="193796" y="501369"/>
                    <a:pt x="0" y="27342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Vertical Title 1">
            <a:extLst>
              <a:ext uri="{FF2B5EF4-FFF2-40B4-BE49-F238E27FC236}">
                <a16:creationId xmlns:a16="http://schemas.microsoft.com/office/drawing/2014/main" id="{B0407CCA-80EF-2B45-8F8C-7D5796A61BC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950095" y="976630"/>
            <a:ext cx="2268507" cy="47845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AA221C3-F2D3-FC4F-938B-4C4CAC7370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65150" y="976630"/>
            <a:ext cx="8264057" cy="478459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061B46-3E9A-AC48-8C84-5B46EA1EC5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B0A250-5CC0-1746-B209-08E8B0DAE6AF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9F8F49-5859-714C-8EE1-61A74F324E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2B6F69-3FFA-D94F-BA99-873D36F7F6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BCAEC-7D34-E549-A96E-FCEDAADBE4B0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C31B40EC-87DB-A64F-9D4B-98A86F7CEFFF}"/>
              </a:ext>
            </a:extLst>
          </p:cNvPr>
          <p:cNvCxnSpPr>
            <a:cxnSpLocks/>
          </p:cNvCxnSpPr>
          <p:nvPr/>
        </p:nvCxnSpPr>
        <p:spPr>
          <a:xfrm>
            <a:off x="565150" y="6087110"/>
            <a:ext cx="11058344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783351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70D98E2-86CE-4D4F-9F8F-17C83D19A2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5150" y="770890"/>
            <a:ext cx="7335835" cy="126898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804B4F2-48A4-A140-B59B-7A2ED9FD46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65150" y="2160016"/>
            <a:ext cx="7335835" cy="36012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CF4A7E-D5FF-BF48-8E01-8F46150ABFD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66928" y="457200"/>
            <a:ext cx="360820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b="0" i="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fld id="{A5B0A250-5CC0-1746-B209-08E8B0DAE6AF}" type="datetimeFigureOut">
              <a:rPr lang="en-US" smtClean="0"/>
              <a:pPr/>
              <a:t>4/21/2026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131757-5039-BF46-B47A-50DA8FFBC07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65150" y="6141085"/>
            <a:ext cx="360820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b="0" i="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83FD16-4337-B940-905E-D20A26FD483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09678" y="6141085"/>
            <a:ext cx="81381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 b="0" i="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fld id="{49ABCAEC-7D34-E549-A96E-FCEDAADBE4B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98530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9" r:id="rId1"/>
    <p:sldLayoutId id="2147483740" r:id="rId2"/>
    <p:sldLayoutId id="2147483741" r:id="rId3"/>
    <p:sldLayoutId id="2147483742" r:id="rId4"/>
    <p:sldLayoutId id="2147483743" r:id="rId5"/>
    <p:sldLayoutId id="2147483744" r:id="rId6"/>
    <p:sldLayoutId id="2147483745" r:id="rId7"/>
    <p:sldLayoutId id="2147483746" r:id="rId8"/>
    <p:sldLayoutId id="2147483747" r:id="rId9"/>
    <p:sldLayoutId id="2147483748" r:id="rId10"/>
    <p:sldLayoutId id="2147483749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b="1" i="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900"/>
        </a:spcBef>
        <a:buFont typeface="Arial" panose="020B0604020202020204" pitchFamily="34" charset="0"/>
        <a:buChar char="•"/>
        <a:defRPr sz="2400" b="0" i="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900"/>
        </a:spcBef>
        <a:buFont typeface="Arial" panose="020B0604020202020204" pitchFamily="34" charset="0"/>
        <a:buChar char="•"/>
        <a:defRPr sz="2000" b="0" i="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9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900"/>
        </a:spcBef>
        <a:buFont typeface="Arial" panose="020B0604020202020204" pitchFamily="34" charset="0"/>
        <a:buChar char="•"/>
        <a:defRPr sz="1600" b="0" i="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900"/>
        </a:spcBef>
        <a:buFont typeface="Arial" panose="020B0604020202020204" pitchFamily="34" charset="0"/>
        <a:buChar char="•"/>
        <a:defRPr sz="1400" b="0" i="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4EFE82FE-7465-AE46-88DF-34D347E83B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F85FC76C-DEBF-1223-89ED-BC144CD5E1B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11108" b="-4"/>
          <a:stretch>
            <a:fillRect/>
          </a:stretch>
        </p:blipFill>
        <p:spPr>
          <a:xfrm>
            <a:off x="20" y="1"/>
            <a:ext cx="12191980" cy="6857999"/>
          </a:xfrm>
          <a:prstGeom prst="rect">
            <a:avLst/>
          </a:prstGeom>
        </p:spPr>
      </p:pic>
      <p:sp>
        <p:nvSpPr>
          <p:cNvPr id="11" name="Rectangle">
            <a:extLst>
              <a:ext uri="{FF2B5EF4-FFF2-40B4-BE49-F238E27FC236}">
                <a16:creationId xmlns:a16="http://schemas.microsoft.com/office/drawing/2014/main" id="{B4F75AE3-A3AC-DE4C-98FE-EC9DC3BF8D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-1"/>
            <a:ext cx="5267217" cy="6858000"/>
          </a:xfrm>
          <a:prstGeom prst="rect">
            <a:avLst/>
          </a:prstGeom>
          <a:gradFill flip="none" rotWithShape="1">
            <a:gsLst>
              <a:gs pos="31000">
                <a:schemeClr val="bg1">
                  <a:alpha val="80000"/>
                </a:schemeClr>
              </a:gs>
              <a:gs pos="0">
                <a:schemeClr val="bg1"/>
              </a:gs>
              <a:gs pos="100000">
                <a:schemeClr val="bg1">
                  <a:alpha val="34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/>
            <a:endParaRPr sz="2600" cap="all">
              <a:solidFill>
                <a:srgbClr val="FFFFFF"/>
              </a:solidFill>
              <a:sym typeface="Avenir Next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65151" y="768334"/>
            <a:ext cx="4134538" cy="2866405"/>
          </a:xfrm>
        </p:spPr>
        <p:txBody>
          <a:bodyPr>
            <a:normAutofit/>
          </a:bodyPr>
          <a:lstStyle/>
          <a:p>
            <a:r>
              <a:rPr lang="en-US" sz="5400" err="1"/>
              <a:t>Cipőbazár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65151" y="4283239"/>
            <a:ext cx="4134538" cy="1475177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err="1">
                <a:ea typeface="+mn-lt"/>
                <a:cs typeface="+mn-lt"/>
              </a:rPr>
              <a:t>Készítők</a:t>
            </a:r>
            <a:r>
              <a:rPr lang="en-US">
                <a:ea typeface="+mn-lt"/>
                <a:cs typeface="+mn-lt"/>
              </a:rPr>
              <a:t>: Illés Levente, Demeter Roland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41C79BB7-CCAB-2243-9830-5569626C4D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65150" y="6087110"/>
            <a:ext cx="4134538" cy="0"/>
          </a:xfrm>
          <a:prstGeom prst="line">
            <a:avLst/>
          </a:prstGeom>
          <a:ln w="127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5" name="Group 14">
            <a:extLst>
              <a:ext uri="{FF2B5EF4-FFF2-40B4-BE49-F238E27FC236}">
                <a16:creationId xmlns:a16="http://schemas.microsoft.com/office/drawing/2014/main" id="{44406D7A-DB1A-D940-8AD1-93FAF9DD71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291746" y="0"/>
            <a:ext cx="1900254" cy="6858000"/>
            <a:chOff x="10291746" y="0"/>
            <a:chExt cx="1900254" cy="6858000"/>
          </a:xfrm>
        </p:grpSpPr>
        <p:sp>
          <p:nvSpPr>
            <p:cNvPr id="16" name="Freeform 40">
              <a:extLst>
                <a:ext uri="{FF2B5EF4-FFF2-40B4-BE49-F238E27FC236}">
                  <a16:creationId xmlns:a16="http://schemas.microsoft.com/office/drawing/2014/main" id="{D0F85DF7-431B-BE45-B932-0E22FC3F84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5829" y="809310"/>
              <a:ext cx="536171" cy="1124839"/>
            </a:xfrm>
            <a:custGeom>
              <a:avLst/>
              <a:gdLst>
                <a:gd name="connsiteX0" fmla="*/ 536171 w 536171"/>
                <a:gd name="connsiteY0" fmla="*/ 0 h 1124839"/>
                <a:gd name="connsiteX1" fmla="*/ 536171 w 536171"/>
                <a:gd name="connsiteY1" fmla="*/ 1124839 h 1124839"/>
                <a:gd name="connsiteX2" fmla="*/ 451423 w 536171"/>
                <a:gd name="connsiteY2" fmla="*/ 1116295 h 1124839"/>
                <a:gd name="connsiteX3" fmla="*/ 0 w 536171"/>
                <a:gd name="connsiteY3" fmla="*/ 562419 h 1124839"/>
                <a:gd name="connsiteX4" fmla="*/ 451423 w 536171"/>
                <a:gd name="connsiteY4" fmla="*/ 8543 h 1124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6171" h="1124839">
                  <a:moveTo>
                    <a:pt x="536171" y="0"/>
                  </a:moveTo>
                  <a:lnTo>
                    <a:pt x="536171" y="1124839"/>
                  </a:lnTo>
                  <a:lnTo>
                    <a:pt x="451423" y="1116295"/>
                  </a:lnTo>
                  <a:cubicBezTo>
                    <a:pt x="193797" y="1063577"/>
                    <a:pt x="0" y="835630"/>
                    <a:pt x="0" y="562419"/>
                  </a:cubicBezTo>
                  <a:cubicBezTo>
                    <a:pt x="0" y="289208"/>
                    <a:pt x="193797" y="61261"/>
                    <a:pt x="451423" y="854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7" name="Freeform 41">
              <a:extLst>
                <a:ext uri="{FF2B5EF4-FFF2-40B4-BE49-F238E27FC236}">
                  <a16:creationId xmlns:a16="http://schemas.microsoft.com/office/drawing/2014/main" id="{BEA0AA89-2965-2A44-B84E-51C748B2D2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91748" y="0"/>
              <a:ext cx="1130725" cy="565362"/>
            </a:xfrm>
            <a:custGeom>
              <a:avLst/>
              <a:gdLst>
                <a:gd name="connsiteX0" fmla="*/ 0 w 1130725"/>
                <a:gd name="connsiteY0" fmla="*/ 0 h 565362"/>
                <a:gd name="connsiteX1" fmla="*/ 25420 w 1130725"/>
                <a:gd name="connsiteY1" fmla="*/ 0 h 565362"/>
                <a:gd name="connsiteX2" fmla="*/ 36369 w 1130725"/>
                <a:gd name="connsiteY2" fmla="*/ 108609 h 565362"/>
                <a:gd name="connsiteX3" fmla="*/ 565363 w 1130725"/>
                <a:gd name="connsiteY3" fmla="*/ 539750 h 565362"/>
                <a:gd name="connsiteX4" fmla="*/ 1094356 w 1130725"/>
                <a:gd name="connsiteY4" fmla="*/ 108609 h 565362"/>
                <a:gd name="connsiteX5" fmla="*/ 1105305 w 1130725"/>
                <a:gd name="connsiteY5" fmla="*/ 0 h 565362"/>
                <a:gd name="connsiteX6" fmla="*/ 1130725 w 1130725"/>
                <a:gd name="connsiteY6" fmla="*/ 0 h 565362"/>
                <a:gd name="connsiteX7" fmla="*/ 565363 w 1130725"/>
                <a:gd name="connsiteY7" fmla="*/ 565362 h 565362"/>
                <a:gd name="connsiteX8" fmla="*/ 0 w 1130725"/>
                <a:gd name="connsiteY8" fmla="*/ 0 h 5653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130725" h="565362">
                  <a:moveTo>
                    <a:pt x="0" y="0"/>
                  </a:moveTo>
                  <a:lnTo>
                    <a:pt x="25420" y="0"/>
                  </a:lnTo>
                  <a:lnTo>
                    <a:pt x="36369" y="108609"/>
                  </a:lnTo>
                  <a:cubicBezTo>
                    <a:pt x="86718" y="354660"/>
                    <a:pt x="304425" y="539750"/>
                    <a:pt x="565363" y="539750"/>
                  </a:cubicBezTo>
                  <a:cubicBezTo>
                    <a:pt x="826300" y="539750"/>
                    <a:pt x="1044007" y="354660"/>
                    <a:pt x="1094356" y="108609"/>
                  </a:cubicBezTo>
                  <a:lnTo>
                    <a:pt x="1105305" y="0"/>
                  </a:lnTo>
                  <a:lnTo>
                    <a:pt x="1130725" y="0"/>
                  </a:lnTo>
                  <a:cubicBezTo>
                    <a:pt x="1130725" y="312241"/>
                    <a:pt x="877604" y="565362"/>
                    <a:pt x="565363" y="565362"/>
                  </a:cubicBezTo>
                  <a:cubicBezTo>
                    <a:pt x="253121" y="565362"/>
                    <a:pt x="0" y="312241"/>
                    <a:pt x="0" y="0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8" name="Freeform 42">
              <a:extLst>
                <a:ext uri="{FF2B5EF4-FFF2-40B4-BE49-F238E27FC236}">
                  <a16:creationId xmlns:a16="http://schemas.microsoft.com/office/drawing/2014/main" id="{7EC47259-887A-FD48-989C-42BC5A3C983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6578" y="0"/>
              <a:ext cx="535422" cy="562344"/>
            </a:xfrm>
            <a:custGeom>
              <a:avLst/>
              <a:gdLst>
                <a:gd name="connsiteX0" fmla="*/ 0 w 535422"/>
                <a:gd name="connsiteY0" fmla="*/ 0 h 562344"/>
                <a:gd name="connsiteX1" fmla="*/ 25421 w 535422"/>
                <a:gd name="connsiteY1" fmla="*/ 0 h 562344"/>
                <a:gd name="connsiteX2" fmla="*/ 36370 w 535422"/>
                <a:gd name="connsiteY2" fmla="*/ 108609 h 562344"/>
                <a:gd name="connsiteX3" fmla="*/ 469781 w 535422"/>
                <a:gd name="connsiteY3" fmla="*/ 531316 h 562344"/>
                <a:gd name="connsiteX4" fmla="*/ 535422 w 535422"/>
                <a:gd name="connsiteY4" fmla="*/ 537108 h 562344"/>
                <a:gd name="connsiteX5" fmla="*/ 535422 w 535422"/>
                <a:gd name="connsiteY5" fmla="*/ 562344 h 562344"/>
                <a:gd name="connsiteX6" fmla="*/ 451424 w 535422"/>
                <a:gd name="connsiteY6" fmla="*/ 553876 h 562344"/>
                <a:gd name="connsiteX7" fmla="*/ 0 w 535422"/>
                <a:gd name="connsiteY7" fmla="*/ 0 h 5623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35422" h="562344">
                  <a:moveTo>
                    <a:pt x="0" y="0"/>
                  </a:moveTo>
                  <a:lnTo>
                    <a:pt x="25421" y="0"/>
                  </a:lnTo>
                  <a:lnTo>
                    <a:pt x="36370" y="108609"/>
                  </a:lnTo>
                  <a:cubicBezTo>
                    <a:pt x="80425" y="323904"/>
                    <a:pt x="252614" y="492525"/>
                    <a:pt x="469781" y="531316"/>
                  </a:cubicBezTo>
                  <a:lnTo>
                    <a:pt x="535422" y="537108"/>
                  </a:lnTo>
                  <a:lnTo>
                    <a:pt x="535422" y="562344"/>
                  </a:lnTo>
                  <a:lnTo>
                    <a:pt x="451424" y="553876"/>
                  </a:lnTo>
                  <a:cubicBezTo>
                    <a:pt x="193797" y="501158"/>
                    <a:pt x="0" y="273211"/>
                    <a:pt x="0" y="0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9" name="Freeform 43">
              <a:extLst>
                <a:ext uri="{FF2B5EF4-FFF2-40B4-BE49-F238E27FC236}">
                  <a16:creationId xmlns:a16="http://schemas.microsoft.com/office/drawing/2014/main" id="{16E261C3-18BE-934F-8A2B-59BE70AE2F4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6578" y="2181112"/>
              <a:ext cx="535422" cy="1124687"/>
            </a:xfrm>
            <a:custGeom>
              <a:avLst/>
              <a:gdLst>
                <a:gd name="connsiteX0" fmla="*/ 535422 w 535422"/>
                <a:gd name="connsiteY0" fmla="*/ 0 h 1124687"/>
                <a:gd name="connsiteX1" fmla="*/ 535422 w 535422"/>
                <a:gd name="connsiteY1" fmla="*/ 25186 h 1124687"/>
                <a:gd name="connsiteX2" fmla="*/ 456541 w 535422"/>
                <a:gd name="connsiteY2" fmla="*/ 33138 h 1124687"/>
                <a:gd name="connsiteX3" fmla="*/ 25399 w 535422"/>
                <a:gd name="connsiteY3" fmla="*/ 562130 h 1124687"/>
                <a:gd name="connsiteX4" fmla="*/ 456541 w 535422"/>
                <a:gd name="connsiteY4" fmla="*/ 1091123 h 1124687"/>
                <a:gd name="connsiteX5" fmla="*/ 535422 w 535422"/>
                <a:gd name="connsiteY5" fmla="*/ 1099075 h 1124687"/>
                <a:gd name="connsiteX6" fmla="*/ 535422 w 535422"/>
                <a:gd name="connsiteY6" fmla="*/ 1124687 h 1124687"/>
                <a:gd name="connsiteX7" fmla="*/ 451423 w 535422"/>
                <a:gd name="connsiteY7" fmla="*/ 1116219 h 1124687"/>
                <a:gd name="connsiteX8" fmla="*/ 0 w 535422"/>
                <a:gd name="connsiteY8" fmla="*/ 562343 h 1124687"/>
                <a:gd name="connsiteX9" fmla="*/ 451423 w 535422"/>
                <a:gd name="connsiteY9" fmla="*/ 8468 h 11246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35422" h="1124687">
                  <a:moveTo>
                    <a:pt x="535422" y="0"/>
                  </a:moveTo>
                  <a:lnTo>
                    <a:pt x="535422" y="25186"/>
                  </a:lnTo>
                  <a:lnTo>
                    <a:pt x="456541" y="33138"/>
                  </a:lnTo>
                  <a:cubicBezTo>
                    <a:pt x="210489" y="83487"/>
                    <a:pt x="25399" y="301194"/>
                    <a:pt x="25399" y="562130"/>
                  </a:cubicBezTo>
                  <a:cubicBezTo>
                    <a:pt x="25399" y="823067"/>
                    <a:pt x="210489" y="1040774"/>
                    <a:pt x="456541" y="1091123"/>
                  </a:cubicBezTo>
                  <a:lnTo>
                    <a:pt x="535422" y="1099075"/>
                  </a:lnTo>
                  <a:lnTo>
                    <a:pt x="535422" y="1124687"/>
                  </a:lnTo>
                  <a:lnTo>
                    <a:pt x="451423" y="1116219"/>
                  </a:lnTo>
                  <a:cubicBezTo>
                    <a:pt x="193797" y="1063501"/>
                    <a:pt x="0" y="835554"/>
                    <a:pt x="0" y="562343"/>
                  </a:cubicBezTo>
                  <a:cubicBezTo>
                    <a:pt x="0" y="289132"/>
                    <a:pt x="193797" y="61185"/>
                    <a:pt x="451423" y="8468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0" name="Freeform 44">
              <a:extLst>
                <a:ext uri="{FF2B5EF4-FFF2-40B4-BE49-F238E27FC236}">
                  <a16:creationId xmlns:a16="http://schemas.microsoft.com/office/drawing/2014/main" id="{35A2267B-0862-A24E-87D2-6CE5187CF9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91746" y="806365"/>
              <a:ext cx="1130726" cy="1130724"/>
            </a:xfrm>
            <a:custGeom>
              <a:avLst/>
              <a:gdLst>
                <a:gd name="connsiteX0" fmla="*/ 565363 w 1130726"/>
                <a:gd name="connsiteY0" fmla="*/ 25186 h 1130724"/>
                <a:gd name="connsiteX1" fmla="*/ 25399 w 1130726"/>
                <a:gd name="connsiteY1" fmla="*/ 565149 h 1130724"/>
                <a:gd name="connsiteX2" fmla="*/ 565363 w 1130726"/>
                <a:gd name="connsiteY2" fmla="*/ 1105112 h 1130724"/>
                <a:gd name="connsiteX3" fmla="*/ 1105327 w 1130726"/>
                <a:gd name="connsiteY3" fmla="*/ 565149 h 1130724"/>
                <a:gd name="connsiteX4" fmla="*/ 565363 w 1130726"/>
                <a:gd name="connsiteY4" fmla="*/ 25186 h 1130724"/>
                <a:gd name="connsiteX5" fmla="*/ 565363 w 1130726"/>
                <a:gd name="connsiteY5" fmla="*/ 0 h 1130724"/>
                <a:gd name="connsiteX6" fmla="*/ 1130726 w 1130726"/>
                <a:gd name="connsiteY6" fmla="*/ 565362 h 1130724"/>
                <a:gd name="connsiteX7" fmla="*/ 565363 w 1130726"/>
                <a:gd name="connsiteY7" fmla="*/ 1130724 h 1130724"/>
                <a:gd name="connsiteX8" fmla="*/ 0 w 1130726"/>
                <a:gd name="connsiteY8" fmla="*/ 565362 h 1130724"/>
                <a:gd name="connsiteX9" fmla="*/ 565363 w 1130726"/>
                <a:gd name="connsiteY9" fmla="*/ 0 h 11307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130726" h="1130724">
                  <a:moveTo>
                    <a:pt x="565363" y="25186"/>
                  </a:moveTo>
                  <a:cubicBezTo>
                    <a:pt x="267149" y="25186"/>
                    <a:pt x="25399" y="266936"/>
                    <a:pt x="25399" y="565149"/>
                  </a:cubicBezTo>
                  <a:cubicBezTo>
                    <a:pt x="25399" y="863362"/>
                    <a:pt x="267149" y="1105112"/>
                    <a:pt x="565363" y="1105112"/>
                  </a:cubicBezTo>
                  <a:cubicBezTo>
                    <a:pt x="863577" y="1105112"/>
                    <a:pt x="1105327" y="863362"/>
                    <a:pt x="1105327" y="565149"/>
                  </a:cubicBezTo>
                  <a:cubicBezTo>
                    <a:pt x="1105327" y="266936"/>
                    <a:pt x="863577" y="25186"/>
                    <a:pt x="565363" y="25186"/>
                  </a:cubicBezTo>
                  <a:close/>
                  <a:moveTo>
                    <a:pt x="565363" y="0"/>
                  </a:moveTo>
                  <a:cubicBezTo>
                    <a:pt x="877604" y="0"/>
                    <a:pt x="1130726" y="253121"/>
                    <a:pt x="1130726" y="565362"/>
                  </a:cubicBezTo>
                  <a:cubicBezTo>
                    <a:pt x="1130726" y="877603"/>
                    <a:pt x="877604" y="1130724"/>
                    <a:pt x="565363" y="1130724"/>
                  </a:cubicBezTo>
                  <a:cubicBezTo>
                    <a:pt x="253122" y="1130724"/>
                    <a:pt x="0" y="877603"/>
                    <a:pt x="0" y="565362"/>
                  </a:cubicBezTo>
                  <a:cubicBezTo>
                    <a:pt x="0" y="253121"/>
                    <a:pt x="253122" y="0"/>
                    <a:pt x="565363" y="0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1" name="Freeform 45">
              <a:extLst>
                <a:ext uri="{FF2B5EF4-FFF2-40B4-BE49-F238E27FC236}">
                  <a16:creationId xmlns:a16="http://schemas.microsoft.com/office/drawing/2014/main" id="{A404A0DE-A076-8C4E-B8D4-EBC9453377C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6578" y="3552837"/>
              <a:ext cx="535422" cy="1124688"/>
            </a:xfrm>
            <a:custGeom>
              <a:avLst/>
              <a:gdLst>
                <a:gd name="connsiteX0" fmla="*/ 535422 w 535422"/>
                <a:gd name="connsiteY0" fmla="*/ 0 h 1124688"/>
                <a:gd name="connsiteX1" fmla="*/ 535422 w 535422"/>
                <a:gd name="connsiteY1" fmla="*/ 25186 h 1124688"/>
                <a:gd name="connsiteX2" fmla="*/ 456541 w 535422"/>
                <a:gd name="connsiteY2" fmla="*/ 33138 h 1124688"/>
                <a:gd name="connsiteX3" fmla="*/ 25399 w 535422"/>
                <a:gd name="connsiteY3" fmla="*/ 562131 h 1124688"/>
                <a:gd name="connsiteX4" fmla="*/ 456541 w 535422"/>
                <a:gd name="connsiteY4" fmla="*/ 1091124 h 1124688"/>
                <a:gd name="connsiteX5" fmla="*/ 535422 w 535422"/>
                <a:gd name="connsiteY5" fmla="*/ 1099076 h 1124688"/>
                <a:gd name="connsiteX6" fmla="*/ 535422 w 535422"/>
                <a:gd name="connsiteY6" fmla="*/ 1124688 h 1124688"/>
                <a:gd name="connsiteX7" fmla="*/ 451423 w 535422"/>
                <a:gd name="connsiteY7" fmla="*/ 1116220 h 1124688"/>
                <a:gd name="connsiteX8" fmla="*/ 0 w 535422"/>
                <a:gd name="connsiteY8" fmla="*/ 562344 h 1124688"/>
                <a:gd name="connsiteX9" fmla="*/ 451423 w 535422"/>
                <a:gd name="connsiteY9" fmla="*/ 8468 h 11246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35422" h="1124688">
                  <a:moveTo>
                    <a:pt x="535422" y="0"/>
                  </a:moveTo>
                  <a:lnTo>
                    <a:pt x="535422" y="25186"/>
                  </a:lnTo>
                  <a:lnTo>
                    <a:pt x="456541" y="33138"/>
                  </a:lnTo>
                  <a:cubicBezTo>
                    <a:pt x="210489" y="83488"/>
                    <a:pt x="25399" y="301195"/>
                    <a:pt x="25399" y="562131"/>
                  </a:cubicBezTo>
                  <a:cubicBezTo>
                    <a:pt x="25399" y="823068"/>
                    <a:pt x="210489" y="1040775"/>
                    <a:pt x="456541" y="1091124"/>
                  </a:cubicBezTo>
                  <a:lnTo>
                    <a:pt x="535422" y="1099076"/>
                  </a:lnTo>
                  <a:lnTo>
                    <a:pt x="535422" y="1124688"/>
                  </a:lnTo>
                  <a:lnTo>
                    <a:pt x="451423" y="1116220"/>
                  </a:lnTo>
                  <a:cubicBezTo>
                    <a:pt x="193797" y="1063502"/>
                    <a:pt x="0" y="835555"/>
                    <a:pt x="0" y="562344"/>
                  </a:cubicBezTo>
                  <a:cubicBezTo>
                    <a:pt x="0" y="289133"/>
                    <a:pt x="193797" y="61186"/>
                    <a:pt x="451423" y="8468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2" name="Freeform 53">
              <a:extLst>
                <a:ext uri="{FF2B5EF4-FFF2-40B4-BE49-F238E27FC236}">
                  <a16:creationId xmlns:a16="http://schemas.microsoft.com/office/drawing/2014/main" id="{9EED6D73-C275-3347-BB66-C8396425721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6642" y="6295916"/>
              <a:ext cx="535358" cy="562084"/>
            </a:xfrm>
            <a:custGeom>
              <a:avLst/>
              <a:gdLst>
                <a:gd name="connsiteX0" fmla="*/ 535358 w 535358"/>
                <a:gd name="connsiteY0" fmla="*/ 0 h 562084"/>
                <a:gd name="connsiteX1" fmla="*/ 535358 w 535358"/>
                <a:gd name="connsiteY1" fmla="*/ 25186 h 562084"/>
                <a:gd name="connsiteX2" fmla="*/ 469717 w 535358"/>
                <a:gd name="connsiteY2" fmla="*/ 30978 h 562084"/>
                <a:gd name="connsiteX3" fmla="*/ 36306 w 535358"/>
                <a:gd name="connsiteY3" fmla="*/ 453686 h 562084"/>
                <a:gd name="connsiteX4" fmla="*/ 25378 w 535358"/>
                <a:gd name="connsiteY4" fmla="*/ 562084 h 562084"/>
                <a:gd name="connsiteX5" fmla="*/ 0 w 535358"/>
                <a:gd name="connsiteY5" fmla="*/ 562084 h 562084"/>
                <a:gd name="connsiteX6" fmla="*/ 11423 w 535358"/>
                <a:gd name="connsiteY6" fmla="*/ 448780 h 562084"/>
                <a:gd name="connsiteX7" fmla="*/ 465221 w 535358"/>
                <a:gd name="connsiteY7" fmla="*/ 6189 h 5620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35358" h="562084">
                  <a:moveTo>
                    <a:pt x="535358" y="0"/>
                  </a:moveTo>
                  <a:lnTo>
                    <a:pt x="535358" y="25186"/>
                  </a:lnTo>
                  <a:lnTo>
                    <a:pt x="469717" y="30978"/>
                  </a:lnTo>
                  <a:cubicBezTo>
                    <a:pt x="252550" y="69769"/>
                    <a:pt x="80361" y="238391"/>
                    <a:pt x="36306" y="453686"/>
                  </a:cubicBezTo>
                  <a:lnTo>
                    <a:pt x="25378" y="562084"/>
                  </a:lnTo>
                  <a:lnTo>
                    <a:pt x="0" y="562084"/>
                  </a:lnTo>
                  <a:lnTo>
                    <a:pt x="11423" y="448780"/>
                  </a:lnTo>
                  <a:cubicBezTo>
                    <a:pt x="57551" y="223357"/>
                    <a:pt x="237840" y="46805"/>
                    <a:pt x="465221" y="6189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0985722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2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4F0281-252F-D5AE-8FEA-500B6CEA99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>
                <a:solidFill>
                  <a:schemeClr val="bg2"/>
                </a:solidFill>
                <a:ea typeface="+mj-lt"/>
                <a:cs typeface="+mj-lt"/>
              </a:rPr>
              <a:t>A </a:t>
            </a:r>
            <a:r>
              <a:rPr lang="en-US" b="0" err="1">
                <a:solidFill>
                  <a:schemeClr val="bg2"/>
                </a:solidFill>
                <a:ea typeface="+mj-lt"/>
                <a:cs typeface="+mj-lt"/>
              </a:rPr>
              <a:t>projekt</a:t>
            </a:r>
            <a:r>
              <a:rPr lang="en-US" b="0">
                <a:solidFill>
                  <a:schemeClr val="bg2"/>
                </a:solidFill>
                <a:ea typeface="+mj-lt"/>
                <a:cs typeface="+mj-lt"/>
              </a:rPr>
              <a:t> </a:t>
            </a:r>
            <a:r>
              <a:rPr lang="en-US" b="0" err="1">
                <a:solidFill>
                  <a:schemeClr val="bg2"/>
                </a:solidFill>
                <a:ea typeface="+mj-lt"/>
                <a:cs typeface="+mj-lt"/>
              </a:rPr>
              <a:t>rövid</a:t>
            </a:r>
            <a:r>
              <a:rPr lang="en-US" b="0">
                <a:solidFill>
                  <a:schemeClr val="bg2"/>
                </a:solidFill>
                <a:ea typeface="+mj-lt"/>
                <a:cs typeface="+mj-lt"/>
              </a:rPr>
              <a:t> </a:t>
            </a:r>
            <a:r>
              <a:rPr lang="en-US" b="0" err="1">
                <a:solidFill>
                  <a:schemeClr val="bg2"/>
                </a:solidFill>
                <a:ea typeface="+mj-lt"/>
                <a:cs typeface="+mj-lt"/>
              </a:rPr>
              <a:t>bemutatása</a:t>
            </a:r>
            <a:endParaRPr lang="en-US">
              <a:solidFill>
                <a:schemeClr val="bg2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114200-8CBE-39D2-0455-7880D18B88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92500" lnSpcReduction="10000"/>
          </a:bodyPr>
          <a:lstStyle/>
          <a:p>
            <a:r>
              <a:rPr lang="en-US" err="1">
                <a:solidFill>
                  <a:schemeClr val="bg2"/>
                </a:solidFill>
                <a:ea typeface="+mn-lt"/>
                <a:cs typeface="+mn-lt"/>
              </a:rPr>
              <a:t>Teljes</a:t>
            </a:r>
            <a:r>
              <a:rPr lang="en-US">
                <a:solidFill>
                  <a:schemeClr val="bg2"/>
                </a:solidFill>
                <a:ea typeface="+mn-lt"/>
                <a:cs typeface="+mn-lt"/>
              </a:rPr>
              <a:t> </a:t>
            </a:r>
            <a:r>
              <a:rPr lang="en-US" err="1">
                <a:solidFill>
                  <a:schemeClr val="bg2"/>
                </a:solidFill>
                <a:ea typeface="+mn-lt"/>
                <a:cs typeface="+mn-lt"/>
              </a:rPr>
              <a:t>értékű</a:t>
            </a:r>
            <a:r>
              <a:rPr lang="en-US">
                <a:solidFill>
                  <a:schemeClr val="bg2"/>
                </a:solidFill>
                <a:ea typeface="+mn-lt"/>
                <a:cs typeface="+mn-lt"/>
              </a:rPr>
              <a:t> </a:t>
            </a:r>
            <a:r>
              <a:rPr lang="en-US" err="1">
                <a:solidFill>
                  <a:schemeClr val="bg2"/>
                </a:solidFill>
                <a:ea typeface="+mn-lt"/>
                <a:cs typeface="+mn-lt"/>
              </a:rPr>
              <a:t>webáruház</a:t>
            </a:r>
            <a:r>
              <a:rPr lang="en-US">
                <a:solidFill>
                  <a:schemeClr val="bg2"/>
                </a:solidFill>
                <a:ea typeface="+mn-lt"/>
                <a:cs typeface="+mn-lt"/>
              </a:rPr>
              <a:t> PHP </a:t>
            </a:r>
            <a:r>
              <a:rPr lang="en-US" err="1">
                <a:solidFill>
                  <a:schemeClr val="bg2"/>
                </a:solidFill>
                <a:ea typeface="+mn-lt"/>
                <a:cs typeface="+mn-lt"/>
              </a:rPr>
              <a:t>és</a:t>
            </a:r>
            <a:r>
              <a:rPr lang="en-US">
                <a:solidFill>
                  <a:schemeClr val="bg2"/>
                </a:solidFill>
                <a:ea typeface="+mn-lt"/>
                <a:cs typeface="+mn-lt"/>
              </a:rPr>
              <a:t> MySQL </a:t>
            </a:r>
            <a:r>
              <a:rPr lang="en-US" err="1">
                <a:solidFill>
                  <a:schemeClr val="bg2"/>
                </a:solidFill>
                <a:ea typeface="+mn-lt"/>
                <a:cs typeface="+mn-lt"/>
              </a:rPr>
              <a:t>alapokon</a:t>
            </a:r>
            <a:endParaRPr lang="en-US" err="1">
              <a:solidFill>
                <a:schemeClr val="bg2"/>
              </a:solidFill>
            </a:endParaRPr>
          </a:p>
          <a:p>
            <a:endParaRPr lang="en-US">
              <a:solidFill>
                <a:schemeClr val="bg2"/>
              </a:solidFill>
            </a:endParaRPr>
          </a:p>
          <a:p>
            <a:r>
              <a:rPr lang="en-US" err="1">
                <a:solidFill>
                  <a:schemeClr val="bg2"/>
                </a:solidFill>
                <a:ea typeface="+mn-lt"/>
                <a:cs typeface="+mn-lt"/>
              </a:rPr>
              <a:t>Fő</a:t>
            </a:r>
            <a:r>
              <a:rPr lang="en-US">
                <a:solidFill>
                  <a:schemeClr val="bg2"/>
                </a:solidFill>
                <a:ea typeface="+mn-lt"/>
                <a:cs typeface="+mn-lt"/>
              </a:rPr>
              <a:t> </a:t>
            </a:r>
            <a:r>
              <a:rPr lang="en-US" err="1">
                <a:solidFill>
                  <a:schemeClr val="bg2"/>
                </a:solidFill>
                <a:ea typeface="+mn-lt"/>
                <a:cs typeface="+mn-lt"/>
              </a:rPr>
              <a:t>funkciók</a:t>
            </a:r>
            <a:r>
              <a:rPr lang="en-US">
                <a:solidFill>
                  <a:schemeClr val="bg2"/>
                </a:solidFill>
                <a:ea typeface="+mn-lt"/>
                <a:cs typeface="+mn-lt"/>
              </a:rPr>
              <a:t>: </a:t>
            </a:r>
            <a:r>
              <a:rPr lang="en-US" err="1">
                <a:solidFill>
                  <a:schemeClr val="bg2"/>
                </a:solidFill>
                <a:ea typeface="+mn-lt"/>
                <a:cs typeface="+mn-lt"/>
              </a:rPr>
              <a:t>termékböngészés</a:t>
            </a:r>
            <a:r>
              <a:rPr lang="en-US">
                <a:solidFill>
                  <a:schemeClr val="bg2"/>
                </a:solidFill>
                <a:ea typeface="+mn-lt"/>
                <a:cs typeface="+mn-lt"/>
              </a:rPr>
              <a:t>, </a:t>
            </a:r>
            <a:r>
              <a:rPr lang="en-US" err="1">
                <a:solidFill>
                  <a:schemeClr val="bg2"/>
                </a:solidFill>
                <a:ea typeface="+mn-lt"/>
                <a:cs typeface="+mn-lt"/>
              </a:rPr>
              <a:t>szűrés</a:t>
            </a:r>
            <a:r>
              <a:rPr lang="en-US">
                <a:solidFill>
                  <a:schemeClr val="bg2"/>
                </a:solidFill>
                <a:ea typeface="+mn-lt"/>
                <a:cs typeface="+mn-lt"/>
              </a:rPr>
              <a:t>, </a:t>
            </a:r>
            <a:r>
              <a:rPr lang="en-US" err="1">
                <a:solidFill>
                  <a:schemeClr val="bg2"/>
                </a:solidFill>
                <a:ea typeface="+mn-lt"/>
                <a:cs typeface="+mn-lt"/>
              </a:rPr>
              <a:t>kosárkezelés</a:t>
            </a:r>
            <a:r>
              <a:rPr lang="en-US">
                <a:solidFill>
                  <a:schemeClr val="bg2"/>
                </a:solidFill>
                <a:ea typeface="+mn-lt"/>
                <a:cs typeface="+mn-lt"/>
              </a:rPr>
              <a:t>, </a:t>
            </a:r>
            <a:r>
              <a:rPr lang="en-US" err="1">
                <a:solidFill>
                  <a:schemeClr val="bg2"/>
                </a:solidFill>
                <a:ea typeface="+mn-lt"/>
                <a:cs typeface="+mn-lt"/>
              </a:rPr>
              <a:t>fizetés</a:t>
            </a:r>
            <a:r>
              <a:rPr lang="en-US">
                <a:solidFill>
                  <a:schemeClr val="bg2"/>
                </a:solidFill>
                <a:ea typeface="+mn-lt"/>
                <a:cs typeface="+mn-lt"/>
              </a:rPr>
              <a:t> (PayPal)</a:t>
            </a:r>
            <a:endParaRPr lang="en-US">
              <a:solidFill>
                <a:schemeClr val="bg2"/>
              </a:solidFill>
            </a:endParaRPr>
          </a:p>
          <a:p>
            <a:endParaRPr lang="en-US">
              <a:solidFill>
                <a:schemeClr val="bg2"/>
              </a:solidFill>
            </a:endParaRPr>
          </a:p>
          <a:p>
            <a:r>
              <a:rPr lang="en-US">
                <a:solidFill>
                  <a:schemeClr val="bg2"/>
                </a:solidFill>
                <a:ea typeface="+mn-lt"/>
                <a:cs typeface="+mn-lt"/>
              </a:rPr>
              <a:t>Vendég </a:t>
            </a:r>
            <a:r>
              <a:rPr lang="en-US" err="1">
                <a:solidFill>
                  <a:schemeClr val="bg2"/>
                </a:solidFill>
                <a:ea typeface="+mn-lt"/>
                <a:cs typeface="+mn-lt"/>
              </a:rPr>
              <a:t>és</a:t>
            </a:r>
            <a:r>
              <a:rPr lang="en-US">
                <a:solidFill>
                  <a:schemeClr val="bg2"/>
                </a:solidFill>
                <a:ea typeface="+mn-lt"/>
                <a:cs typeface="+mn-lt"/>
              </a:rPr>
              <a:t> </a:t>
            </a:r>
            <a:r>
              <a:rPr lang="en-US" err="1">
                <a:solidFill>
                  <a:schemeClr val="bg2"/>
                </a:solidFill>
                <a:ea typeface="+mn-lt"/>
                <a:cs typeface="+mn-lt"/>
              </a:rPr>
              <a:t>bejelentkezett</a:t>
            </a:r>
            <a:r>
              <a:rPr lang="en-US">
                <a:solidFill>
                  <a:schemeClr val="bg2"/>
                </a:solidFill>
                <a:ea typeface="+mn-lt"/>
                <a:cs typeface="+mn-lt"/>
              </a:rPr>
              <a:t> </a:t>
            </a:r>
            <a:r>
              <a:rPr lang="en-US" err="1">
                <a:solidFill>
                  <a:schemeClr val="bg2"/>
                </a:solidFill>
                <a:ea typeface="+mn-lt"/>
                <a:cs typeface="+mn-lt"/>
              </a:rPr>
              <a:t>felhasználók</a:t>
            </a:r>
            <a:r>
              <a:rPr lang="en-US">
                <a:solidFill>
                  <a:schemeClr val="bg2"/>
                </a:solidFill>
                <a:ea typeface="+mn-lt"/>
                <a:cs typeface="+mn-lt"/>
              </a:rPr>
              <a:t> </a:t>
            </a:r>
            <a:r>
              <a:rPr lang="en-US" err="1">
                <a:solidFill>
                  <a:schemeClr val="bg2"/>
                </a:solidFill>
                <a:ea typeface="+mn-lt"/>
                <a:cs typeface="+mn-lt"/>
              </a:rPr>
              <a:t>támogatása</a:t>
            </a:r>
            <a:endParaRPr lang="en-US" err="1">
              <a:solidFill>
                <a:schemeClr val="bg2"/>
              </a:solidFill>
            </a:endParaRPr>
          </a:p>
          <a:p>
            <a:endParaRPr lang="en-US">
              <a:solidFill>
                <a:schemeClr val="bg2"/>
              </a:solidFill>
            </a:endParaRPr>
          </a:p>
          <a:p>
            <a:r>
              <a:rPr lang="en-US">
                <a:solidFill>
                  <a:schemeClr val="bg2"/>
                </a:solidFill>
                <a:ea typeface="+mn-lt"/>
                <a:cs typeface="+mn-lt"/>
              </a:rPr>
              <a:t>Admin </a:t>
            </a:r>
            <a:r>
              <a:rPr lang="en-US" err="1">
                <a:solidFill>
                  <a:schemeClr val="bg2"/>
                </a:solidFill>
                <a:ea typeface="+mn-lt"/>
                <a:cs typeface="+mn-lt"/>
              </a:rPr>
              <a:t>felület</a:t>
            </a:r>
            <a:r>
              <a:rPr lang="en-US">
                <a:solidFill>
                  <a:schemeClr val="bg2"/>
                </a:solidFill>
                <a:ea typeface="+mn-lt"/>
                <a:cs typeface="+mn-lt"/>
              </a:rPr>
              <a:t> </a:t>
            </a:r>
            <a:r>
              <a:rPr lang="en-US" err="1">
                <a:solidFill>
                  <a:schemeClr val="bg2"/>
                </a:solidFill>
                <a:ea typeface="+mn-lt"/>
                <a:cs typeface="+mn-lt"/>
              </a:rPr>
              <a:t>termékek</a:t>
            </a:r>
            <a:r>
              <a:rPr lang="en-US">
                <a:solidFill>
                  <a:schemeClr val="bg2"/>
                </a:solidFill>
                <a:ea typeface="+mn-lt"/>
                <a:cs typeface="+mn-lt"/>
              </a:rPr>
              <a:t>, </a:t>
            </a:r>
            <a:r>
              <a:rPr lang="en-US" err="1">
                <a:solidFill>
                  <a:schemeClr val="bg2"/>
                </a:solidFill>
                <a:ea typeface="+mn-lt"/>
                <a:cs typeface="+mn-lt"/>
              </a:rPr>
              <a:t>felhasználók</a:t>
            </a:r>
            <a:r>
              <a:rPr lang="en-US">
                <a:solidFill>
                  <a:schemeClr val="bg2"/>
                </a:solidFill>
                <a:ea typeface="+mn-lt"/>
                <a:cs typeface="+mn-lt"/>
              </a:rPr>
              <a:t>, </a:t>
            </a:r>
            <a:r>
              <a:rPr lang="en-US" err="1">
                <a:solidFill>
                  <a:schemeClr val="bg2"/>
                </a:solidFill>
                <a:ea typeface="+mn-lt"/>
                <a:cs typeface="+mn-lt"/>
              </a:rPr>
              <a:t>rendelések</a:t>
            </a:r>
            <a:r>
              <a:rPr lang="en-US">
                <a:solidFill>
                  <a:schemeClr val="bg2"/>
                </a:solidFill>
                <a:ea typeface="+mn-lt"/>
                <a:cs typeface="+mn-lt"/>
              </a:rPr>
              <a:t> </a:t>
            </a:r>
            <a:r>
              <a:rPr lang="en-US" err="1">
                <a:solidFill>
                  <a:schemeClr val="bg2"/>
                </a:solidFill>
                <a:ea typeface="+mn-lt"/>
                <a:cs typeface="+mn-lt"/>
              </a:rPr>
              <a:t>és</a:t>
            </a:r>
            <a:r>
              <a:rPr lang="en-US">
                <a:solidFill>
                  <a:schemeClr val="bg2"/>
                </a:solidFill>
                <a:ea typeface="+mn-lt"/>
                <a:cs typeface="+mn-lt"/>
              </a:rPr>
              <a:t> </a:t>
            </a:r>
            <a:r>
              <a:rPr lang="en-US" err="1">
                <a:solidFill>
                  <a:schemeClr val="bg2"/>
                </a:solidFill>
                <a:ea typeface="+mn-lt"/>
                <a:cs typeface="+mn-lt"/>
              </a:rPr>
              <a:t>kommentek</a:t>
            </a:r>
            <a:r>
              <a:rPr lang="en-US">
                <a:solidFill>
                  <a:schemeClr val="bg2"/>
                </a:solidFill>
                <a:ea typeface="+mn-lt"/>
                <a:cs typeface="+mn-lt"/>
              </a:rPr>
              <a:t> </a:t>
            </a:r>
            <a:r>
              <a:rPr lang="en-US" err="1">
                <a:solidFill>
                  <a:schemeClr val="bg2"/>
                </a:solidFill>
                <a:ea typeface="+mn-lt"/>
                <a:cs typeface="+mn-lt"/>
              </a:rPr>
              <a:t>kezelésére</a:t>
            </a:r>
            <a:endParaRPr lang="en-US" err="1">
              <a:solidFill>
                <a:schemeClr val="bg2"/>
              </a:solidFill>
            </a:endParaRPr>
          </a:p>
          <a:p>
            <a:endParaRPr lang="en-US">
              <a:solidFill>
                <a:schemeClr val="bg2"/>
              </a:solidFill>
            </a:endParaRPr>
          </a:p>
          <a:p>
            <a:endParaRPr lang="en-US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942822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2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426F02-56F4-BAAA-DE6E-ED12978002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 err="1">
                <a:solidFill>
                  <a:schemeClr val="bg2"/>
                </a:solidFill>
                <a:ea typeface="+mj-lt"/>
                <a:cs typeface="+mj-lt"/>
              </a:rPr>
              <a:t>Fejlesztői</a:t>
            </a:r>
            <a:r>
              <a:rPr lang="en-US" b="0">
                <a:solidFill>
                  <a:schemeClr val="bg2"/>
                </a:solidFill>
                <a:ea typeface="+mj-lt"/>
                <a:cs typeface="+mj-lt"/>
              </a:rPr>
              <a:t> </a:t>
            </a:r>
            <a:r>
              <a:rPr lang="en-US" b="0" err="1">
                <a:solidFill>
                  <a:schemeClr val="bg2"/>
                </a:solidFill>
                <a:ea typeface="+mj-lt"/>
                <a:cs typeface="+mj-lt"/>
              </a:rPr>
              <a:t>eszköztár</a:t>
            </a:r>
            <a:endParaRPr lang="en-US">
              <a:solidFill>
                <a:schemeClr val="bg2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C71005-1086-DECD-A0A2-BCE10DEA06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85000" lnSpcReduction="10000"/>
          </a:bodyPr>
          <a:lstStyle/>
          <a:p>
            <a:r>
              <a:rPr lang="en-US">
                <a:solidFill>
                  <a:schemeClr val="bg2"/>
                </a:solidFill>
                <a:ea typeface="+mn-lt"/>
                <a:cs typeface="+mn-lt"/>
              </a:rPr>
              <a:t>Backend: PHP 7.2+ (PDO </a:t>
            </a:r>
            <a:r>
              <a:rPr lang="en-US" err="1">
                <a:solidFill>
                  <a:schemeClr val="bg2"/>
                </a:solidFill>
                <a:ea typeface="+mn-lt"/>
                <a:cs typeface="+mn-lt"/>
              </a:rPr>
              <a:t>adatbázis-absztrakcióval</a:t>
            </a:r>
            <a:r>
              <a:rPr lang="en-US">
                <a:solidFill>
                  <a:schemeClr val="bg2"/>
                </a:solidFill>
                <a:ea typeface="+mn-lt"/>
                <a:cs typeface="+mn-lt"/>
              </a:rPr>
              <a:t>)</a:t>
            </a:r>
            <a:endParaRPr lang="en-US">
              <a:solidFill>
                <a:schemeClr val="bg2"/>
              </a:solidFill>
            </a:endParaRPr>
          </a:p>
          <a:p>
            <a:endParaRPr lang="en-US">
              <a:solidFill>
                <a:schemeClr val="bg2"/>
              </a:solidFill>
            </a:endParaRPr>
          </a:p>
          <a:p>
            <a:r>
              <a:rPr lang="en-US" err="1">
                <a:solidFill>
                  <a:schemeClr val="bg2"/>
                </a:solidFill>
                <a:ea typeface="+mn-lt"/>
                <a:cs typeface="+mn-lt"/>
              </a:rPr>
              <a:t>Adatbázis</a:t>
            </a:r>
            <a:r>
              <a:rPr lang="en-US">
                <a:solidFill>
                  <a:schemeClr val="bg2"/>
                </a:solidFill>
                <a:ea typeface="+mn-lt"/>
                <a:cs typeface="+mn-lt"/>
              </a:rPr>
              <a:t>: MySQL / MariaDB</a:t>
            </a:r>
            <a:endParaRPr lang="en-US">
              <a:solidFill>
                <a:schemeClr val="bg2"/>
              </a:solidFill>
            </a:endParaRPr>
          </a:p>
          <a:p>
            <a:endParaRPr lang="en-US">
              <a:solidFill>
                <a:schemeClr val="bg2"/>
              </a:solidFill>
            </a:endParaRPr>
          </a:p>
          <a:p>
            <a:r>
              <a:rPr lang="en-US">
                <a:solidFill>
                  <a:schemeClr val="bg2"/>
                </a:solidFill>
                <a:ea typeface="+mn-lt"/>
                <a:cs typeface="+mn-lt"/>
              </a:rPr>
              <a:t>Frontend: HTML5, CSS3, Bootstrap 5, JavaScript (AJAX)</a:t>
            </a:r>
            <a:endParaRPr lang="en-US">
              <a:solidFill>
                <a:schemeClr val="bg2"/>
              </a:solidFill>
            </a:endParaRPr>
          </a:p>
          <a:p>
            <a:endParaRPr lang="en-US">
              <a:solidFill>
                <a:schemeClr val="bg2"/>
              </a:solidFill>
            </a:endParaRPr>
          </a:p>
          <a:p>
            <a:r>
              <a:rPr lang="en-US" err="1">
                <a:solidFill>
                  <a:schemeClr val="bg2"/>
                </a:solidFill>
                <a:ea typeface="+mn-lt"/>
                <a:cs typeface="+mn-lt"/>
              </a:rPr>
              <a:t>Külső</a:t>
            </a:r>
            <a:r>
              <a:rPr lang="en-US">
                <a:solidFill>
                  <a:schemeClr val="bg2"/>
                </a:solidFill>
                <a:ea typeface="+mn-lt"/>
                <a:cs typeface="+mn-lt"/>
              </a:rPr>
              <a:t> </a:t>
            </a:r>
            <a:r>
              <a:rPr lang="en-US" err="1">
                <a:solidFill>
                  <a:schemeClr val="bg2"/>
                </a:solidFill>
                <a:ea typeface="+mn-lt"/>
                <a:cs typeface="+mn-lt"/>
              </a:rPr>
              <a:t>szolgáltatás</a:t>
            </a:r>
            <a:r>
              <a:rPr lang="en-US">
                <a:solidFill>
                  <a:schemeClr val="bg2"/>
                </a:solidFill>
                <a:ea typeface="+mn-lt"/>
                <a:cs typeface="+mn-lt"/>
              </a:rPr>
              <a:t>: PayPal Sandbox </a:t>
            </a:r>
            <a:r>
              <a:rPr lang="en-US" err="1">
                <a:solidFill>
                  <a:schemeClr val="bg2"/>
                </a:solidFill>
                <a:ea typeface="+mn-lt"/>
                <a:cs typeface="+mn-lt"/>
              </a:rPr>
              <a:t>fizetés</a:t>
            </a:r>
            <a:endParaRPr lang="en-US">
              <a:solidFill>
                <a:schemeClr val="bg2"/>
              </a:solidFill>
            </a:endParaRPr>
          </a:p>
          <a:p>
            <a:endParaRPr lang="en-US">
              <a:solidFill>
                <a:schemeClr val="bg2"/>
              </a:solidFill>
            </a:endParaRPr>
          </a:p>
          <a:p>
            <a:r>
              <a:rPr lang="en-US" err="1">
                <a:solidFill>
                  <a:schemeClr val="bg2"/>
                </a:solidFill>
                <a:ea typeface="+mn-lt"/>
                <a:cs typeface="+mn-lt"/>
              </a:rPr>
              <a:t>Verziókezelés</a:t>
            </a:r>
            <a:r>
              <a:rPr lang="en-US">
                <a:solidFill>
                  <a:schemeClr val="bg2"/>
                </a:solidFill>
                <a:ea typeface="+mn-lt"/>
                <a:cs typeface="+mn-lt"/>
              </a:rPr>
              <a:t>: GitHub</a:t>
            </a:r>
            <a:endParaRPr lang="en-US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421261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2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1B6A6A-BEF4-FAFE-8B44-BEE0A1AB04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5150" y="241723"/>
            <a:ext cx="7335835" cy="1268984"/>
          </a:xfrm>
        </p:spPr>
        <p:txBody>
          <a:bodyPr/>
          <a:lstStyle/>
          <a:p>
            <a:r>
              <a:rPr lang="en-US" b="0" err="1">
                <a:solidFill>
                  <a:schemeClr val="bg2"/>
                </a:solidFill>
                <a:ea typeface="+mj-lt"/>
                <a:cs typeface="+mj-lt"/>
              </a:rPr>
              <a:t>Fájlstruktúra</a:t>
            </a:r>
            <a:r>
              <a:rPr lang="en-US" b="0">
                <a:solidFill>
                  <a:schemeClr val="bg2"/>
                </a:solidFill>
                <a:ea typeface="+mj-lt"/>
                <a:cs typeface="+mj-lt"/>
              </a:rPr>
              <a:t> </a:t>
            </a:r>
            <a:endParaRPr lang="en-US">
              <a:solidFill>
                <a:schemeClr val="bg2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41C0DF-3D4C-B553-1DA2-BEAB78DE33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5150" y="1091099"/>
            <a:ext cx="7335835" cy="5061711"/>
          </a:xfrm>
        </p:spPr>
        <p:txBody>
          <a:bodyPr vert="horz" lIns="91440" tIns="45720" rIns="91440" bIns="45720" rtlCol="0" anchor="t">
            <a:normAutofit fontScale="70000" lnSpcReduction="20000"/>
          </a:bodyPr>
          <a:lstStyle/>
          <a:p>
            <a:r>
              <a:rPr lang="en-US">
                <a:solidFill>
                  <a:schemeClr val="bg2"/>
                </a:solidFill>
                <a:ea typeface="+mn-lt"/>
                <a:cs typeface="+mn-lt"/>
              </a:rPr>
              <a:t>/</a:t>
            </a:r>
            <a:endParaRPr lang="en-US">
              <a:solidFill>
                <a:schemeClr val="bg2"/>
              </a:solidFill>
            </a:endParaRPr>
          </a:p>
          <a:p>
            <a:r>
              <a:rPr lang="en-US">
                <a:solidFill>
                  <a:schemeClr val="bg2"/>
                </a:solidFill>
                <a:ea typeface="+mn-lt"/>
                <a:cs typeface="+mn-lt"/>
              </a:rPr>
              <a:t>├── </a:t>
            </a:r>
            <a:r>
              <a:rPr lang="en-US" err="1">
                <a:solidFill>
                  <a:schemeClr val="bg2"/>
                </a:solidFill>
                <a:ea typeface="+mn-lt"/>
                <a:cs typeface="+mn-lt"/>
              </a:rPr>
              <a:t>config.php</a:t>
            </a:r>
            <a:r>
              <a:rPr lang="en-US">
                <a:solidFill>
                  <a:schemeClr val="bg2"/>
                </a:solidFill>
                <a:ea typeface="+mn-lt"/>
                <a:cs typeface="+mn-lt"/>
              </a:rPr>
              <a:t>          # </a:t>
            </a:r>
            <a:r>
              <a:rPr lang="en-US" err="1">
                <a:solidFill>
                  <a:schemeClr val="bg2"/>
                </a:solidFill>
                <a:ea typeface="+mn-lt"/>
                <a:cs typeface="+mn-lt"/>
              </a:rPr>
              <a:t>adatbázis</a:t>
            </a:r>
            <a:r>
              <a:rPr lang="en-US">
                <a:solidFill>
                  <a:schemeClr val="bg2"/>
                </a:solidFill>
                <a:ea typeface="+mn-lt"/>
                <a:cs typeface="+mn-lt"/>
              </a:rPr>
              <a:t> </a:t>
            </a:r>
            <a:r>
              <a:rPr lang="en-US" err="1">
                <a:solidFill>
                  <a:schemeClr val="bg2"/>
                </a:solidFill>
                <a:ea typeface="+mn-lt"/>
                <a:cs typeface="+mn-lt"/>
              </a:rPr>
              <a:t>kapcsolat</a:t>
            </a:r>
            <a:r>
              <a:rPr lang="en-US">
                <a:solidFill>
                  <a:schemeClr val="bg2"/>
                </a:solidFill>
                <a:ea typeface="+mn-lt"/>
                <a:cs typeface="+mn-lt"/>
              </a:rPr>
              <a:t>, session, </a:t>
            </a:r>
            <a:r>
              <a:rPr lang="en-US" err="1">
                <a:solidFill>
                  <a:schemeClr val="bg2"/>
                </a:solidFill>
                <a:ea typeface="+mn-lt"/>
                <a:cs typeface="+mn-lt"/>
              </a:rPr>
              <a:t>segédfüggvények</a:t>
            </a:r>
            <a:endParaRPr lang="en-US">
              <a:solidFill>
                <a:schemeClr val="bg2"/>
              </a:solidFill>
            </a:endParaRPr>
          </a:p>
          <a:p>
            <a:r>
              <a:rPr lang="en-US">
                <a:solidFill>
                  <a:schemeClr val="bg2"/>
                </a:solidFill>
                <a:ea typeface="+mn-lt"/>
                <a:cs typeface="+mn-lt"/>
              </a:rPr>
              <a:t>├── </a:t>
            </a:r>
            <a:r>
              <a:rPr lang="en-US" err="1">
                <a:solidFill>
                  <a:schemeClr val="bg2"/>
                </a:solidFill>
                <a:ea typeface="+mn-lt"/>
                <a:cs typeface="+mn-lt"/>
              </a:rPr>
              <a:t>index.php</a:t>
            </a:r>
            <a:r>
              <a:rPr lang="en-US">
                <a:solidFill>
                  <a:schemeClr val="bg2"/>
                </a:solidFill>
                <a:ea typeface="+mn-lt"/>
                <a:cs typeface="+mn-lt"/>
              </a:rPr>
              <a:t>           # </a:t>
            </a:r>
            <a:r>
              <a:rPr lang="en-US" err="1">
                <a:solidFill>
                  <a:schemeClr val="bg2"/>
                </a:solidFill>
                <a:ea typeface="+mn-lt"/>
                <a:cs typeface="+mn-lt"/>
              </a:rPr>
              <a:t>főoldal</a:t>
            </a:r>
            <a:r>
              <a:rPr lang="en-US">
                <a:solidFill>
                  <a:schemeClr val="bg2"/>
                </a:solidFill>
                <a:ea typeface="+mn-lt"/>
                <a:cs typeface="+mn-lt"/>
              </a:rPr>
              <a:t> </a:t>
            </a:r>
            <a:r>
              <a:rPr lang="en-US" err="1">
                <a:solidFill>
                  <a:schemeClr val="bg2"/>
                </a:solidFill>
                <a:ea typeface="+mn-lt"/>
                <a:cs typeface="+mn-lt"/>
              </a:rPr>
              <a:t>szűrőkkel</a:t>
            </a:r>
            <a:r>
              <a:rPr lang="en-US">
                <a:solidFill>
                  <a:schemeClr val="bg2"/>
                </a:solidFill>
                <a:ea typeface="+mn-lt"/>
                <a:cs typeface="+mn-lt"/>
              </a:rPr>
              <a:t>, </a:t>
            </a:r>
            <a:r>
              <a:rPr lang="en-US" err="1">
                <a:solidFill>
                  <a:schemeClr val="bg2"/>
                </a:solidFill>
                <a:ea typeface="+mn-lt"/>
                <a:cs typeface="+mn-lt"/>
              </a:rPr>
              <a:t>lapozással</a:t>
            </a:r>
            <a:endParaRPr lang="en-US">
              <a:solidFill>
                <a:schemeClr val="bg2"/>
              </a:solidFill>
            </a:endParaRPr>
          </a:p>
          <a:p>
            <a:r>
              <a:rPr lang="en-US">
                <a:solidFill>
                  <a:schemeClr val="bg2"/>
                </a:solidFill>
                <a:ea typeface="+mn-lt"/>
                <a:cs typeface="+mn-lt"/>
              </a:rPr>
              <a:t>├── </a:t>
            </a:r>
            <a:r>
              <a:rPr lang="en-US" err="1">
                <a:solidFill>
                  <a:schemeClr val="bg2"/>
                </a:solidFill>
                <a:ea typeface="+mn-lt"/>
                <a:cs typeface="+mn-lt"/>
              </a:rPr>
              <a:t>shoe.php</a:t>
            </a:r>
            <a:r>
              <a:rPr lang="en-US">
                <a:solidFill>
                  <a:schemeClr val="bg2"/>
                </a:solidFill>
                <a:ea typeface="+mn-lt"/>
                <a:cs typeface="+mn-lt"/>
              </a:rPr>
              <a:t>            # </a:t>
            </a:r>
            <a:r>
              <a:rPr lang="en-US" err="1">
                <a:solidFill>
                  <a:schemeClr val="bg2"/>
                </a:solidFill>
                <a:ea typeface="+mn-lt"/>
                <a:cs typeface="+mn-lt"/>
              </a:rPr>
              <a:t>termék</a:t>
            </a:r>
            <a:r>
              <a:rPr lang="en-US">
                <a:solidFill>
                  <a:schemeClr val="bg2"/>
                </a:solidFill>
                <a:ea typeface="+mn-lt"/>
                <a:cs typeface="+mn-lt"/>
              </a:rPr>
              <a:t> </a:t>
            </a:r>
            <a:r>
              <a:rPr lang="en-US" err="1">
                <a:solidFill>
                  <a:schemeClr val="bg2"/>
                </a:solidFill>
                <a:ea typeface="+mn-lt"/>
                <a:cs typeface="+mn-lt"/>
              </a:rPr>
              <a:t>részletes</a:t>
            </a:r>
            <a:r>
              <a:rPr lang="en-US">
                <a:solidFill>
                  <a:schemeClr val="bg2"/>
                </a:solidFill>
                <a:ea typeface="+mn-lt"/>
                <a:cs typeface="+mn-lt"/>
              </a:rPr>
              <a:t> </a:t>
            </a:r>
            <a:r>
              <a:rPr lang="en-US" err="1">
                <a:solidFill>
                  <a:schemeClr val="bg2"/>
                </a:solidFill>
                <a:ea typeface="+mn-lt"/>
                <a:cs typeface="+mn-lt"/>
              </a:rPr>
              <a:t>oldal</a:t>
            </a:r>
            <a:r>
              <a:rPr lang="en-US">
                <a:solidFill>
                  <a:schemeClr val="bg2"/>
                </a:solidFill>
                <a:ea typeface="+mn-lt"/>
                <a:cs typeface="+mn-lt"/>
              </a:rPr>
              <a:t>, </a:t>
            </a:r>
            <a:r>
              <a:rPr lang="en-US" err="1">
                <a:solidFill>
                  <a:schemeClr val="bg2"/>
                </a:solidFill>
                <a:ea typeface="+mn-lt"/>
                <a:cs typeface="+mn-lt"/>
              </a:rPr>
              <a:t>kommentekkel</a:t>
            </a:r>
            <a:endParaRPr lang="en-US">
              <a:solidFill>
                <a:schemeClr val="bg2"/>
              </a:solidFill>
            </a:endParaRPr>
          </a:p>
          <a:p>
            <a:r>
              <a:rPr lang="en-US">
                <a:solidFill>
                  <a:schemeClr val="bg2"/>
                </a:solidFill>
                <a:ea typeface="+mn-lt"/>
                <a:cs typeface="+mn-lt"/>
              </a:rPr>
              <a:t>├── </a:t>
            </a:r>
            <a:r>
              <a:rPr lang="en-US" err="1">
                <a:solidFill>
                  <a:schemeClr val="bg2"/>
                </a:solidFill>
                <a:ea typeface="+mn-lt"/>
                <a:cs typeface="+mn-lt"/>
              </a:rPr>
              <a:t>cart.php</a:t>
            </a:r>
            <a:r>
              <a:rPr lang="en-US">
                <a:solidFill>
                  <a:schemeClr val="bg2"/>
                </a:solidFill>
                <a:ea typeface="+mn-lt"/>
                <a:cs typeface="+mn-lt"/>
              </a:rPr>
              <a:t>            # </a:t>
            </a:r>
            <a:r>
              <a:rPr lang="en-US" err="1">
                <a:solidFill>
                  <a:schemeClr val="bg2"/>
                </a:solidFill>
                <a:ea typeface="+mn-lt"/>
                <a:cs typeface="+mn-lt"/>
              </a:rPr>
              <a:t>kosár</a:t>
            </a:r>
            <a:r>
              <a:rPr lang="en-US">
                <a:solidFill>
                  <a:schemeClr val="bg2"/>
                </a:solidFill>
                <a:ea typeface="+mn-lt"/>
                <a:cs typeface="+mn-lt"/>
              </a:rPr>
              <a:t> </a:t>
            </a:r>
            <a:r>
              <a:rPr lang="en-US" err="1">
                <a:solidFill>
                  <a:schemeClr val="bg2"/>
                </a:solidFill>
                <a:ea typeface="+mn-lt"/>
                <a:cs typeface="+mn-lt"/>
              </a:rPr>
              <a:t>kezelése</a:t>
            </a:r>
            <a:endParaRPr lang="en-US">
              <a:solidFill>
                <a:schemeClr val="bg2"/>
              </a:solidFill>
            </a:endParaRPr>
          </a:p>
          <a:p>
            <a:r>
              <a:rPr lang="en-US">
                <a:solidFill>
                  <a:schemeClr val="bg2"/>
                </a:solidFill>
                <a:ea typeface="+mn-lt"/>
                <a:cs typeface="+mn-lt"/>
              </a:rPr>
              <a:t>├── </a:t>
            </a:r>
            <a:r>
              <a:rPr lang="en-US" err="1">
                <a:solidFill>
                  <a:schemeClr val="bg2"/>
                </a:solidFill>
                <a:ea typeface="+mn-lt"/>
                <a:cs typeface="+mn-lt"/>
              </a:rPr>
              <a:t>checkout.php</a:t>
            </a:r>
            <a:r>
              <a:rPr lang="en-US">
                <a:solidFill>
                  <a:schemeClr val="bg2"/>
                </a:solidFill>
                <a:ea typeface="+mn-lt"/>
                <a:cs typeface="+mn-lt"/>
              </a:rPr>
              <a:t>        # </a:t>
            </a:r>
            <a:r>
              <a:rPr lang="en-US" err="1">
                <a:solidFill>
                  <a:schemeClr val="bg2"/>
                </a:solidFill>
                <a:ea typeface="+mn-lt"/>
                <a:cs typeface="+mn-lt"/>
              </a:rPr>
              <a:t>szállítási</a:t>
            </a:r>
            <a:r>
              <a:rPr lang="en-US">
                <a:solidFill>
                  <a:schemeClr val="bg2"/>
                </a:solidFill>
                <a:ea typeface="+mn-lt"/>
                <a:cs typeface="+mn-lt"/>
              </a:rPr>
              <a:t> </a:t>
            </a:r>
            <a:r>
              <a:rPr lang="en-US" err="1">
                <a:solidFill>
                  <a:schemeClr val="bg2"/>
                </a:solidFill>
                <a:ea typeface="+mn-lt"/>
                <a:cs typeface="+mn-lt"/>
              </a:rPr>
              <a:t>adatok</a:t>
            </a:r>
            <a:r>
              <a:rPr lang="en-US">
                <a:solidFill>
                  <a:schemeClr val="bg2"/>
                </a:solidFill>
                <a:ea typeface="+mn-lt"/>
                <a:cs typeface="+mn-lt"/>
              </a:rPr>
              <a:t> </a:t>
            </a:r>
            <a:r>
              <a:rPr lang="en-US" err="1">
                <a:solidFill>
                  <a:schemeClr val="bg2"/>
                </a:solidFill>
                <a:ea typeface="+mn-lt"/>
                <a:cs typeface="+mn-lt"/>
              </a:rPr>
              <a:t>felvitele</a:t>
            </a:r>
            <a:endParaRPr lang="en-US">
              <a:solidFill>
                <a:schemeClr val="bg2"/>
              </a:solidFill>
            </a:endParaRPr>
          </a:p>
          <a:p>
            <a:r>
              <a:rPr lang="en-US">
                <a:solidFill>
                  <a:schemeClr val="bg2"/>
                </a:solidFill>
                <a:ea typeface="+mn-lt"/>
                <a:cs typeface="+mn-lt"/>
              </a:rPr>
              <a:t>├── </a:t>
            </a:r>
            <a:r>
              <a:rPr lang="en-US" err="1">
                <a:solidFill>
                  <a:schemeClr val="bg2"/>
                </a:solidFill>
                <a:ea typeface="+mn-lt"/>
                <a:cs typeface="+mn-lt"/>
              </a:rPr>
              <a:t>paypal_checkout.php</a:t>
            </a:r>
            <a:r>
              <a:rPr lang="en-US">
                <a:solidFill>
                  <a:schemeClr val="bg2"/>
                </a:solidFill>
                <a:ea typeface="+mn-lt"/>
                <a:cs typeface="+mn-lt"/>
              </a:rPr>
              <a:t> # PayPal </a:t>
            </a:r>
            <a:r>
              <a:rPr lang="en-US" err="1">
                <a:solidFill>
                  <a:schemeClr val="bg2"/>
                </a:solidFill>
                <a:ea typeface="+mn-lt"/>
                <a:cs typeface="+mn-lt"/>
              </a:rPr>
              <a:t>fizetés</a:t>
            </a:r>
            <a:r>
              <a:rPr lang="en-US">
                <a:solidFill>
                  <a:schemeClr val="bg2"/>
                </a:solidFill>
                <a:ea typeface="+mn-lt"/>
                <a:cs typeface="+mn-lt"/>
              </a:rPr>
              <a:t> </a:t>
            </a:r>
            <a:r>
              <a:rPr lang="en-US" err="1">
                <a:solidFill>
                  <a:schemeClr val="bg2"/>
                </a:solidFill>
                <a:ea typeface="+mn-lt"/>
                <a:cs typeface="+mn-lt"/>
              </a:rPr>
              <a:t>indítása</a:t>
            </a:r>
            <a:endParaRPr lang="en-US">
              <a:solidFill>
                <a:schemeClr val="bg2"/>
              </a:solidFill>
            </a:endParaRPr>
          </a:p>
          <a:p>
            <a:r>
              <a:rPr lang="en-US">
                <a:solidFill>
                  <a:schemeClr val="bg2"/>
                </a:solidFill>
                <a:ea typeface="+mn-lt"/>
                <a:cs typeface="+mn-lt"/>
              </a:rPr>
              <a:t>├── </a:t>
            </a:r>
            <a:r>
              <a:rPr lang="en-US" err="1">
                <a:solidFill>
                  <a:schemeClr val="bg2"/>
                </a:solidFill>
                <a:ea typeface="+mn-lt"/>
                <a:cs typeface="+mn-lt"/>
              </a:rPr>
              <a:t>payment_success.php</a:t>
            </a:r>
            <a:r>
              <a:rPr lang="en-US">
                <a:solidFill>
                  <a:schemeClr val="bg2"/>
                </a:solidFill>
                <a:ea typeface="+mn-lt"/>
                <a:cs typeface="+mn-lt"/>
              </a:rPr>
              <a:t> / </a:t>
            </a:r>
            <a:r>
              <a:rPr lang="en-US" err="1">
                <a:solidFill>
                  <a:schemeClr val="bg2"/>
                </a:solidFill>
                <a:ea typeface="+mn-lt"/>
                <a:cs typeface="+mn-lt"/>
              </a:rPr>
              <a:t>payment_cancel.php</a:t>
            </a:r>
            <a:endParaRPr lang="en-US">
              <a:solidFill>
                <a:schemeClr val="bg2"/>
              </a:solidFill>
            </a:endParaRPr>
          </a:p>
          <a:p>
            <a:r>
              <a:rPr lang="en-US">
                <a:solidFill>
                  <a:schemeClr val="bg2"/>
                </a:solidFill>
                <a:ea typeface="+mn-lt"/>
                <a:cs typeface="+mn-lt"/>
              </a:rPr>
              <a:t>├── </a:t>
            </a:r>
            <a:r>
              <a:rPr lang="en-US" err="1">
                <a:solidFill>
                  <a:schemeClr val="bg2"/>
                </a:solidFill>
                <a:ea typeface="+mn-lt"/>
                <a:cs typeface="+mn-lt"/>
              </a:rPr>
              <a:t>admin.php</a:t>
            </a:r>
            <a:r>
              <a:rPr lang="en-US">
                <a:solidFill>
                  <a:schemeClr val="bg2"/>
                </a:solidFill>
                <a:ea typeface="+mn-lt"/>
                <a:cs typeface="+mn-lt"/>
              </a:rPr>
              <a:t>           # admin </a:t>
            </a:r>
            <a:r>
              <a:rPr lang="en-US" err="1">
                <a:solidFill>
                  <a:schemeClr val="bg2"/>
                </a:solidFill>
                <a:ea typeface="+mn-lt"/>
                <a:cs typeface="+mn-lt"/>
              </a:rPr>
              <a:t>felület</a:t>
            </a:r>
            <a:r>
              <a:rPr lang="en-US">
                <a:solidFill>
                  <a:schemeClr val="bg2"/>
                </a:solidFill>
                <a:ea typeface="+mn-lt"/>
                <a:cs typeface="+mn-lt"/>
              </a:rPr>
              <a:t> (4 </a:t>
            </a:r>
            <a:r>
              <a:rPr lang="en-US" err="1">
                <a:solidFill>
                  <a:schemeClr val="bg2"/>
                </a:solidFill>
                <a:ea typeface="+mn-lt"/>
                <a:cs typeface="+mn-lt"/>
              </a:rPr>
              <a:t>fül</a:t>
            </a:r>
            <a:r>
              <a:rPr lang="en-US">
                <a:solidFill>
                  <a:schemeClr val="bg2"/>
                </a:solidFill>
                <a:ea typeface="+mn-lt"/>
                <a:cs typeface="+mn-lt"/>
              </a:rPr>
              <a:t>)</a:t>
            </a:r>
            <a:endParaRPr lang="en-US">
              <a:solidFill>
                <a:schemeClr val="bg2"/>
              </a:solidFill>
            </a:endParaRPr>
          </a:p>
          <a:p>
            <a:r>
              <a:rPr lang="en-US">
                <a:solidFill>
                  <a:schemeClr val="bg2"/>
                </a:solidFill>
                <a:ea typeface="+mn-lt"/>
                <a:cs typeface="+mn-lt"/>
              </a:rPr>
              <a:t>├── </a:t>
            </a:r>
            <a:r>
              <a:rPr lang="en-US" err="1">
                <a:solidFill>
                  <a:schemeClr val="bg2"/>
                </a:solidFill>
                <a:ea typeface="+mn-lt"/>
                <a:cs typeface="+mn-lt"/>
              </a:rPr>
              <a:t>login.php</a:t>
            </a:r>
            <a:r>
              <a:rPr lang="en-US">
                <a:solidFill>
                  <a:schemeClr val="bg2"/>
                </a:solidFill>
                <a:ea typeface="+mn-lt"/>
                <a:cs typeface="+mn-lt"/>
              </a:rPr>
              <a:t> / </a:t>
            </a:r>
            <a:r>
              <a:rPr lang="en-US" err="1">
                <a:solidFill>
                  <a:schemeClr val="bg2"/>
                </a:solidFill>
                <a:ea typeface="+mn-lt"/>
                <a:cs typeface="+mn-lt"/>
              </a:rPr>
              <a:t>register.php</a:t>
            </a:r>
            <a:r>
              <a:rPr lang="en-US">
                <a:solidFill>
                  <a:schemeClr val="bg2"/>
                </a:solidFill>
                <a:ea typeface="+mn-lt"/>
                <a:cs typeface="+mn-lt"/>
              </a:rPr>
              <a:t> / </a:t>
            </a:r>
            <a:r>
              <a:rPr lang="en-US" err="1">
                <a:solidFill>
                  <a:schemeClr val="bg2"/>
                </a:solidFill>
                <a:ea typeface="+mn-lt"/>
                <a:cs typeface="+mn-lt"/>
              </a:rPr>
              <a:t>logout.php</a:t>
            </a:r>
            <a:endParaRPr lang="en-US">
              <a:solidFill>
                <a:schemeClr val="bg2"/>
              </a:solidFill>
            </a:endParaRPr>
          </a:p>
          <a:p>
            <a:r>
              <a:rPr lang="en-US">
                <a:solidFill>
                  <a:schemeClr val="bg2"/>
                </a:solidFill>
                <a:ea typeface="+mn-lt"/>
                <a:cs typeface="+mn-lt"/>
              </a:rPr>
              <a:t>├── </a:t>
            </a:r>
            <a:r>
              <a:rPr lang="en-US" err="1">
                <a:solidFill>
                  <a:schemeClr val="bg2"/>
                </a:solidFill>
                <a:ea typeface="+mn-lt"/>
                <a:cs typeface="+mn-lt"/>
              </a:rPr>
              <a:t>docs.php</a:t>
            </a:r>
            <a:r>
              <a:rPr lang="en-US">
                <a:solidFill>
                  <a:schemeClr val="bg2"/>
                </a:solidFill>
                <a:ea typeface="+mn-lt"/>
                <a:cs typeface="+mn-lt"/>
              </a:rPr>
              <a:t>            # </a:t>
            </a:r>
            <a:r>
              <a:rPr lang="en-US" err="1">
                <a:solidFill>
                  <a:schemeClr val="bg2"/>
                </a:solidFill>
                <a:ea typeface="+mn-lt"/>
                <a:cs typeface="+mn-lt"/>
              </a:rPr>
              <a:t>dokumentációk</a:t>
            </a:r>
            <a:r>
              <a:rPr lang="en-US">
                <a:solidFill>
                  <a:schemeClr val="bg2"/>
                </a:solidFill>
                <a:ea typeface="+mn-lt"/>
                <a:cs typeface="+mn-lt"/>
              </a:rPr>
              <a:t> </a:t>
            </a:r>
            <a:r>
              <a:rPr lang="en-US" err="1">
                <a:solidFill>
                  <a:schemeClr val="bg2"/>
                </a:solidFill>
                <a:ea typeface="+mn-lt"/>
                <a:cs typeface="+mn-lt"/>
              </a:rPr>
              <a:t>gyűjtőoldala</a:t>
            </a:r>
            <a:endParaRPr lang="en-US">
              <a:solidFill>
                <a:schemeClr val="bg2"/>
              </a:solidFill>
            </a:endParaRPr>
          </a:p>
          <a:p>
            <a:r>
              <a:rPr lang="en-US">
                <a:solidFill>
                  <a:schemeClr val="bg2"/>
                </a:solidFill>
                <a:ea typeface="+mn-lt"/>
                <a:cs typeface="+mn-lt"/>
              </a:rPr>
              <a:t>├── script.js / style.css</a:t>
            </a:r>
            <a:endParaRPr lang="en-US">
              <a:solidFill>
                <a:schemeClr val="bg2"/>
              </a:solidFill>
            </a:endParaRPr>
          </a:p>
          <a:p>
            <a:r>
              <a:rPr lang="en-US">
                <a:solidFill>
                  <a:schemeClr val="bg2"/>
                </a:solidFill>
                <a:ea typeface="+mn-lt"/>
                <a:cs typeface="+mn-lt"/>
              </a:rPr>
              <a:t>├── </a:t>
            </a:r>
            <a:r>
              <a:rPr lang="en-US" err="1">
                <a:solidFill>
                  <a:schemeClr val="bg2"/>
                </a:solidFill>
                <a:ea typeface="+mn-lt"/>
                <a:cs typeface="+mn-lt"/>
              </a:rPr>
              <a:t>live_search.php</a:t>
            </a:r>
            <a:r>
              <a:rPr lang="en-US">
                <a:solidFill>
                  <a:schemeClr val="bg2"/>
                </a:solidFill>
                <a:ea typeface="+mn-lt"/>
                <a:cs typeface="+mn-lt"/>
              </a:rPr>
              <a:t>, </a:t>
            </a:r>
            <a:r>
              <a:rPr lang="en-US" err="1">
                <a:solidFill>
                  <a:schemeClr val="bg2"/>
                </a:solidFill>
                <a:ea typeface="+mn-lt"/>
                <a:cs typeface="+mn-lt"/>
              </a:rPr>
              <a:t>filter_products.php</a:t>
            </a:r>
            <a:r>
              <a:rPr lang="en-US">
                <a:solidFill>
                  <a:schemeClr val="bg2"/>
                </a:solidFill>
                <a:ea typeface="+mn-lt"/>
                <a:cs typeface="+mn-lt"/>
              </a:rPr>
              <a:t>, </a:t>
            </a:r>
            <a:r>
              <a:rPr lang="en-US" err="1">
                <a:solidFill>
                  <a:schemeClr val="bg2"/>
                </a:solidFill>
                <a:ea typeface="+mn-lt"/>
                <a:cs typeface="+mn-lt"/>
              </a:rPr>
              <a:t>update_cart.php</a:t>
            </a:r>
            <a:r>
              <a:rPr lang="en-US">
                <a:solidFill>
                  <a:schemeClr val="bg2"/>
                </a:solidFill>
                <a:ea typeface="+mn-lt"/>
                <a:cs typeface="+mn-lt"/>
              </a:rPr>
              <a:t> …</a:t>
            </a:r>
            <a:endParaRPr lang="en-US">
              <a:solidFill>
                <a:schemeClr val="bg2"/>
              </a:solidFill>
            </a:endParaRPr>
          </a:p>
          <a:p>
            <a:r>
              <a:rPr lang="en-US">
                <a:solidFill>
                  <a:schemeClr val="bg2"/>
                </a:solidFill>
                <a:ea typeface="+mn-lt"/>
                <a:cs typeface="+mn-lt"/>
              </a:rPr>
              <a:t>└── </a:t>
            </a:r>
            <a:r>
              <a:rPr lang="en-US" err="1">
                <a:solidFill>
                  <a:schemeClr val="bg2"/>
                </a:solidFill>
                <a:ea typeface="+mn-lt"/>
                <a:cs typeface="+mn-lt"/>
              </a:rPr>
              <a:t>cipobazar.sql</a:t>
            </a:r>
            <a:r>
              <a:rPr lang="en-US">
                <a:solidFill>
                  <a:schemeClr val="bg2"/>
                </a:solidFill>
                <a:ea typeface="+mn-lt"/>
                <a:cs typeface="+mn-lt"/>
              </a:rPr>
              <a:t>       # </a:t>
            </a:r>
            <a:r>
              <a:rPr lang="en-US" err="1">
                <a:solidFill>
                  <a:schemeClr val="bg2"/>
                </a:solidFill>
                <a:ea typeface="+mn-lt"/>
                <a:cs typeface="+mn-lt"/>
              </a:rPr>
              <a:t>adatbázis</a:t>
            </a:r>
            <a:r>
              <a:rPr lang="en-US">
                <a:solidFill>
                  <a:schemeClr val="bg2"/>
                </a:solidFill>
                <a:ea typeface="+mn-lt"/>
                <a:cs typeface="+mn-lt"/>
              </a:rPr>
              <a:t> </a:t>
            </a:r>
            <a:r>
              <a:rPr lang="en-US" err="1">
                <a:solidFill>
                  <a:schemeClr val="bg2"/>
                </a:solidFill>
                <a:ea typeface="+mn-lt"/>
                <a:cs typeface="+mn-lt"/>
              </a:rPr>
              <a:t>séma</a:t>
            </a:r>
            <a:r>
              <a:rPr lang="en-US">
                <a:solidFill>
                  <a:schemeClr val="bg2"/>
                </a:solidFill>
                <a:ea typeface="+mn-lt"/>
                <a:cs typeface="+mn-lt"/>
              </a:rPr>
              <a:t> </a:t>
            </a:r>
            <a:r>
              <a:rPr lang="en-US" err="1">
                <a:solidFill>
                  <a:schemeClr val="bg2"/>
                </a:solidFill>
                <a:ea typeface="+mn-lt"/>
                <a:cs typeface="+mn-lt"/>
              </a:rPr>
              <a:t>és</a:t>
            </a:r>
            <a:r>
              <a:rPr lang="en-US">
                <a:solidFill>
                  <a:schemeClr val="bg2"/>
                </a:solidFill>
                <a:ea typeface="+mn-lt"/>
                <a:cs typeface="+mn-lt"/>
              </a:rPr>
              <a:t> </a:t>
            </a:r>
            <a:r>
              <a:rPr lang="en-US" err="1">
                <a:solidFill>
                  <a:schemeClr val="bg2"/>
                </a:solidFill>
                <a:ea typeface="+mn-lt"/>
                <a:cs typeface="+mn-lt"/>
              </a:rPr>
              <a:t>mintaadatok</a:t>
            </a:r>
            <a:endParaRPr lang="en-US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945768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2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61F6AB-34C9-4CAF-F848-42FBAF5A0F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5150" y="326390"/>
            <a:ext cx="7335835" cy="835068"/>
          </a:xfrm>
        </p:spPr>
        <p:txBody>
          <a:bodyPr>
            <a:normAutofit/>
          </a:bodyPr>
          <a:lstStyle/>
          <a:p>
            <a:r>
              <a:rPr lang="en-US" b="0">
                <a:solidFill>
                  <a:schemeClr val="bg2"/>
                </a:solidFill>
                <a:ea typeface="+mj-lt"/>
                <a:cs typeface="+mj-lt"/>
              </a:rPr>
              <a:t>A </a:t>
            </a:r>
            <a:r>
              <a:rPr lang="en-US" b="0" err="1">
                <a:solidFill>
                  <a:schemeClr val="bg2"/>
                </a:solidFill>
                <a:ea typeface="+mj-lt"/>
                <a:cs typeface="+mj-lt"/>
              </a:rPr>
              <a:t>központi</a:t>
            </a:r>
            <a:r>
              <a:rPr lang="en-US" b="0">
                <a:solidFill>
                  <a:schemeClr val="bg2"/>
                </a:solidFill>
                <a:ea typeface="+mj-lt"/>
                <a:cs typeface="+mj-lt"/>
              </a:rPr>
              <a:t> </a:t>
            </a:r>
            <a:r>
              <a:rPr lang="en-US" b="0" err="1">
                <a:solidFill>
                  <a:schemeClr val="bg2"/>
                </a:solidFill>
                <a:ea typeface="+mj-lt"/>
                <a:cs typeface="+mj-lt"/>
              </a:rPr>
              <a:t>vezérlő</a:t>
            </a:r>
            <a:r>
              <a:rPr lang="en-US" b="0">
                <a:solidFill>
                  <a:schemeClr val="bg2"/>
                </a:solidFill>
                <a:ea typeface="+mj-lt"/>
                <a:cs typeface="+mj-lt"/>
              </a:rPr>
              <a:t> </a:t>
            </a:r>
            <a:endParaRPr lang="en-US">
              <a:solidFill>
                <a:schemeClr val="bg2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328B26-C802-FC1C-B1A8-96B6BA794C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5150" y="1166657"/>
            <a:ext cx="7335835" cy="4862903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z="1600">
                <a:solidFill>
                  <a:schemeClr val="bg2"/>
                </a:solidFill>
                <a:ea typeface="+mn-lt"/>
                <a:cs typeface="+mn-lt"/>
              </a:rPr>
              <a:t>Session </a:t>
            </a:r>
            <a:r>
              <a:rPr lang="en-US" sz="1600" err="1">
                <a:solidFill>
                  <a:schemeClr val="bg2"/>
                </a:solidFill>
                <a:ea typeface="+mn-lt"/>
                <a:cs typeface="+mn-lt"/>
              </a:rPr>
              <a:t>indítása</a:t>
            </a:r>
            <a:r>
              <a:rPr lang="en-US" sz="1600">
                <a:solidFill>
                  <a:schemeClr val="bg2"/>
                </a:solidFill>
                <a:ea typeface="+mn-lt"/>
                <a:cs typeface="+mn-lt"/>
              </a:rPr>
              <a:t> (</a:t>
            </a:r>
            <a:r>
              <a:rPr lang="en-US" sz="1600" err="1">
                <a:solidFill>
                  <a:schemeClr val="bg2"/>
                </a:solidFill>
                <a:ea typeface="+mn-lt"/>
                <a:cs typeface="+mn-lt"/>
              </a:rPr>
              <a:t>session_start</a:t>
            </a:r>
            <a:r>
              <a:rPr lang="en-US" sz="1600">
                <a:solidFill>
                  <a:schemeClr val="bg2"/>
                </a:solidFill>
                <a:ea typeface="+mn-lt"/>
                <a:cs typeface="+mn-lt"/>
              </a:rPr>
              <a:t>())</a:t>
            </a:r>
            <a:endParaRPr lang="en-US" sz="1600">
              <a:solidFill>
                <a:schemeClr val="bg2"/>
              </a:solidFill>
            </a:endParaRPr>
          </a:p>
          <a:p>
            <a:endParaRPr lang="en-US" sz="1600">
              <a:solidFill>
                <a:schemeClr val="bg2"/>
              </a:solidFill>
              <a:ea typeface="+mn-lt"/>
              <a:cs typeface="+mn-lt"/>
            </a:endParaRPr>
          </a:p>
          <a:p>
            <a:r>
              <a:rPr lang="en-US" sz="1600">
                <a:solidFill>
                  <a:schemeClr val="bg2"/>
                </a:solidFill>
                <a:ea typeface="+mn-lt"/>
                <a:cs typeface="+mn-lt"/>
              </a:rPr>
              <a:t>PDO </a:t>
            </a:r>
            <a:r>
              <a:rPr lang="en-US" sz="1600" err="1">
                <a:solidFill>
                  <a:schemeClr val="bg2"/>
                </a:solidFill>
                <a:ea typeface="+mn-lt"/>
                <a:cs typeface="+mn-lt"/>
              </a:rPr>
              <a:t>adatbázis</a:t>
            </a:r>
            <a:r>
              <a:rPr lang="en-US" sz="1600">
                <a:solidFill>
                  <a:schemeClr val="bg2"/>
                </a:solidFill>
                <a:ea typeface="+mn-lt"/>
                <a:cs typeface="+mn-lt"/>
              </a:rPr>
              <a:t> </a:t>
            </a:r>
            <a:r>
              <a:rPr lang="en-US" sz="1600" err="1">
                <a:solidFill>
                  <a:schemeClr val="bg2"/>
                </a:solidFill>
                <a:ea typeface="+mn-lt"/>
                <a:cs typeface="+mn-lt"/>
              </a:rPr>
              <a:t>kapcsolat</a:t>
            </a:r>
            <a:r>
              <a:rPr lang="en-US" sz="1600">
                <a:solidFill>
                  <a:schemeClr val="bg2"/>
                </a:solidFill>
                <a:ea typeface="+mn-lt"/>
                <a:cs typeface="+mn-lt"/>
              </a:rPr>
              <a:t> </a:t>
            </a:r>
            <a:r>
              <a:rPr lang="en-US" sz="1600" err="1">
                <a:solidFill>
                  <a:schemeClr val="bg2"/>
                </a:solidFill>
                <a:ea typeface="+mn-lt"/>
                <a:cs typeface="+mn-lt"/>
              </a:rPr>
              <a:t>felépítése</a:t>
            </a:r>
            <a:r>
              <a:rPr lang="en-US" sz="1600">
                <a:solidFill>
                  <a:schemeClr val="bg2"/>
                </a:solidFill>
                <a:ea typeface="+mn-lt"/>
                <a:cs typeface="+mn-lt"/>
              </a:rPr>
              <a:t> (localhost, </a:t>
            </a:r>
            <a:r>
              <a:rPr lang="en-US" sz="1600" err="1">
                <a:solidFill>
                  <a:schemeClr val="bg2"/>
                </a:solidFill>
                <a:ea typeface="+mn-lt"/>
                <a:cs typeface="+mn-lt"/>
              </a:rPr>
              <a:t>cipobazar</a:t>
            </a:r>
            <a:r>
              <a:rPr lang="en-US" sz="1600">
                <a:solidFill>
                  <a:schemeClr val="bg2"/>
                </a:solidFill>
                <a:ea typeface="+mn-lt"/>
                <a:cs typeface="+mn-lt"/>
              </a:rPr>
              <a:t>)</a:t>
            </a:r>
            <a:endParaRPr lang="en-US" sz="1600">
              <a:solidFill>
                <a:schemeClr val="bg2"/>
              </a:solidFill>
            </a:endParaRPr>
          </a:p>
          <a:p>
            <a:endParaRPr lang="en-US" sz="1600">
              <a:solidFill>
                <a:schemeClr val="bg2"/>
              </a:solidFill>
            </a:endParaRPr>
          </a:p>
          <a:p>
            <a:r>
              <a:rPr lang="en-US" sz="1600" err="1">
                <a:solidFill>
                  <a:schemeClr val="bg2"/>
                </a:solidFill>
                <a:ea typeface="+mn-lt"/>
                <a:cs typeface="+mn-lt"/>
              </a:rPr>
              <a:t>Segédfüggvények</a:t>
            </a:r>
            <a:r>
              <a:rPr lang="en-US" sz="1600">
                <a:solidFill>
                  <a:schemeClr val="bg2"/>
                </a:solidFill>
                <a:ea typeface="+mn-lt"/>
                <a:cs typeface="+mn-lt"/>
              </a:rPr>
              <a:t>:</a:t>
            </a:r>
            <a:endParaRPr lang="en-US" sz="1600">
              <a:solidFill>
                <a:schemeClr val="bg2"/>
              </a:solidFill>
            </a:endParaRPr>
          </a:p>
          <a:p>
            <a:endParaRPr lang="en-US" sz="1600">
              <a:solidFill>
                <a:schemeClr val="bg2"/>
              </a:solidFill>
            </a:endParaRPr>
          </a:p>
          <a:p>
            <a:r>
              <a:rPr lang="en-US" sz="1600" err="1">
                <a:solidFill>
                  <a:schemeClr val="bg2"/>
                </a:solidFill>
                <a:ea typeface="+mn-lt"/>
                <a:cs typeface="+mn-lt"/>
              </a:rPr>
              <a:t>getSessionId</a:t>
            </a:r>
            <a:r>
              <a:rPr lang="en-US" sz="1600">
                <a:solidFill>
                  <a:schemeClr val="bg2"/>
                </a:solidFill>
                <a:ea typeface="+mn-lt"/>
                <a:cs typeface="+mn-lt"/>
              </a:rPr>
              <a:t>() – </a:t>
            </a:r>
            <a:r>
              <a:rPr lang="en-US" sz="1600" err="1">
                <a:solidFill>
                  <a:schemeClr val="bg2"/>
                </a:solidFill>
                <a:ea typeface="+mn-lt"/>
                <a:cs typeface="+mn-lt"/>
              </a:rPr>
              <a:t>vendég</a:t>
            </a:r>
            <a:r>
              <a:rPr lang="en-US" sz="1600">
                <a:solidFill>
                  <a:schemeClr val="bg2"/>
                </a:solidFill>
                <a:ea typeface="+mn-lt"/>
                <a:cs typeface="+mn-lt"/>
              </a:rPr>
              <a:t> </a:t>
            </a:r>
            <a:r>
              <a:rPr lang="en-US" sz="1600" err="1">
                <a:solidFill>
                  <a:schemeClr val="bg2"/>
                </a:solidFill>
                <a:ea typeface="+mn-lt"/>
                <a:cs typeface="+mn-lt"/>
              </a:rPr>
              <a:t>kosár</a:t>
            </a:r>
            <a:r>
              <a:rPr lang="en-US" sz="1600">
                <a:solidFill>
                  <a:schemeClr val="bg2"/>
                </a:solidFill>
                <a:ea typeface="+mn-lt"/>
                <a:cs typeface="+mn-lt"/>
              </a:rPr>
              <a:t> </a:t>
            </a:r>
            <a:r>
              <a:rPr lang="en-US" sz="1600" err="1">
                <a:solidFill>
                  <a:schemeClr val="bg2"/>
                </a:solidFill>
                <a:ea typeface="+mn-lt"/>
                <a:cs typeface="+mn-lt"/>
              </a:rPr>
              <a:t>azonosító</a:t>
            </a:r>
            <a:endParaRPr lang="en-US" sz="1600">
              <a:solidFill>
                <a:schemeClr val="bg2"/>
              </a:solidFill>
            </a:endParaRPr>
          </a:p>
          <a:p>
            <a:endParaRPr lang="en-US" sz="1600">
              <a:solidFill>
                <a:schemeClr val="bg2"/>
              </a:solidFill>
            </a:endParaRPr>
          </a:p>
          <a:p>
            <a:r>
              <a:rPr lang="en-US" sz="1600" err="1">
                <a:solidFill>
                  <a:schemeClr val="bg2"/>
                </a:solidFill>
                <a:ea typeface="+mn-lt"/>
                <a:cs typeface="+mn-lt"/>
              </a:rPr>
              <a:t>isLoggedIn</a:t>
            </a:r>
            <a:r>
              <a:rPr lang="en-US" sz="1600">
                <a:solidFill>
                  <a:schemeClr val="bg2"/>
                </a:solidFill>
                <a:ea typeface="+mn-lt"/>
                <a:cs typeface="+mn-lt"/>
              </a:rPr>
              <a:t>(), </a:t>
            </a:r>
            <a:r>
              <a:rPr lang="en-US" sz="1600" err="1">
                <a:solidFill>
                  <a:schemeClr val="bg2"/>
                </a:solidFill>
                <a:ea typeface="+mn-lt"/>
                <a:cs typeface="+mn-lt"/>
              </a:rPr>
              <a:t>isAdmin</a:t>
            </a:r>
            <a:r>
              <a:rPr lang="en-US" sz="1600">
                <a:solidFill>
                  <a:schemeClr val="bg2"/>
                </a:solidFill>
                <a:ea typeface="+mn-lt"/>
                <a:cs typeface="+mn-lt"/>
              </a:rPr>
              <a:t>()</a:t>
            </a:r>
            <a:endParaRPr lang="en-US" sz="1600">
              <a:solidFill>
                <a:schemeClr val="bg2"/>
              </a:solidFill>
            </a:endParaRPr>
          </a:p>
          <a:p>
            <a:endParaRPr lang="en-US" sz="1600">
              <a:solidFill>
                <a:schemeClr val="bg2"/>
              </a:solidFill>
            </a:endParaRPr>
          </a:p>
          <a:p>
            <a:r>
              <a:rPr lang="en-US" sz="1600" err="1">
                <a:solidFill>
                  <a:schemeClr val="bg2"/>
                </a:solidFill>
                <a:ea typeface="+mn-lt"/>
                <a:cs typeface="+mn-lt"/>
              </a:rPr>
              <a:t>getCartCount</a:t>
            </a:r>
            <a:r>
              <a:rPr lang="en-US" sz="1600">
                <a:solidFill>
                  <a:schemeClr val="bg2"/>
                </a:solidFill>
                <a:ea typeface="+mn-lt"/>
                <a:cs typeface="+mn-lt"/>
              </a:rPr>
              <a:t>(), </a:t>
            </a:r>
            <a:r>
              <a:rPr lang="en-US" sz="1600" err="1">
                <a:solidFill>
                  <a:schemeClr val="bg2"/>
                </a:solidFill>
                <a:ea typeface="+mn-lt"/>
                <a:cs typeface="+mn-lt"/>
              </a:rPr>
              <a:t>getCategories</a:t>
            </a:r>
            <a:r>
              <a:rPr lang="en-US" sz="1600">
                <a:solidFill>
                  <a:schemeClr val="bg2"/>
                </a:solidFill>
                <a:ea typeface="+mn-lt"/>
                <a:cs typeface="+mn-lt"/>
              </a:rPr>
              <a:t>(), </a:t>
            </a:r>
            <a:r>
              <a:rPr lang="en-US" sz="1600" err="1">
                <a:solidFill>
                  <a:schemeClr val="bg2"/>
                </a:solidFill>
                <a:ea typeface="+mn-lt"/>
                <a:cs typeface="+mn-lt"/>
              </a:rPr>
              <a:t>getUserData</a:t>
            </a:r>
            <a:r>
              <a:rPr lang="en-US" sz="1600">
                <a:solidFill>
                  <a:schemeClr val="bg2"/>
                </a:solidFill>
                <a:ea typeface="+mn-lt"/>
                <a:cs typeface="+mn-lt"/>
              </a:rPr>
              <a:t>()</a:t>
            </a:r>
            <a:endParaRPr lang="en-US" sz="1600">
              <a:solidFill>
                <a:schemeClr val="bg2"/>
              </a:solidFill>
            </a:endParaRPr>
          </a:p>
          <a:p>
            <a:endParaRPr lang="en-US" sz="1600">
              <a:solidFill>
                <a:schemeClr val="bg2"/>
              </a:solidFill>
            </a:endParaRPr>
          </a:p>
          <a:p>
            <a:r>
              <a:rPr lang="en-US" sz="1600" err="1">
                <a:solidFill>
                  <a:schemeClr val="bg2"/>
                </a:solidFill>
                <a:ea typeface="+mn-lt"/>
                <a:cs typeface="+mn-lt"/>
              </a:rPr>
              <a:t>Miért</a:t>
            </a:r>
            <a:r>
              <a:rPr lang="en-US" sz="1600">
                <a:solidFill>
                  <a:schemeClr val="bg2"/>
                </a:solidFill>
                <a:ea typeface="+mn-lt"/>
                <a:cs typeface="+mn-lt"/>
              </a:rPr>
              <a:t> </a:t>
            </a:r>
            <a:r>
              <a:rPr lang="en-US" sz="1600" err="1">
                <a:solidFill>
                  <a:schemeClr val="bg2"/>
                </a:solidFill>
                <a:ea typeface="+mn-lt"/>
                <a:cs typeface="+mn-lt"/>
              </a:rPr>
              <a:t>fontos</a:t>
            </a:r>
            <a:r>
              <a:rPr lang="en-US" sz="1600">
                <a:solidFill>
                  <a:schemeClr val="bg2"/>
                </a:solidFill>
                <a:ea typeface="+mn-lt"/>
                <a:cs typeface="+mn-lt"/>
              </a:rPr>
              <a:t>? Minden </a:t>
            </a:r>
            <a:r>
              <a:rPr lang="en-US" sz="1600" err="1">
                <a:solidFill>
                  <a:schemeClr val="bg2"/>
                </a:solidFill>
                <a:ea typeface="+mn-lt"/>
                <a:cs typeface="+mn-lt"/>
              </a:rPr>
              <a:t>oldal</a:t>
            </a:r>
            <a:r>
              <a:rPr lang="en-US" sz="1600">
                <a:solidFill>
                  <a:schemeClr val="bg2"/>
                </a:solidFill>
                <a:ea typeface="+mn-lt"/>
                <a:cs typeface="+mn-lt"/>
              </a:rPr>
              <a:t> </a:t>
            </a:r>
            <a:r>
              <a:rPr lang="en-US" sz="1600" err="1">
                <a:solidFill>
                  <a:schemeClr val="bg2"/>
                </a:solidFill>
                <a:ea typeface="+mn-lt"/>
                <a:cs typeface="+mn-lt"/>
              </a:rPr>
              <a:t>innen</a:t>
            </a:r>
            <a:r>
              <a:rPr lang="en-US" sz="1600">
                <a:solidFill>
                  <a:schemeClr val="bg2"/>
                </a:solidFill>
                <a:ea typeface="+mn-lt"/>
                <a:cs typeface="+mn-lt"/>
              </a:rPr>
              <a:t> </a:t>
            </a:r>
            <a:r>
              <a:rPr lang="en-US" sz="1600" err="1">
                <a:solidFill>
                  <a:schemeClr val="bg2"/>
                </a:solidFill>
                <a:ea typeface="+mn-lt"/>
                <a:cs typeface="+mn-lt"/>
              </a:rPr>
              <a:t>kapja</a:t>
            </a:r>
            <a:r>
              <a:rPr lang="en-US" sz="1600">
                <a:solidFill>
                  <a:schemeClr val="bg2"/>
                </a:solidFill>
                <a:ea typeface="+mn-lt"/>
                <a:cs typeface="+mn-lt"/>
              </a:rPr>
              <a:t> a </a:t>
            </a:r>
            <a:r>
              <a:rPr lang="en-US" sz="1600" err="1">
                <a:solidFill>
                  <a:schemeClr val="bg2"/>
                </a:solidFill>
                <a:ea typeface="+mn-lt"/>
                <a:cs typeface="+mn-lt"/>
              </a:rPr>
              <a:t>kapcsolatot</a:t>
            </a:r>
            <a:r>
              <a:rPr lang="en-US" sz="1600">
                <a:solidFill>
                  <a:schemeClr val="bg2"/>
                </a:solidFill>
                <a:ea typeface="+mn-lt"/>
                <a:cs typeface="+mn-lt"/>
              </a:rPr>
              <a:t> </a:t>
            </a:r>
            <a:r>
              <a:rPr lang="en-US" sz="1600" err="1">
                <a:solidFill>
                  <a:schemeClr val="bg2"/>
                </a:solidFill>
                <a:ea typeface="+mn-lt"/>
                <a:cs typeface="+mn-lt"/>
              </a:rPr>
              <a:t>és</a:t>
            </a:r>
            <a:r>
              <a:rPr lang="en-US" sz="1600">
                <a:solidFill>
                  <a:schemeClr val="bg2"/>
                </a:solidFill>
                <a:ea typeface="+mn-lt"/>
                <a:cs typeface="+mn-lt"/>
              </a:rPr>
              <a:t> a </a:t>
            </a:r>
            <a:r>
              <a:rPr lang="en-US" sz="1600" err="1">
                <a:solidFill>
                  <a:schemeClr val="bg2"/>
                </a:solidFill>
                <a:ea typeface="+mn-lt"/>
                <a:cs typeface="+mn-lt"/>
              </a:rPr>
              <a:t>felhasználói</a:t>
            </a:r>
            <a:r>
              <a:rPr lang="en-US" sz="1600">
                <a:solidFill>
                  <a:schemeClr val="bg2"/>
                </a:solidFill>
                <a:ea typeface="+mn-lt"/>
                <a:cs typeface="+mn-lt"/>
              </a:rPr>
              <a:t> </a:t>
            </a:r>
            <a:r>
              <a:rPr lang="en-US" sz="1600" err="1">
                <a:solidFill>
                  <a:schemeClr val="bg2"/>
                </a:solidFill>
                <a:ea typeface="+mn-lt"/>
                <a:cs typeface="+mn-lt"/>
              </a:rPr>
              <a:t>állapotot</a:t>
            </a:r>
            <a:endParaRPr lang="en-US" sz="1600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486883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2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8C3D76-5C36-8D3F-1ED5-F78C666CE3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5150" y="262890"/>
            <a:ext cx="7335835" cy="1268984"/>
          </a:xfrm>
        </p:spPr>
        <p:txBody>
          <a:bodyPr/>
          <a:lstStyle/>
          <a:p>
            <a:r>
              <a:rPr lang="en-US" b="0" err="1">
                <a:solidFill>
                  <a:schemeClr val="bg2"/>
                </a:solidFill>
                <a:ea typeface="+mj-lt"/>
                <a:cs typeface="+mj-lt"/>
              </a:rPr>
              <a:t>Regisztráció</a:t>
            </a:r>
            <a:r>
              <a:rPr lang="en-US" b="0">
                <a:solidFill>
                  <a:schemeClr val="bg2"/>
                </a:solidFill>
                <a:ea typeface="+mj-lt"/>
                <a:cs typeface="+mj-lt"/>
              </a:rPr>
              <a:t> </a:t>
            </a:r>
            <a:r>
              <a:rPr lang="en-US" b="0" err="1">
                <a:solidFill>
                  <a:schemeClr val="bg2"/>
                </a:solidFill>
                <a:ea typeface="+mj-lt"/>
                <a:cs typeface="+mj-lt"/>
              </a:rPr>
              <a:t>és</a:t>
            </a:r>
            <a:r>
              <a:rPr lang="en-US" b="0">
                <a:solidFill>
                  <a:schemeClr val="bg2"/>
                </a:solidFill>
                <a:ea typeface="+mj-lt"/>
                <a:cs typeface="+mj-lt"/>
              </a:rPr>
              <a:t> </a:t>
            </a:r>
            <a:r>
              <a:rPr lang="en-US" b="0" err="1">
                <a:solidFill>
                  <a:schemeClr val="bg2"/>
                </a:solidFill>
                <a:ea typeface="+mj-lt"/>
                <a:cs typeface="+mj-lt"/>
              </a:rPr>
              <a:t>bejelentkezés</a:t>
            </a:r>
            <a:endParaRPr lang="en-US">
              <a:solidFill>
                <a:schemeClr val="bg2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D2B7E6-B31C-3F5B-2F0A-BF8EEFA492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5150" y="1175766"/>
            <a:ext cx="7335835" cy="5072295"/>
          </a:xfrm>
        </p:spPr>
        <p:txBody>
          <a:bodyPr vert="horz" lIns="91440" tIns="45720" rIns="91440" bIns="45720" rtlCol="0" anchor="t">
            <a:normAutofit fontScale="62500" lnSpcReduction="20000"/>
          </a:bodyPr>
          <a:lstStyle/>
          <a:p>
            <a:r>
              <a:rPr lang="en-US" err="1">
                <a:solidFill>
                  <a:schemeClr val="bg2"/>
                </a:solidFill>
                <a:ea typeface="+mn-lt"/>
                <a:cs typeface="+mn-lt"/>
              </a:rPr>
              <a:t>Regisztráció</a:t>
            </a:r>
            <a:r>
              <a:rPr lang="en-US">
                <a:solidFill>
                  <a:schemeClr val="bg2"/>
                </a:solidFill>
                <a:ea typeface="+mn-lt"/>
                <a:cs typeface="+mn-lt"/>
              </a:rPr>
              <a:t>:</a:t>
            </a:r>
            <a:endParaRPr lang="en-US">
              <a:solidFill>
                <a:schemeClr val="bg2"/>
              </a:solidFill>
            </a:endParaRPr>
          </a:p>
          <a:p>
            <a:endParaRPr lang="en-US">
              <a:solidFill>
                <a:schemeClr val="bg2"/>
              </a:solidFill>
            </a:endParaRPr>
          </a:p>
          <a:p>
            <a:r>
              <a:rPr lang="en-US" err="1">
                <a:solidFill>
                  <a:schemeClr val="bg2"/>
                </a:solidFill>
                <a:ea typeface="+mn-lt"/>
                <a:cs typeface="+mn-lt"/>
              </a:rPr>
              <a:t>Űrlap</a:t>
            </a:r>
            <a:r>
              <a:rPr lang="en-US">
                <a:solidFill>
                  <a:schemeClr val="bg2"/>
                </a:solidFill>
                <a:ea typeface="+mn-lt"/>
                <a:cs typeface="+mn-lt"/>
              </a:rPr>
              <a:t> </a:t>
            </a:r>
            <a:r>
              <a:rPr lang="en-US" err="1">
                <a:solidFill>
                  <a:schemeClr val="bg2"/>
                </a:solidFill>
                <a:ea typeface="+mn-lt"/>
                <a:cs typeface="+mn-lt"/>
              </a:rPr>
              <a:t>validáció</a:t>
            </a:r>
            <a:r>
              <a:rPr lang="en-US">
                <a:solidFill>
                  <a:schemeClr val="bg2"/>
                </a:solidFill>
                <a:ea typeface="+mn-lt"/>
                <a:cs typeface="+mn-lt"/>
              </a:rPr>
              <a:t> (</a:t>
            </a:r>
            <a:r>
              <a:rPr lang="en-US" err="1">
                <a:solidFill>
                  <a:schemeClr val="bg2"/>
                </a:solidFill>
                <a:ea typeface="+mn-lt"/>
                <a:cs typeface="+mn-lt"/>
              </a:rPr>
              <a:t>kötelező</a:t>
            </a:r>
            <a:r>
              <a:rPr lang="en-US">
                <a:solidFill>
                  <a:schemeClr val="bg2"/>
                </a:solidFill>
                <a:ea typeface="+mn-lt"/>
                <a:cs typeface="+mn-lt"/>
              </a:rPr>
              <a:t> </a:t>
            </a:r>
            <a:r>
              <a:rPr lang="en-US" err="1">
                <a:solidFill>
                  <a:schemeClr val="bg2"/>
                </a:solidFill>
                <a:ea typeface="+mn-lt"/>
                <a:cs typeface="+mn-lt"/>
              </a:rPr>
              <a:t>mezők</a:t>
            </a:r>
            <a:r>
              <a:rPr lang="en-US">
                <a:solidFill>
                  <a:schemeClr val="bg2"/>
                </a:solidFill>
                <a:ea typeface="+mn-lt"/>
                <a:cs typeface="+mn-lt"/>
              </a:rPr>
              <a:t>, e-mail </a:t>
            </a:r>
            <a:r>
              <a:rPr lang="en-US" err="1">
                <a:solidFill>
                  <a:schemeClr val="bg2"/>
                </a:solidFill>
                <a:ea typeface="+mn-lt"/>
                <a:cs typeface="+mn-lt"/>
              </a:rPr>
              <a:t>formátum</a:t>
            </a:r>
            <a:r>
              <a:rPr lang="en-US">
                <a:solidFill>
                  <a:schemeClr val="bg2"/>
                </a:solidFill>
                <a:ea typeface="+mn-lt"/>
                <a:cs typeface="+mn-lt"/>
              </a:rPr>
              <a:t>, </a:t>
            </a:r>
            <a:r>
              <a:rPr lang="en-US" err="1">
                <a:solidFill>
                  <a:schemeClr val="bg2"/>
                </a:solidFill>
                <a:ea typeface="+mn-lt"/>
                <a:cs typeface="+mn-lt"/>
              </a:rPr>
              <a:t>jelszó</a:t>
            </a:r>
            <a:r>
              <a:rPr lang="en-US">
                <a:solidFill>
                  <a:schemeClr val="bg2"/>
                </a:solidFill>
                <a:ea typeface="+mn-lt"/>
                <a:cs typeface="+mn-lt"/>
              </a:rPr>
              <a:t> minimum 6 </a:t>
            </a:r>
            <a:r>
              <a:rPr lang="en-US" err="1">
                <a:solidFill>
                  <a:schemeClr val="bg2"/>
                </a:solidFill>
                <a:ea typeface="+mn-lt"/>
                <a:cs typeface="+mn-lt"/>
              </a:rPr>
              <a:t>karakter</a:t>
            </a:r>
            <a:r>
              <a:rPr lang="en-US">
                <a:solidFill>
                  <a:schemeClr val="bg2"/>
                </a:solidFill>
                <a:ea typeface="+mn-lt"/>
                <a:cs typeface="+mn-lt"/>
              </a:rPr>
              <a:t>)</a:t>
            </a:r>
            <a:endParaRPr lang="en-US">
              <a:solidFill>
                <a:schemeClr val="bg2"/>
              </a:solidFill>
            </a:endParaRPr>
          </a:p>
          <a:p>
            <a:endParaRPr lang="en-US">
              <a:solidFill>
                <a:schemeClr val="bg2"/>
              </a:solidFill>
            </a:endParaRPr>
          </a:p>
          <a:p>
            <a:r>
              <a:rPr lang="en-US" err="1">
                <a:solidFill>
                  <a:schemeClr val="bg2"/>
                </a:solidFill>
                <a:ea typeface="+mn-lt"/>
                <a:cs typeface="+mn-lt"/>
              </a:rPr>
              <a:t>password_hash</a:t>
            </a:r>
            <a:r>
              <a:rPr lang="en-US">
                <a:solidFill>
                  <a:schemeClr val="bg2"/>
                </a:solidFill>
                <a:ea typeface="+mn-lt"/>
                <a:cs typeface="+mn-lt"/>
              </a:rPr>
              <a:t>() </a:t>
            </a:r>
            <a:r>
              <a:rPr lang="en-US" err="1">
                <a:solidFill>
                  <a:schemeClr val="bg2"/>
                </a:solidFill>
                <a:ea typeface="+mn-lt"/>
                <a:cs typeface="+mn-lt"/>
              </a:rPr>
              <a:t>használata</a:t>
            </a:r>
            <a:endParaRPr lang="en-US">
              <a:solidFill>
                <a:schemeClr val="bg2"/>
              </a:solidFill>
            </a:endParaRPr>
          </a:p>
          <a:p>
            <a:endParaRPr lang="en-US">
              <a:solidFill>
                <a:schemeClr val="bg2"/>
              </a:solidFill>
            </a:endParaRPr>
          </a:p>
          <a:p>
            <a:r>
              <a:rPr lang="en-US" err="1">
                <a:solidFill>
                  <a:schemeClr val="bg2"/>
                </a:solidFill>
                <a:ea typeface="+mn-lt"/>
                <a:cs typeface="+mn-lt"/>
              </a:rPr>
              <a:t>Numerikus</a:t>
            </a:r>
            <a:r>
              <a:rPr lang="en-US">
                <a:solidFill>
                  <a:schemeClr val="bg2"/>
                </a:solidFill>
                <a:ea typeface="+mn-lt"/>
                <a:cs typeface="+mn-lt"/>
              </a:rPr>
              <a:t> </a:t>
            </a:r>
            <a:r>
              <a:rPr lang="en-US" err="1">
                <a:solidFill>
                  <a:schemeClr val="bg2"/>
                </a:solidFill>
                <a:ea typeface="+mn-lt"/>
                <a:cs typeface="+mn-lt"/>
              </a:rPr>
              <a:t>ellenőrzés</a:t>
            </a:r>
            <a:r>
              <a:rPr lang="en-US">
                <a:solidFill>
                  <a:schemeClr val="bg2"/>
                </a:solidFill>
                <a:ea typeface="+mn-lt"/>
                <a:cs typeface="+mn-lt"/>
              </a:rPr>
              <a:t> (</a:t>
            </a:r>
            <a:r>
              <a:rPr lang="en-US" err="1">
                <a:solidFill>
                  <a:schemeClr val="bg2"/>
                </a:solidFill>
                <a:ea typeface="+mn-lt"/>
                <a:cs typeface="+mn-lt"/>
              </a:rPr>
              <a:t>ctype_digit</a:t>
            </a:r>
            <a:r>
              <a:rPr lang="en-US">
                <a:solidFill>
                  <a:schemeClr val="bg2"/>
                </a:solidFill>
                <a:ea typeface="+mn-lt"/>
                <a:cs typeface="+mn-lt"/>
              </a:rPr>
              <a:t>) a </a:t>
            </a:r>
            <a:r>
              <a:rPr lang="en-US" err="1">
                <a:solidFill>
                  <a:schemeClr val="bg2"/>
                </a:solidFill>
                <a:ea typeface="+mn-lt"/>
                <a:cs typeface="+mn-lt"/>
              </a:rPr>
              <a:t>telefonszámhoz</a:t>
            </a:r>
            <a:endParaRPr lang="en-US">
              <a:solidFill>
                <a:schemeClr val="bg2"/>
              </a:solidFill>
            </a:endParaRPr>
          </a:p>
          <a:p>
            <a:endParaRPr lang="en-US">
              <a:solidFill>
                <a:schemeClr val="bg2"/>
              </a:solidFill>
            </a:endParaRPr>
          </a:p>
          <a:p>
            <a:r>
              <a:rPr lang="en-US" err="1">
                <a:solidFill>
                  <a:schemeClr val="bg2"/>
                </a:solidFill>
                <a:ea typeface="+mn-lt"/>
                <a:cs typeface="+mn-lt"/>
              </a:rPr>
              <a:t>Maxlength</a:t>
            </a:r>
            <a:r>
              <a:rPr lang="en-US">
                <a:solidFill>
                  <a:schemeClr val="bg2"/>
                </a:solidFill>
                <a:ea typeface="+mn-lt"/>
                <a:cs typeface="+mn-lt"/>
              </a:rPr>
              <a:t> </a:t>
            </a:r>
            <a:r>
              <a:rPr lang="en-US" err="1">
                <a:solidFill>
                  <a:schemeClr val="bg2"/>
                </a:solidFill>
                <a:ea typeface="+mn-lt"/>
                <a:cs typeface="+mn-lt"/>
              </a:rPr>
              <a:t>attribútumok</a:t>
            </a:r>
            <a:r>
              <a:rPr lang="en-US">
                <a:solidFill>
                  <a:schemeClr val="bg2"/>
                </a:solidFill>
                <a:ea typeface="+mn-lt"/>
                <a:cs typeface="+mn-lt"/>
              </a:rPr>
              <a:t> a HTML-ben </a:t>
            </a:r>
            <a:r>
              <a:rPr lang="en-US" err="1">
                <a:solidFill>
                  <a:schemeClr val="bg2"/>
                </a:solidFill>
                <a:ea typeface="+mn-lt"/>
                <a:cs typeface="+mn-lt"/>
              </a:rPr>
              <a:t>és</a:t>
            </a:r>
            <a:r>
              <a:rPr lang="en-US">
                <a:solidFill>
                  <a:schemeClr val="bg2"/>
                </a:solidFill>
                <a:ea typeface="+mn-lt"/>
                <a:cs typeface="+mn-lt"/>
              </a:rPr>
              <a:t> </a:t>
            </a:r>
            <a:r>
              <a:rPr lang="en-US" err="1">
                <a:solidFill>
                  <a:schemeClr val="bg2"/>
                </a:solidFill>
                <a:ea typeface="+mn-lt"/>
                <a:cs typeface="+mn-lt"/>
              </a:rPr>
              <a:t>szerveroldali</a:t>
            </a:r>
            <a:r>
              <a:rPr lang="en-US">
                <a:solidFill>
                  <a:schemeClr val="bg2"/>
                </a:solidFill>
                <a:ea typeface="+mn-lt"/>
                <a:cs typeface="+mn-lt"/>
              </a:rPr>
              <a:t> </a:t>
            </a:r>
            <a:r>
              <a:rPr lang="en-US" err="1">
                <a:solidFill>
                  <a:schemeClr val="bg2"/>
                </a:solidFill>
                <a:ea typeface="+mn-lt"/>
                <a:cs typeface="+mn-lt"/>
              </a:rPr>
              <a:t>hosszellenőrzés</a:t>
            </a:r>
            <a:endParaRPr lang="en-US">
              <a:solidFill>
                <a:schemeClr val="bg2"/>
              </a:solidFill>
            </a:endParaRPr>
          </a:p>
          <a:p>
            <a:endParaRPr lang="en-US">
              <a:solidFill>
                <a:schemeClr val="bg2"/>
              </a:solidFill>
            </a:endParaRPr>
          </a:p>
          <a:p>
            <a:r>
              <a:rPr lang="en-US" err="1">
                <a:solidFill>
                  <a:schemeClr val="bg2"/>
                </a:solidFill>
                <a:ea typeface="+mn-lt"/>
                <a:cs typeface="+mn-lt"/>
              </a:rPr>
              <a:t>Bejelentkezés</a:t>
            </a:r>
            <a:r>
              <a:rPr lang="en-US">
                <a:solidFill>
                  <a:schemeClr val="bg2"/>
                </a:solidFill>
                <a:ea typeface="+mn-lt"/>
                <a:cs typeface="+mn-lt"/>
              </a:rPr>
              <a:t>:</a:t>
            </a:r>
            <a:endParaRPr lang="en-US">
              <a:solidFill>
                <a:schemeClr val="bg2"/>
              </a:solidFill>
            </a:endParaRPr>
          </a:p>
          <a:p>
            <a:endParaRPr lang="en-US">
              <a:solidFill>
                <a:schemeClr val="bg2"/>
              </a:solidFill>
            </a:endParaRPr>
          </a:p>
          <a:p>
            <a:r>
              <a:rPr lang="en-US" err="1">
                <a:solidFill>
                  <a:schemeClr val="bg2"/>
                </a:solidFill>
                <a:ea typeface="+mn-lt"/>
                <a:cs typeface="+mn-lt"/>
              </a:rPr>
              <a:t>password_verify</a:t>
            </a:r>
            <a:r>
              <a:rPr lang="en-US">
                <a:solidFill>
                  <a:schemeClr val="bg2"/>
                </a:solidFill>
                <a:ea typeface="+mn-lt"/>
                <a:cs typeface="+mn-lt"/>
              </a:rPr>
              <a:t>() a hash </a:t>
            </a:r>
            <a:r>
              <a:rPr lang="en-US" err="1">
                <a:solidFill>
                  <a:schemeClr val="bg2"/>
                </a:solidFill>
                <a:ea typeface="+mn-lt"/>
                <a:cs typeface="+mn-lt"/>
              </a:rPr>
              <a:t>ellenőrzésére</a:t>
            </a:r>
            <a:endParaRPr lang="en-US">
              <a:solidFill>
                <a:schemeClr val="bg2"/>
              </a:solidFill>
            </a:endParaRPr>
          </a:p>
          <a:p>
            <a:endParaRPr lang="en-US">
              <a:solidFill>
                <a:schemeClr val="bg2"/>
              </a:solidFill>
            </a:endParaRPr>
          </a:p>
          <a:p>
            <a:r>
              <a:rPr lang="en-US" err="1">
                <a:solidFill>
                  <a:schemeClr val="bg2"/>
                </a:solidFill>
                <a:ea typeface="+mn-lt"/>
                <a:cs typeface="+mn-lt"/>
              </a:rPr>
              <a:t>Sikeres</a:t>
            </a:r>
            <a:r>
              <a:rPr lang="en-US">
                <a:solidFill>
                  <a:schemeClr val="bg2"/>
                </a:solidFill>
                <a:ea typeface="+mn-lt"/>
                <a:cs typeface="+mn-lt"/>
              </a:rPr>
              <a:t> </a:t>
            </a:r>
            <a:r>
              <a:rPr lang="en-US" err="1">
                <a:solidFill>
                  <a:schemeClr val="bg2"/>
                </a:solidFill>
                <a:ea typeface="+mn-lt"/>
                <a:cs typeface="+mn-lt"/>
              </a:rPr>
              <a:t>belépés</a:t>
            </a:r>
            <a:r>
              <a:rPr lang="en-US">
                <a:solidFill>
                  <a:schemeClr val="bg2"/>
                </a:solidFill>
                <a:ea typeface="+mn-lt"/>
                <a:cs typeface="+mn-lt"/>
              </a:rPr>
              <a:t> </a:t>
            </a:r>
            <a:r>
              <a:rPr lang="en-US" err="1">
                <a:solidFill>
                  <a:schemeClr val="bg2"/>
                </a:solidFill>
                <a:ea typeface="+mn-lt"/>
                <a:cs typeface="+mn-lt"/>
              </a:rPr>
              <a:t>után</a:t>
            </a:r>
            <a:r>
              <a:rPr lang="en-US">
                <a:solidFill>
                  <a:schemeClr val="bg2"/>
                </a:solidFill>
                <a:ea typeface="+mn-lt"/>
                <a:cs typeface="+mn-lt"/>
              </a:rPr>
              <a:t> </a:t>
            </a:r>
            <a:r>
              <a:rPr lang="en-US" err="1">
                <a:solidFill>
                  <a:schemeClr val="bg2"/>
                </a:solidFill>
                <a:ea typeface="+mn-lt"/>
                <a:cs typeface="+mn-lt"/>
              </a:rPr>
              <a:t>vendég</a:t>
            </a:r>
            <a:r>
              <a:rPr lang="en-US">
                <a:solidFill>
                  <a:schemeClr val="bg2"/>
                </a:solidFill>
                <a:ea typeface="+mn-lt"/>
                <a:cs typeface="+mn-lt"/>
              </a:rPr>
              <a:t> </a:t>
            </a:r>
            <a:r>
              <a:rPr lang="en-US" err="1">
                <a:solidFill>
                  <a:schemeClr val="bg2"/>
                </a:solidFill>
                <a:ea typeface="+mn-lt"/>
                <a:cs typeface="+mn-lt"/>
              </a:rPr>
              <a:t>kosár</a:t>
            </a:r>
            <a:r>
              <a:rPr lang="en-US">
                <a:solidFill>
                  <a:schemeClr val="bg2"/>
                </a:solidFill>
                <a:ea typeface="+mn-lt"/>
                <a:cs typeface="+mn-lt"/>
              </a:rPr>
              <a:t> </a:t>
            </a:r>
            <a:r>
              <a:rPr lang="en-US" err="1">
                <a:solidFill>
                  <a:schemeClr val="bg2"/>
                </a:solidFill>
                <a:ea typeface="+mn-lt"/>
                <a:cs typeface="+mn-lt"/>
              </a:rPr>
              <a:t>átmozgatása</a:t>
            </a:r>
            <a:r>
              <a:rPr lang="en-US">
                <a:solidFill>
                  <a:schemeClr val="bg2"/>
                </a:solidFill>
                <a:ea typeface="+mn-lt"/>
                <a:cs typeface="+mn-lt"/>
              </a:rPr>
              <a:t> a </a:t>
            </a:r>
            <a:r>
              <a:rPr lang="en-US" err="1">
                <a:solidFill>
                  <a:schemeClr val="bg2"/>
                </a:solidFill>
                <a:ea typeface="+mn-lt"/>
                <a:cs typeface="+mn-lt"/>
              </a:rPr>
              <a:t>felhasználóhoz</a:t>
            </a:r>
            <a:r>
              <a:rPr lang="en-US">
                <a:solidFill>
                  <a:schemeClr val="bg2"/>
                </a:solidFill>
                <a:ea typeface="+mn-lt"/>
                <a:cs typeface="+mn-lt"/>
              </a:rPr>
              <a:t> (UPDATE cart SET </a:t>
            </a:r>
            <a:r>
              <a:rPr lang="en-US" err="1">
                <a:solidFill>
                  <a:schemeClr val="bg2"/>
                </a:solidFill>
                <a:ea typeface="+mn-lt"/>
                <a:cs typeface="+mn-lt"/>
              </a:rPr>
              <a:t>user_id</a:t>
            </a:r>
            <a:r>
              <a:rPr lang="en-US">
                <a:solidFill>
                  <a:schemeClr val="bg2"/>
                </a:solidFill>
                <a:ea typeface="+mn-lt"/>
                <a:cs typeface="+mn-lt"/>
              </a:rPr>
              <a:t>=...)</a:t>
            </a:r>
            <a:endParaRPr lang="en-US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563110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2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4EFE82FE-7465-AE46-88DF-34D347E83B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3B97872-2C73-E2D1-0C2D-3666A3C617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5150" y="770890"/>
            <a:ext cx="7335835" cy="1268984"/>
          </a:xfrm>
        </p:spPr>
        <p:txBody>
          <a:bodyPr>
            <a:normAutofit/>
          </a:bodyPr>
          <a:lstStyle/>
          <a:p>
            <a:r>
              <a:rPr lang="en-US" b="0" err="1">
                <a:solidFill>
                  <a:schemeClr val="bg2"/>
                </a:solidFill>
                <a:ea typeface="+mj-lt"/>
                <a:cs typeface="+mj-lt"/>
              </a:rPr>
              <a:t>Terméklista</a:t>
            </a:r>
            <a:r>
              <a:rPr lang="en-US" b="0">
                <a:solidFill>
                  <a:schemeClr val="bg2"/>
                </a:solidFill>
                <a:ea typeface="+mj-lt"/>
                <a:cs typeface="+mj-lt"/>
              </a:rPr>
              <a:t> </a:t>
            </a:r>
            <a:r>
              <a:rPr lang="en-US" b="0" err="1">
                <a:solidFill>
                  <a:schemeClr val="bg2"/>
                </a:solidFill>
                <a:ea typeface="+mj-lt"/>
                <a:cs typeface="+mj-lt"/>
              </a:rPr>
              <a:t>oldal</a:t>
            </a:r>
            <a:endParaRPr lang="en-US">
              <a:solidFill>
                <a:schemeClr val="bg2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1F7A63-9F88-A990-B3E0-B9AA983E32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5150" y="1715516"/>
            <a:ext cx="7335835" cy="4373795"/>
          </a:xfrm>
        </p:spPr>
        <p:txBody>
          <a:bodyPr vert="horz" lIns="91440" tIns="45720" rIns="91440" bIns="45720" rtlCol="0" anchor="t">
            <a:normAutofit fontScale="85000" lnSpcReduction="10000"/>
          </a:bodyPr>
          <a:lstStyle/>
          <a:p>
            <a:r>
              <a:rPr lang="en-US" err="1">
                <a:solidFill>
                  <a:schemeClr val="bg2"/>
                </a:solidFill>
                <a:ea typeface="+mn-lt"/>
                <a:cs typeface="+mn-lt"/>
              </a:rPr>
              <a:t>Dinamikus</a:t>
            </a:r>
            <a:r>
              <a:rPr lang="en-US">
                <a:solidFill>
                  <a:schemeClr val="bg2"/>
                </a:solidFill>
                <a:ea typeface="+mn-lt"/>
                <a:cs typeface="+mn-lt"/>
              </a:rPr>
              <a:t> </a:t>
            </a:r>
            <a:r>
              <a:rPr lang="en-US" err="1">
                <a:solidFill>
                  <a:schemeClr val="bg2"/>
                </a:solidFill>
                <a:ea typeface="+mn-lt"/>
                <a:cs typeface="+mn-lt"/>
              </a:rPr>
              <a:t>szűrés</a:t>
            </a:r>
            <a:r>
              <a:rPr lang="en-US">
                <a:solidFill>
                  <a:schemeClr val="bg2"/>
                </a:solidFill>
                <a:ea typeface="+mn-lt"/>
                <a:cs typeface="+mn-lt"/>
              </a:rPr>
              <a:t>: </a:t>
            </a:r>
            <a:r>
              <a:rPr lang="en-US" err="1">
                <a:solidFill>
                  <a:schemeClr val="bg2"/>
                </a:solidFill>
                <a:ea typeface="+mn-lt"/>
                <a:cs typeface="+mn-lt"/>
              </a:rPr>
              <a:t>kategória</a:t>
            </a:r>
            <a:r>
              <a:rPr lang="en-US">
                <a:solidFill>
                  <a:schemeClr val="bg2"/>
                </a:solidFill>
                <a:ea typeface="+mn-lt"/>
                <a:cs typeface="+mn-lt"/>
              </a:rPr>
              <a:t>, min/max </a:t>
            </a:r>
            <a:r>
              <a:rPr lang="en-US" err="1">
                <a:solidFill>
                  <a:schemeClr val="bg2"/>
                </a:solidFill>
                <a:ea typeface="+mn-lt"/>
                <a:cs typeface="+mn-lt"/>
              </a:rPr>
              <a:t>ár</a:t>
            </a:r>
            <a:r>
              <a:rPr lang="en-US">
                <a:solidFill>
                  <a:schemeClr val="bg2"/>
                </a:solidFill>
                <a:ea typeface="+mn-lt"/>
                <a:cs typeface="+mn-lt"/>
              </a:rPr>
              <a:t>, </a:t>
            </a:r>
            <a:r>
              <a:rPr lang="en-US" err="1">
                <a:solidFill>
                  <a:schemeClr val="bg2"/>
                </a:solidFill>
                <a:ea typeface="+mn-lt"/>
                <a:cs typeface="+mn-lt"/>
              </a:rPr>
              <a:t>rendezés</a:t>
            </a:r>
            <a:r>
              <a:rPr lang="en-US">
                <a:solidFill>
                  <a:schemeClr val="bg2"/>
                </a:solidFill>
                <a:ea typeface="+mn-lt"/>
                <a:cs typeface="+mn-lt"/>
              </a:rPr>
              <a:t> (</a:t>
            </a:r>
            <a:r>
              <a:rPr lang="en-US" err="1">
                <a:solidFill>
                  <a:schemeClr val="bg2"/>
                </a:solidFill>
                <a:ea typeface="+mn-lt"/>
                <a:cs typeface="+mn-lt"/>
              </a:rPr>
              <a:t>ár</a:t>
            </a:r>
            <a:r>
              <a:rPr lang="en-US">
                <a:solidFill>
                  <a:schemeClr val="bg2"/>
                </a:solidFill>
                <a:ea typeface="+mn-lt"/>
                <a:cs typeface="+mn-lt"/>
              </a:rPr>
              <a:t>, </a:t>
            </a:r>
            <a:r>
              <a:rPr lang="en-US" err="1">
                <a:solidFill>
                  <a:schemeClr val="bg2"/>
                </a:solidFill>
                <a:ea typeface="+mn-lt"/>
                <a:cs typeface="+mn-lt"/>
              </a:rPr>
              <a:t>név</a:t>
            </a:r>
            <a:r>
              <a:rPr lang="en-US">
                <a:solidFill>
                  <a:schemeClr val="bg2"/>
                </a:solidFill>
                <a:ea typeface="+mn-lt"/>
                <a:cs typeface="+mn-lt"/>
              </a:rPr>
              <a:t>)</a:t>
            </a:r>
            <a:endParaRPr lang="en-US">
              <a:solidFill>
                <a:schemeClr val="bg2"/>
              </a:solidFill>
            </a:endParaRPr>
          </a:p>
          <a:p>
            <a:endParaRPr lang="en-US">
              <a:solidFill>
                <a:schemeClr val="bg2"/>
              </a:solidFill>
            </a:endParaRPr>
          </a:p>
          <a:p>
            <a:r>
              <a:rPr lang="en-US" err="1">
                <a:solidFill>
                  <a:schemeClr val="bg2"/>
                </a:solidFill>
                <a:ea typeface="+mn-lt"/>
                <a:cs typeface="+mn-lt"/>
              </a:rPr>
              <a:t>Lapozás</a:t>
            </a:r>
            <a:r>
              <a:rPr lang="en-US">
                <a:solidFill>
                  <a:schemeClr val="bg2"/>
                </a:solidFill>
                <a:ea typeface="+mn-lt"/>
                <a:cs typeface="+mn-lt"/>
              </a:rPr>
              <a:t>: LIMIT :limit OFFSET :offset PDO </a:t>
            </a:r>
            <a:r>
              <a:rPr lang="en-US" err="1">
                <a:solidFill>
                  <a:schemeClr val="bg2"/>
                </a:solidFill>
                <a:ea typeface="+mn-lt"/>
                <a:cs typeface="+mn-lt"/>
              </a:rPr>
              <a:t>paraméterekkel</a:t>
            </a:r>
            <a:endParaRPr lang="en-US">
              <a:solidFill>
                <a:schemeClr val="bg2"/>
              </a:solidFill>
            </a:endParaRPr>
          </a:p>
          <a:p>
            <a:endParaRPr lang="en-US">
              <a:solidFill>
                <a:schemeClr val="bg2"/>
              </a:solidFill>
            </a:endParaRPr>
          </a:p>
          <a:p>
            <a:r>
              <a:rPr lang="en-US">
                <a:solidFill>
                  <a:schemeClr val="bg2"/>
                </a:solidFill>
                <a:ea typeface="+mn-lt"/>
                <a:cs typeface="+mn-lt"/>
              </a:rPr>
              <a:t>A </a:t>
            </a:r>
            <a:r>
              <a:rPr lang="en-US" err="1">
                <a:solidFill>
                  <a:schemeClr val="bg2"/>
                </a:solidFill>
                <a:ea typeface="+mn-lt"/>
                <a:cs typeface="+mn-lt"/>
              </a:rPr>
              <a:t>szűrési</a:t>
            </a:r>
            <a:r>
              <a:rPr lang="en-US">
                <a:solidFill>
                  <a:schemeClr val="bg2"/>
                </a:solidFill>
                <a:ea typeface="+mn-lt"/>
                <a:cs typeface="+mn-lt"/>
              </a:rPr>
              <a:t> </a:t>
            </a:r>
            <a:r>
              <a:rPr lang="en-US" err="1">
                <a:solidFill>
                  <a:schemeClr val="bg2"/>
                </a:solidFill>
                <a:ea typeface="+mn-lt"/>
                <a:cs typeface="+mn-lt"/>
              </a:rPr>
              <a:t>paramétereket</a:t>
            </a:r>
            <a:r>
              <a:rPr lang="en-US">
                <a:solidFill>
                  <a:schemeClr val="bg2"/>
                </a:solidFill>
                <a:ea typeface="+mn-lt"/>
                <a:cs typeface="+mn-lt"/>
              </a:rPr>
              <a:t> </a:t>
            </a:r>
            <a:r>
              <a:rPr lang="en-US" err="1">
                <a:solidFill>
                  <a:schemeClr val="bg2"/>
                </a:solidFill>
                <a:ea typeface="+mn-lt"/>
                <a:cs typeface="+mn-lt"/>
              </a:rPr>
              <a:t>az</a:t>
            </a:r>
            <a:r>
              <a:rPr lang="en-US">
                <a:solidFill>
                  <a:schemeClr val="bg2"/>
                </a:solidFill>
                <a:ea typeface="+mn-lt"/>
                <a:cs typeface="+mn-lt"/>
              </a:rPr>
              <a:t> URL-ben </a:t>
            </a:r>
            <a:r>
              <a:rPr lang="en-US" err="1">
                <a:solidFill>
                  <a:schemeClr val="bg2"/>
                </a:solidFill>
                <a:ea typeface="+mn-lt"/>
                <a:cs typeface="+mn-lt"/>
              </a:rPr>
              <a:t>tárolja</a:t>
            </a:r>
            <a:r>
              <a:rPr lang="en-US">
                <a:solidFill>
                  <a:schemeClr val="bg2"/>
                </a:solidFill>
                <a:ea typeface="+mn-lt"/>
                <a:cs typeface="+mn-lt"/>
              </a:rPr>
              <a:t>, </a:t>
            </a:r>
            <a:r>
              <a:rPr lang="en-US" err="1">
                <a:solidFill>
                  <a:schemeClr val="bg2"/>
                </a:solidFill>
                <a:ea typeface="+mn-lt"/>
                <a:cs typeface="+mn-lt"/>
              </a:rPr>
              <a:t>így</a:t>
            </a:r>
            <a:r>
              <a:rPr lang="en-US">
                <a:solidFill>
                  <a:schemeClr val="bg2"/>
                </a:solidFill>
                <a:ea typeface="+mn-lt"/>
                <a:cs typeface="+mn-lt"/>
              </a:rPr>
              <a:t> </a:t>
            </a:r>
            <a:r>
              <a:rPr lang="en-US" err="1">
                <a:solidFill>
                  <a:schemeClr val="bg2"/>
                </a:solidFill>
                <a:ea typeface="+mn-lt"/>
                <a:cs typeface="+mn-lt"/>
              </a:rPr>
              <a:t>megosztható</a:t>
            </a:r>
            <a:endParaRPr lang="en-US">
              <a:solidFill>
                <a:schemeClr val="bg2"/>
              </a:solidFill>
            </a:endParaRPr>
          </a:p>
          <a:p>
            <a:endParaRPr lang="en-US">
              <a:solidFill>
                <a:schemeClr val="bg2"/>
              </a:solidFill>
            </a:endParaRPr>
          </a:p>
          <a:p>
            <a:r>
              <a:rPr lang="en-US" err="1">
                <a:solidFill>
                  <a:schemeClr val="bg2"/>
                </a:solidFill>
                <a:ea typeface="+mn-lt"/>
                <a:cs typeface="+mn-lt"/>
              </a:rPr>
              <a:t>buildQueryString</a:t>
            </a:r>
            <a:r>
              <a:rPr lang="en-US">
                <a:solidFill>
                  <a:schemeClr val="bg2"/>
                </a:solidFill>
                <a:ea typeface="+mn-lt"/>
                <a:cs typeface="+mn-lt"/>
              </a:rPr>
              <a:t>() </a:t>
            </a:r>
            <a:r>
              <a:rPr lang="en-US" err="1">
                <a:solidFill>
                  <a:schemeClr val="bg2"/>
                </a:solidFill>
                <a:ea typeface="+mn-lt"/>
                <a:cs typeface="+mn-lt"/>
              </a:rPr>
              <a:t>függvény</a:t>
            </a:r>
            <a:r>
              <a:rPr lang="en-US">
                <a:solidFill>
                  <a:schemeClr val="bg2"/>
                </a:solidFill>
                <a:ea typeface="+mn-lt"/>
                <a:cs typeface="+mn-lt"/>
              </a:rPr>
              <a:t> – a GET </a:t>
            </a:r>
            <a:r>
              <a:rPr lang="en-US" err="1">
                <a:solidFill>
                  <a:schemeClr val="bg2"/>
                </a:solidFill>
                <a:ea typeface="+mn-lt"/>
                <a:cs typeface="+mn-lt"/>
              </a:rPr>
              <a:t>paraméterek</a:t>
            </a:r>
            <a:r>
              <a:rPr lang="en-US">
                <a:solidFill>
                  <a:schemeClr val="bg2"/>
                </a:solidFill>
                <a:ea typeface="+mn-lt"/>
                <a:cs typeface="+mn-lt"/>
              </a:rPr>
              <a:t> </a:t>
            </a:r>
            <a:r>
              <a:rPr lang="en-US" err="1">
                <a:solidFill>
                  <a:schemeClr val="bg2"/>
                </a:solidFill>
                <a:ea typeface="+mn-lt"/>
                <a:cs typeface="+mn-lt"/>
              </a:rPr>
              <a:t>módosítása</a:t>
            </a:r>
            <a:r>
              <a:rPr lang="en-US">
                <a:solidFill>
                  <a:schemeClr val="bg2"/>
                </a:solidFill>
                <a:ea typeface="+mn-lt"/>
                <a:cs typeface="+mn-lt"/>
              </a:rPr>
              <a:t> a </a:t>
            </a:r>
            <a:r>
              <a:rPr lang="en-US" err="1">
                <a:solidFill>
                  <a:schemeClr val="bg2"/>
                </a:solidFill>
                <a:ea typeface="+mn-lt"/>
                <a:cs typeface="+mn-lt"/>
              </a:rPr>
              <a:t>linkekben</a:t>
            </a:r>
            <a:endParaRPr lang="en-US">
              <a:solidFill>
                <a:schemeClr val="bg2"/>
              </a:solidFill>
            </a:endParaRPr>
          </a:p>
          <a:p>
            <a:endParaRPr lang="en-US">
              <a:solidFill>
                <a:schemeClr val="bg2"/>
              </a:solidFill>
            </a:endParaRPr>
          </a:p>
          <a:p>
            <a:r>
              <a:rPr lang="en-US">
                <a:solidFill>
                  <a:schemeClr val="bg2"/>
                </a:solidFill>
                <a:ea typeface="+mn-lt"/>
                <a:cs typeface="+mn-lt"/>
              </a:rPr>
              <a:t>A </a:t>
            </a:r>
            <a:r>
              <a:rPr lang="en-US" err="1">
                <a:solidFill>
                  <a:schemeClr val="bg2"/>
                </a:solidFill>
                <a:ea typeface="+mn-lt"/>
                <a:cs typeface="+mn-lt"/>
              </a:rPr>
              <a:t>termékek</a:t>
            </a:r>
            <a:r>
              <a:rPr lang="en-US">
                <a:solidFill>
                  <a:schemeClr val="bg2"/>
                </a:solidFill>
                <a:ea typeface="+mn-lt"/>
                <a:cs typeface="+mn-lt"/>
              </a:rPr>
              <a:t> </a:t>
            </a:r>
            <a:r>
              <a:rPr lang="en-US" err="1">
                <a:solidFill>
                  <a:schemeClr val="bg2"/>
                </a:solidFill>
                <a:ea typeface="+mn-lt"/>
                <a:cs typeface="+mn-lt"/>
              </a:rPr>
              <a:t>kártyás</a:t>
            </a:r>
            <a:r>
              <a:rPr lang="en-US">
                <a:solidFill>
                  <a:schemeClr val="bg2"/>
                </a:solidFill>
                <a:ea typeface="+mn-lt"/>
                <a:cs typeface="+mn-lt"/>
              </a:rPr>
              <a:t> </a:t>
            </a:r>
            <a:r>
              <a:rPr lang="en-US" err="1">
                <a:solidFill>
                  <a:schemeClr val="bg2"/>
                </a:solidFill>
                <a:ea typeface="+mn-lt"/>
                <a:cs typeface="+mn-lt"/>
              </a:rPr>
              <a:t>megjelenítése</a:t>
            </a:r>
            <a:r>
              <a:rPr lang="en-US">
                <a:solidFill>
                  <a:schemeClr val="bg2"/>
                </a:solidFill>
                <a:ea typeface="+mn-lt"/>
                <a:cs typeface="+mn-lt"/>
              </a:rPr>
              <a:t> PHP </a:t>
            </a:r>
            <a:r>
              <a:rPr lang="en-US" err="1">
                <a:solidFill>
                  <a:schemeClr val="bg2"/>
                </a:solidFill>
                <a:ea typeface="+mn-lt"/>
                <a:cs typeface="+mn-lt"/>
              </a:rPr>
              <a:t>ciklussal</a:t>
            </a:r>
            <a:endParaRPr lang="en-US">
              <a:solidFill>
                <a:schemeClr val="bg2"/>
              </a:solidFill>
            </a:endParaRP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BA7C2670-8081-9C42-82A1-23BBFAEAAA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65150" y="6087110"/>
            <a:ext cx="7335835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Group 11">
            <a:extLst>
              <a:ext uri="{FF2B5EF4-FFF2-40B4-BE49-F238E27FC236}">
                <a16:creationId xmlns:a16="http://schemas.microsoft.com/office/drawing/2014/main" id="{1C054FC3-922A-EC40-AC25-A59AF5378B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8928528" y="0"/>
            <a:ext cx="3263472" cy="6858000"/>
            <a:chOff x="8928528" y="0"/>
            <a:chExt cx="3263472" cy="6858000"/>
          </a:xfrm>
        </p:grpSpPr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E52B27A6-BDD2-B247-9494-C90C996DBB6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28528" y="806362"/>
              <a:ext cx="1130724" cy="1130723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Freeform 41">
              <a:extLst>
                <a:ext uri="{FF2B5EF4-FFF2-40B4-BE49-F238E27FC236}">
                  <a16:creationId xmlns:a16="http://schemas.microsoft.com/office/drawing/2014/main" id="{A368B3AC-A3AC-C949-864D-1C05AADBAD4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28528" y="0"/>
              <a:ext cx="1130724" cy="565573"/>
            </a:xfrm>
            <a:custGeom>
              <a:avLst/>
              <a:gdLst>
                <a:gd name="connsiteX0" fmla="*/ 22 w 1130724"/>
                <a:gd name="connsiteY0" fmla="*/ 0 h 565573"/>
                <a:gd name="connsiteX1" fmla="*/ 1130703 w 1130724"/>
                <a:gd name="connsiteY1" fmla="*/ 0 h 565573"/>
                <a:gd name="connsiteX2" fmla="*/ 1130724 w 1130724"/>
                <a:gd name="connsiteY2" fmla="*/ 211 h 565573"/>
                <a:gd name="connsiteX3" fmla="*/ 565362 w 1130724"/>
                <a:gd name="connsiteY3" fmla="*/ 565573 h 565573"/>
                <a:gd name="connsiteX4" fmla="*/ 0 w 1130724"/>
                <a:gd name="connsiteY4" fmla="*/ 211 h 565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4" h="565573">
                  <a:moveTo>
                    <a:pt x="22" y="0"/>
                  </a:moveTo>
                  <a:lnTo>
                    <a:pt x="1130703" y="0"/>
                  </a:lnTo>
                  <a:lnTo>
                    <a:pt x="1130724" y="211"/>
                  </a:lnTo>
                  <a:cubicBezTo>
                    <a:pt x="1130724" y="312452"/>
                    <a:pt x="877603" y="565573"/>
                    <a:pt x="565362" y="565573"/>
                  </a:cubicBezTo>
                  <a:cubicBezTo>
                    <a:pt x="253121" y="565573"/>
                    <a:pt x="0" y="31245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5" name="Freeform 42">
              <a:extLst>
                <a:ext uri="{FF2B5EF4-FFF2-40B4-BE49-F238E27FC236}">
                  <a16:creationId xmlns:a16="http://schemas.microsoft.com/office/drawing/2014/main" id="{EB848571-59FE-B34A-8561-FD4325EC12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91391" y="6292417"/>
              <a:ext cx="1130724" cy="565583"/>
            </a:xfrm>
            <a:custGeom>
              <a:avLst/>
              <a:gdLst>
                <a:gd name="connsiteX0" fmla="*/ 565362 w 1130724"/>
                <a:gd name="connsiteY0" fmla="*/ 0 h 565583"/>
                <a:gd name="connsiteX1" fmla="*/ 1130724 w 1130724"/>
                <a:gd name="connsiteY1" fmla="*/ 565362 h 565583"/>
                <a:gd name="connsiteX2" fmla="*/ 1130702 w 1130724"/>
                <a:gd name="connsiteY2" fmla="*/ 565583 h 565583"/>
                <a:gd name="connsiteX3" fmla="*/ 22 w 1130724"/>
                <a:gd name="connsiteY3" fmla="*/ 565583 h 565583"/>
                <a:gd name="connsiteX4" fmla="*/ 0 w 1130724"/>
                <a:gd name="connsiteY4" fmla="*/ 565362 h 565583"/>
                <a:gd name="connsiteX5" fmla="*/ 565362 w 1130724"/>
                <a:gd name="connsiteY5" fmla="*/ 0 h 5655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30724" h="565583">
                  <a:moveTo>
                    <a:pt x="565362" y="0"/>
                  </a:moveTo>
                  <a:cubicBezTo>
                    <a:pt x="877603" y="0"/>
                    <a:pt x="1130724" y="253121"/>
                    <a:pt x="1130724" y="565362"/>
                  </a:cubicBezTo>
                  <a:lnTo>
                    <a:pt x="1130702" y="565583"/>
                  </a:lnTo>
                  <a:lnTo>
                    <a:pt x="22" y="565583"/>
                  </a:lnTo>
                  <a:lnTo>
                    <a:pt x="0" y="565362"/>
                  </a:lnTo>
                  <a:cubicBezTo>
                    <a:pt x="0" y="253121"/>
                    <a:pt x="253121" y="0"/>
                    <a:pt x="565362" y="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2F3C3152-8488-E444-BBA7-E9CD62AC169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91392" y="3549390"/>
              <a:ext cx="1130724" cy="1130723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536756F0-72A6-9F45-86A4-7D8C5E1ACD3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91392" y="2177876"/>
              <a:ext cx="1130724" cy="1130723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5E18A883-69CF-FB4D-A4F9-6835E196CE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91392" y="806363"/>
              <a:ext cx="1130724" cy="1130723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Freeform 46">
              <a:extLst>
                <a:ext uri="{FF2B5EF4-FFF2-40B4-BE49-F238E27FC236}">
                  <a16:creationId xmlns:a16="http://schemas.microsoft.com/office/drawing/2014/main" id="{83415627-4FAA-3B4B-8A88-63E862A5F8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91392" y="0"/>
              <a:ext cx="1130724" cy="565573"/>
            </a:xfrm>
            <a:custGeom>
              <a:avLst/>
              <a:gdLst>
                <a:gd name="connsiteX0" fmla="*/ 21 w 1130724"/>
                <a:gd name="connsiteY0" fmla="*/ 0 h 565573"/>
                <a:gd name="connsiteX1" fmla="*/ 1130703 w 1130724"/>
                <a:gd name="connsiteY1" fmla="*/ 0 h 565573"/>
                <a:gd name="connsiteX2" fmla="*/ 1130724 w 1130724"/>
                <a:gd name="connsiteY2" fmla="*/ 211 h 565573"/>
                <a:gd name="connsiteX3" fmla="*/ 565362 w 1130724"/>
                <a:gd name="connsiteY3" fmla="*/ 565573 h 565573"/>
                <a:gd name="connsiteX4" fmla="*/ 0 w 1130724"/>
                <a:gd name="connsiteY4" fmla="*/ 211 h 565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4" h="565573">
                  <a:moveTo>
                    <a:pt x="21" y="0"/>
                  </a:moveTo>
                  <a:lnTo>
                    <a:pt x="1130703" y="0"/>
                  </a:lnTo>
                  <a:lnTo>
                    <a:pt x="1130724" y="211"/>
                  </a:lnTo>
                  <a:cubicBezTo>
                    <a:pt x="1130724" y="312452"/>
                    <a:pt x="877603" y="565573"/>
                    <a:pt x="565362" y="565573"/>
                  </a:cubicBezTo>
                  <a:cubicBezTo>
                    <a:pt x="253121" y="565573"/>
                    <a:pt x="0" y="31245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0" name="Freeform 47">
              <a:extLst>
                <a:ext uri="{FF2B5EF4-FFF2-40B4-BE49-F238E27FC236}">
                  <a16:creationId xmlns:a16="http://schemas.microsoft.com/office/drawing/2014/main" id="{BF96A3B0-DCC7-1647-8383-429159B1D94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4256" y="6295201"/>
              <a:ext cx="537744" cy="562799"/>
            </a:xfrm>
            <a:custGeom>
              <a:avLst/>
              <a:gdLst>
                <a:gd name="connsiteX0" fmla="*/ 537744 w 537744"/>
                <a:gd name="connsiteY0" fmla="*/ 0 h 562799"/>
                <a:gd name="connsiteX1" fmla="*/ 537744 w 537744"/>
                <a:gd name="connsiteY1" fmla="*/ 562799 h 562799"/>
                <a:gd name="connsiteX2" fmla="*/ 22 w 537744"/>
                <a:gd name="connsiteY2" fmla="*/ 562799 h 562799"/>
                <a:gd name="connsiteX3" fmla="*/ 0 w 537744"/>
                <a:gd name="connsiteY3" fmla="*/ 562578 h 562799"/>
                <a:gd name="connsiteX4" fmla="*/ 451422 w 537744"/>
                <a:gd name="connsiteY4" fmla="*/ 8702 h 5627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7744" h="562799">
                  <a:moveTo>
                    <a:pt x="537744" y="0"/>
                  </a:moveTo>
                  <a:lnTo>
                    <a:pt x="537744" y="562799"/>
                  </a:lnTo>
                  <a:lnTo>
                    <a:pt x="22" y="562799"/>
                  </a:lnTo>
                  <a:lnTo>
                    <a:pt x="0" y="562578"/>
                  </a:lnTo>
                  <a:cubicBezTo>
                    <a:pt x="0" y="289367"/>
                    <a:pt x="193796" y="61420"/>
                    <a:pt x="451422" y="870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1" name="Freeform 48">
              <a:extLst>
                <a:ext uri="{FF2B5EF4-FFF2-40B4-BE49-F238E27FC236}">
                  <a16:creationId xmlns:a16="http://schemas.microsoft.com/office/drawing/2014/main" id="{392468EE-53D9-F243-B2B0-FA9D2A74294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4256" y="4923687"/>
              <a:ext cx="537744" cy="1125156"/>
            </a:xfrm>
            <a:custGeom>
              <a:avLst/>
              <a:gdLst>
                <a:gd name="connsiteX0" fmla="*/ 537744 w 537744"/>
                <a:gd name="connsiteY0" fmla="*/ 0 h 1125156"/>
                <a:gd name="connsiteX1" fmla="*/ 537744 w 537744"/>
                <a:gd name="connsiteY1" fmla="*/ 1125156 h 1125156"/>
                <a:gd name="connsiteX2" fmla="*/ 451422 w 537744"/>
                <a:gd name="connsiteY2" fmla="*/ 1116454 h 1125156"/>
                <a:gd name="connsiteX3" fmla="*/ 0 w 537744"/>
                <a:gd name="connsiteY3" fmla="*/ 562578 h 1125156"/>
                <a:gd name="connsiteX4" fmla="*/ 451422 w 537744"/>
                <a:gd name="connsiteY4" fmla="*/ 8702 h 11251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7744" h="1125156">
                  <a:moveTo>
                    <a:pt x="537744" y="0"/>
                  </a:moveTo>
                  <a:lnTo>
                    <a:pt x="537744" y="1125156"/>
                  </a:lnTo>
                  <a:lnTo>
                    <a:pt x="451422" y="1116454"/>
                  </a:lnTo>
                  <a:cubicBezTo>
                    <a:pt x="193796" y="1063736"/>
                    <a:pt x="0" y="835789"/>
                    <a:pt x="0" y="562578"/>
                  </a:cubicBezTo>
                  <a:cubicBezTo>
                    <a:pt x="0" y="289367"/>
                    <a:pt x="193796" y="61420"/>
                    <a:pt x="451422" y="8702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2" name="Freeform 49">
              <a:extLst>
                <a:ext uri="{FF2B5EF4-FFF2-40B4-BE49-F238E27FC236}">
                  <a16:creationId xmlns:a16="http://schemas.microsoft.com/office/drawing/2014/main" id="{6C6EB606-ED6D-3D47-B27D-C7736D78180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4256" y="3552173"/>
              <a:ext cx="537744" cy="1125156"/>
            </a:xfrm>
            <a:custGeom>
              <a:avLst/>
              <a:gdLst>
                <a:gd name="connsiteX0" fmla="*/ 537744 w 537744"/>
                <a:gd name="connsiteY0" fmla="*/ 0 h 1125156"/>
                <a:gd name="connsiteX1" fmla="*/ 537744 w 537744"/>
                <a:gd name="connsiteY1" fmla="*/ 1125156 h 1125156"/>
                <a:gd name="connsiteX2" fmla="*/ 451422 w 537744"/>
                <a:gd name="connsiteY2" fmla="*/ 1116454 h 1125156"/>
                <a:gd name="connsiteX3" fmla="*/ 0 w 537744"/>
                <a:gd name="connsiteY3" fmla="*/ 562578 h 1125156"/>
                <a:gd name="connsiteX4" fmla="*/ 451422 w 537744"/>
                <a:gd name="connsiteY4" fmla="*/ 8702 h 11251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7744" h="1125156">
                  <a:moveTo>
                    <a:pt x="537744" y="0"/>
                  </a:moveTo>
                  <a:lnTo>
                    <a:pt x="537744" y="1125156"/>
                  </a:lnTo>
                  <a:lnTo>
                    <a:pt x="451422" y="1116454"/>
                  </a:lnTo>
                  <a:cubicBezTo>
                    <a:pt x="193796" y="1063736"/>
                    <a:pt x="0" y="835789"/>
                    <a:pt x="0" y="562578"/>
                  </a:cubicBezTo>
                  <a:cubicBezTo>
                    <a:pt x="0" y="289367"/>
                    <a:pt x="193796" y="61420"/>
                    <a:pt x="451422" y="870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3" name="Freeform 50">
              <a:extLst>
                <a:ext uri="{FF2B5EF4-FFF2-40B4-BE49-F238E27FC236}">
                  <a16:creationId xmlns:a16="http://schemas.microsoft.com/office/drawing/2014/main" id="{1E551583-A0DA-C64D-8385-F579D091EA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4256" y="2180659"/>
              <a:ext cx="537744" cy="1125156"/>
            </a:xfrm>
            <a:custGeom>
              <a:avLst/>
              <a:gdLst>
                <a:gd name="connsiteX0" fmla="*/ 537744 w 537744"/>
                <a:gd name="connsiteY0" fmla="*/ 0 h 1125156"/>
                <a:gd name="connsiteX1" fmla="*/ 537744 w 537744"/>
                <a:gd name="connsiteY1" fmla="*/ 1125156 h 1125156"/>
                <a:gd name="connsiteX2" fmla="*/ 451422 w 537744"/>
                <a:gd name="connsiteY2" fmla="*/ 1116454 h 1125156"/>
                <a:gd name="connsiteX3" fmla="*/ 0 w 537744"/>
                <a:gd name="connsiteY3" fmla="*/ 562578 h 1125156"/>
                <a:gd name="connsiteX4" fmla="*/ 451422 w 537744"/>
                <a:gd name="connsiteY4" fmla="*/ 8702 h 11251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7744" h="1125156">
                  <a:moveTo>
                    <a:pt x="537744" y="0"/>
                  </a:moveTo>
                  <a:lnTo>
                    <a:pt x="537744" y="1125156"/>
                  </a:lnTo>
                  <a:lnTo>
                    <a:pt x="451422" y="1116454"/>
                  </a:lnTo>
                  <a:cubicBezTo>
                    <a:pt x="193796" y="1063736"/>
                    <a:pt x="0" y="835789"/>
                    <a:pt x="0" y="562578"/>
                  </a:cubicBezTo>
                  <a:cubicBezTo>
                    <a:pt x="0" y="289367"/>
                    <a:pt x="193796" y="61420"/>
                    <a:pt x="451422" y="870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4" name="Freeform 51">
              <a:extLst>
                <a:ext uri="{FF2B5EF4-FFF2-40B4-BE49-F238E27FC236}">
                  <a16:creationId xmlns:a16="http://schemas.microsoft.com/office/drawing/2014/main" id="{3C9B75DD-4CC7-0143-9DF3-9249A306A8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4256" y="809146"/>
              <a:ext cx="537744" cy="1125156"/>
            </a:xfrm>
            <a:custGeom>
              <a:avLst/>
              <a:gdLst>
                <a:gd name="connsiteX0" fmla="*/ 537744 w 537744"/>
                <a:gd name="connsiteY0" fmla="*/ 0 h 1125156"/>
                <a:gd name="connsiteX1" fmla="*/ 537744 w 537744"/>
                <a:gd name="connsiteY1" fmla="*/ 1125156 h 1125156"/>
                <a:gd name="connsiteX2" fmla="*/ 451422 w 537744"/>
                <a:gd name="connsiteY2" fmla="*/ 1116454 h 1125156"/>
                <a:gd name="connsiteX3" fmla="*/ 0 w 537744"/>
                <a:gd name="connsiteY3" fmla="*/ 562578 h 1125156"/>
                <a:gd name="connsiteX4" fmla="*/ 451422 w 537744"/>
                <a:gd name="connsiteY4" fmla="*/ 8702 h 11251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7744" h="1125156">
                  <a:moveTo>
                    <a:pt x="537744" y="0"/>
                  </a:moveTo>
                  <a:lnTo>
                    <a:pt x="537744" y="1125156"/>
                  </a:lnTo>
                  <a:lnTo>
                    <a:pt x="451422" y="1116454"/>
                  </a:lnTo>
                  <a:cubicBezTo>
                    <a:pt x="193796" y="1063736"/>
                    <a:pt x="0" y="835789"/>
                    <a:pt x="0" y="562578"/>
                  </a:cubicBezTo>
                  <a:cubicBezTo>
                    <a:pt x="0" y="289367"/>
                    <a:pt x="193796" y="61420"/>
                    <a:pt x="451422" y="8702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5" name="Freeform 52">
              <a:extLst>
                <a:ext uri="{FF2B5EF4-FFF2-40B4-BE49-F238E27FC236}">
                  <a16:creationId xmlns:a16="http://schemas.microsoft.com/office/drawing/2014/main" id="{59CDD5E1-EB61-2847-B3B3-33771B10415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4256" y="0"/>
              <a:ext cx="537744" cy="562788"/>
            </a:xfrm>
            <a:custGeom>
              <a:avLst/>
              <a:gdLst>
                <a:gd name="connsiteX0" fmla="*/ 21 w 537744"/>
                <a:gd name="connsiteY0" fmla="*/ 0 h 562788"/>
                <a:gd name="connsiteX1" fmla="*/ 537744 w 537744"/>
                <a:gd name="connsiteY1" fmla="*/ 0 h 562788"/>
                <a:gd name="connsiteX2" fmla="*/ 537744 w 537744"/>
                <a:gd name="connsiteY2" fmla="*/ 562788 h 562788"/>
                <a:gd name="connsiteX3" fmla="*/ 451422 w 537744"/>
                <a:gd name="connsiteY3" fmla="*/ 554086 h 562788"/>
                <a:gd name="connsiteX4" fmla="*/ 0 w 537744"/>
                <a:gd name="connsiteY4" fmla="*/ 211 h 5627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7744" h="562788">
                  <a:moveTo>
                    <a:pt x="21" y="0"/>
                  </a:moveTo>
                  <a:lnTo>
                    <a:pt x="537744" y="0"/>
                  </a:lnTo>
                  <a:lnTo>
                    <a:pt x="537744" y="562788"/>
                  </a:lnTo>
                  <a:lnTo>
                    <a:pt x="451422" y="554086"/>
                  </a:lnTo>
                  <a:cubicBezTo>
                    <a:pt x="193796" y="501368"/>
                    <a:pt x="0" y="273421"/>
                    <a:pt x="0" y="21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57785419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2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E68009-94CD-1253-717C-C140EA03A2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>
                <a:solidFill>
                  <a:schemeClr val="bg2"/>
                </a:solidFill>
                <a:ea typeface="+mj-lt"/>
                <a:cs typeface="+mj-lt"/>
              </a:rPr>
              <a:t>Élő </a:t>
            </a:r>
            <a:r>
              <a:rPr lang="en-US" b="0" err="1">
                <a:solidFill>
                  <a:schemeClr val="bg2"/>
                </a:solidFill>
                <a:ea typeface="+mj-lt"/>
                <a:cs typeface="+mj-lt"/>
              </a:rPr>
              <a:t>keresés</a:t>
            </a:r>
            <a:endParaRPr lang="en-US">
              <a:solidFill>
                <a:schemeClr val="bg2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687566-A669-B64F-D507-968BA6FC1A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5150" y="1715516"/>
            <a:ext cx="7335835" cy="4373795"/>
          </a:xfrm>
        </p:spPr>
        <p:txBody>
          <a:bodyPr vert="horz" lIns="91440" tIns="45720" rIns="91440" bIns="45720" rtlCol="0" anchor="t">
            <a:normAutofit fontScale="92500" lnSpcReduction="10000"/>
          </a:bodyPr>
          <a:lstStyle/>
          <a:p>
            <a:r>
              <a:rPr lang="en-US">
                <a:solidFill>
                  <a:schemeClr val="bg2"/>
                </a:solidFill>
                <a:ea typeface="+mn-lt"/>
                <a:cs typeface="+mn-lt"/>
              </a:rPr>
              <a:t>A </a:t>
            </a:r>
            <a:r>
              <a:rPr lang="en-US" err="1">
                <a:solidFill>
                  <a:schemeClr val="bg2"/>
                </a:solidFill>
                <a:ea typeface="+mn-lt"/>
                <a:cs typeface="+mn-lt"/>
              </a:rPr>
              <a:t>keresőmezőbe</a:t>
            </a:r>
            <a:r>
              <a:rPr lang="en-US">
                <a:solidFill>
                  <a:schemeClr val="bg2"/>
                </a:solidFill>
                <a:ea typeface="+mn-lt"/>
                <a:cs typeface="+mn-lt"/>
              </a:rPr>
              <a:t> </a:t>
            </a:r>
            <a:r>
              <a:rPr lang="en-US" err="1">
                <a:solidFill>
                  <a:schemeClr val="bg2"/>
                </a:solidFill>
                <a:ea typeface="+mn-lt"/>
                <a:cs typeface="+mn-lt"/>
              </a:rPr>
              <a:t>gépeléskor</a:t>
            </a:r>
            <a:r>
              <a:rPr lang="en-US">
                <a:solidFill>
                  <a:schemeClr val="bg2"/>
                </a:solidFill>
                <a:ea typeface="+mn-lt"/>
                <a:cs typeface="+mn-lt"/>
              </a:rPr>
              <a:t> AJAX </a:t>
            </a:r>
            <a:r>
              <a:rPr lang="en-US" err="1">
                <a:solidFill>
                  <a:schemeClr val="bg2"/>
                </a:solidFill>
                <a:ea typeface="+mn-lt"/>
                <a:cs typeface="+mn-lt"/>
              </a:rPr>
              <a:t>kérést</a:t>
            </a:r>
            <a:r>
              <a:rPr lang="en-US">
                <a:solidFill>
                  <a:schemeClr val="bg2"/>
                </a:solidFill>
                <a:ea typeface="+mn-lt"/>
                <a:cs typeface="+mn-lt"/>
              </a:rPr>
              <a:t> </a:t>
            </a:r>
            <a:r>
              <a:rPr lang="en-US" err="1">
                <a:solidFill>
                  <a:schemeClr val="bg2"/>
                </a:solidFill>
                <a:ea typeface="+mn-lt"/>
                <a:cs typeface="+mn-lt"/>
              </a:rPr>
              <a:t>küld</a:t>
            </a:r>
            <a:r>
              <a:rPr lang="en-US">
                <a:solidFill>
                  <a:schemeClr val="bg2"/>
                </a:solidFill>
                <a:ea typeface="+mn-lt"/>
                <a:cs typeface="+mn-lt"/>
              </a:rPr>
              <a:t> a </a:t>
            </a:r>
            <a:r>
              <a:rPr lang="en-US" err="1">
                <a:solidFill>
                  <a:schemeClr val="bg2"/>
                </a:solidFill>
                <a:ea typeface="+mn-lt"/>
                <a:cs typeface="+mn-lt"/>
              </a:rPr>
              <a:t>live_search.php</a:t>
            </a:r>
            <a:r>
              <a:rPr lang="en-US">
                <a:solidFill>
                  <a:schemeClr val="bg2"/>
                </a:solidFill>
                <a:ea typeface="+mn-lt"/>
                <a:cs typeface="+mn-lt"/>
              </a:rPr>
              <a:t>-nak</a:t>
            </a:r>
            <a:endParaRPr lang="en-US">
              <a:solidFill>
                <a:schemeClr val="bg2"/>
              </a:solidFill>
            </a:endParaRPr>
          </a:p>
          <a:p>
            <a:endParaRPr lang="en-US">
              <a:solidFill>
                <a:schemeClr val="bg2"/>
              </a:solidFill>
            </a:endParaRPr>
          </a:p>
          <a:p>
            <a:r>
              <a:rPr lang="en-US" err="1">
                <a:solidFill>
                  <a:schemeClr val="bg2"/>
                </a:solidFill>
                <a:ea typeface="+mn-lt"/>
                <a:cs typeface="+mn-lt"/>
              </a:rPr>
              <a:t>Legalább</a:t>
            </a:r>
            <a:r>
              <a:rPr lang="en-US">
                <a:solidFill>
                  <a:schemeClr val="bg2"/>
                </a:solidFill>
                <a:ea typeface="+mn-lt"/>
                <a:cs typeface="+mn-lt"/>
              </a:rPr>
              <a:t> 2 </a:t>
            </a:r>
            <a:r>
              <a:rPr lang="en-US" err="1">
                <a:solidFill>
                  <a:schemeClr val="bg2"/>
                </a:solidFill>
                <a:ea typeface="+mn-lt"/>
                <a:cs typeface="+mn-lt"/>
              </a:rPr>
              <a:t>karakter</a:t>
            </a:r>
            <a:r>
              <a:rPr lang="en-US">
                <a:solidFill>
                  <a:schemeClr val="bg2"/>
                </a:solidFill>
                <a:ea typeface="+mn-lt"/>
                <a:cs typeface="+mn-lt"/>
              </a:rPr>
              <a:t> </a:t>
            </a:r>
            <a:r>
              <a:rPr lang="en-US" err="1">
                <a:solidFill>
                  <a:schemeClr val="bg2"/>
                </a:solidFill>
                <a:ea typeface="+mn-lt"/>
                <a:cs typeface="+mn-lt"/>
              </a:rPr>
              <a:t>után</a:t>
            </a:r>
            <a:r>
              <a:rPr lang="en-US">
                <a:solidFill>
                  <a:schemeClr val="bg2"/>
                </a:solidFill>
                <a:ea typeface="+mn-lt"/>
                <a:cs typeface="+mn-lt"/>
              </a:rPr>
              <a:t> </a:t>
            </a:r>
            <a:r>
              <a:rPr lang="en-US" err="1">
                <a:solidFill>
                  <a:schemeClr val="bg2"/>
                </a:solidFill>
                <a:ea typeface="+mn-lt"/>
                <a:cs typeface="+mn-lt"/>
              </a:rPr>
              <a:t>indul</a:t>
            </a:r>
            <a:r>
              <a:rPr lang="en-US">
                <a:solidFill>
                  <a:schemeClr val="bg2"/>
                </a:solidFill>
                <a:ea typeface="+mn-lt"/>
                <a:cs typeface="+mn-lt"/>
              </a:rPr>
              <a:t> a </a:t>
            </a:r>
            <a:r>
              <a:rPr lang="en-US" err="1">
                <a:solidFill>
                  <a:schemeClr val="bg2"/>
                </a:solidFill>
                <a:ea typeface="+mn-lt"/>
                <a:cs typeface="+mn-lt"/>
              </a:rPr>
              <a:t>keresés</a:t>
            </a:r>
            <a:r>
              <a:rPr lang="en-US">
                <a:solidFill>
                  <a:schemeClr val="bg2"/>
                </a:solidFill>
                <a:ea typeface="+mn-lt"/>
                <a:cs typeface="+mn-lt"/>
              </a:rPr>
              <a:t> (debounce 300 </a:t>
            </a:r>
            <a:r>
              <a:rPr lang="en-US" err="1">
                <a:solidFill>
                  <a:schemeClr val="bg2"/>
                </a:solidFill>
                <a:ea typeface="+mn-lt"/>
                <a:cs typeface="+mn-lt"/>
              </a:rPr>
              <a:t>ms</a:t>
            </a:r>
            <a:r>
              <a:rPr lang="en-US">
                <a:solidFill>
                  <a:schemeClr val="bg2"/>
                </a:solidFill>
                <a:ea typeface="+mn-lt"/>
                <a:cs typeface="+mn-lt"/>
              </a:rPr>
              <a:t>)</a:t>
            </a:r>
            <a:endParaRPr lang="en-US">
              <a:solidFill>
                <a:schemeClr val="bg2"/>
              </a:solidFill>
            </a:endParaRPr>
          </a:p>
          <a:p>
            <a:endParaRPr lang="en-US">
              <a:solidFill>
                <a:schemeClr val="bg2"/>
              </a:solidFill>
            </a:endParaRPr>
          </a:p>
          <a:p>
            <a:r>
              <a:rPr lang="en-US">
                <a:solidFill>
                  <a:schemeClr val="bg2"/>
                </a:solidFill>
                <a:ea typeface="+mn-lt"/>
                <a:cs typeface="+mn-lt"/>
              </a:rPr>
              <a:t>SQL: WHERE name LIKE :search </a:t>
            </a:r>
            <a:r>
              <a:rPr lang="en-US" err="1">
                <a:solidFill>
                  <a:schemeClr val="bg2"/>
                </a:solidFill>
                <a:ea typeface="+mn-lt"/>
                <a:cs typeface="+mn-lt"/>
              </a:rPr>
              <a:t>rangsorolással</a:t>
            </a:r>
            <a:r>
              <a:rPr lang="en-US">
                <a:solidFill>
                  <a:schemeClr val="bg2"/>
                </a:solidFill>
                <a:ea typeface="+mn-lt"/>
                <a:cs typeface="+mn-lt"/>
              </a:rPr>
              <a:t> (</a:t>
            </a:r>
            <a:r>
              <a:rPr lang="en-US" err="1">
                <a:solidFill>
                  <a:schemeClr val="bg2"/>
                </a:solidFill>
                <a:ea typeface="+mn-lt"/>
                <a:cs typeface="+mn-lt"/>
              </a:rPr>
              <a:t>pontos</a:t>
            </a:r>
            <a:r>
              <a:rPr lang="en-US">
                <a:solidFill>
                  <a:schemeClr val="bg2"/>
                </a:solidFill>
                <a:ea typeface="+mn-lt"/>
                <a:cs typeface="+mn-lt"/>
              </a:rPr>
              <a:t> </a:t>
            </a:r>
            <a:r>
              <a:rPr lang="en-US" err="1">
                <a:solidFill>
                  <a:schemeClr val="bg2"/>
                </a:solidFill>
                <a:ea typeface="+mn-lt"/>
                <a:cs typeface="+mn-lt"/>
              </a:rPr>
              <a:t>egyezés</a:t>
            </a:r>
            <a:r>
              <a:rPr lang="en-US">
                <a:solidFill>
                  <a:schemeClr val="bg2"/>
                </a:solidFill>
                <a:ea typeface="+mn-lt"/>
                <a:cs typeface="+mn-lt"/>
              </a:rPr>
              <a:t> → </a:t>
            </a:r>
            <a:r>
              <a:rPr lang="en-US" err="1">
                <a:solidFill>
                  <a:schemeClr val="bg2"/>
                </a:solidFill>
                <a:ea typeface="+mn-lt"/>
                <a:cs typeface="+mn-lt"/>
              </a:rPr>
              <a:t>kezdődik</a:t>
            </a:r>
            <a:r>
              <a:rPr lang="en-US">
                <a:solidFill>
                  <a:schemeClr val="bg2"/>
                </a:solidFill>
                <a:ea typeface="+mn-lt"/>
                <a:cs typeface="+mn-lt"/>
              </a:rPr>
              <a:t> → </a:t>
            </a:r>
            <a:r>
              <a:rPr lang="en-US" err="1">
                <a:solidFill>
                  <a:schemeClr val="bg2"/>
                </a:solidFill>
                <a:ea typeface="+mn-lt"/>
                <a:cs typeface="+mn-lt"/>
              </a:rPr>
              <a:t>tartalmazza</a:t>
            </a:r>
            <a:r>
              <a:rPr lang="en-US">
                <a:solidFill>
                  <a:schemeClr val="bg2"/>
                </a:solidFill>
                <a:ea typeface="+mn-lt"/>
                <a:cs typeface="+mn-lt"/>
              </a:rPr>
              <a:t>)</a:t>
            </a:r>
            <a:endParaRPr lang="en-US">
              <a:solidFill>
                <a:schemeClr val="bg2"/>
              </a:solidFill>
            </a:endParaRPr>
          </a:p>
          <a:p>
            <a:endParaRPr lang="en-US">
              <a:solidFill>
                <a:schemeClr val="bg2"/>
              </a:solidFill>
            </a:endParaRPr>
          </a:p>
          <a:p>
            <a:r>
              <a:rPr lang="en-US" err="1">
                <a:solidFill>
                  <a:schemeClr val="bg2"/>
                </a:solidFill>
                <a:ea typeface="+mn-lt"/>
                <a:cs typeface="+mn-lt"/>
              </a:rPr>
              <a:t>Válasz</a:t>
            </a:r>
            <a:r>
              <a:rPr lang="en-US">
                <a:solidFill>
                  <a:schemeClr val="bg2"/>
                </a:solidFill>
                <a:ea typeface="+mn-lt"/>
                <a:cs typeface="+mn-lt"/>
              </a:rPr>
              <a:t>: HTML </a:t>
            </a:r>
            <a:r>
              <a:rPr lang="en-US" err="1">
                <a:solidFill>
                  <a:schemeClr val="bg2"/>
                </a:solidFill>
                <a:ea typeface="+mn-lt"/>
                <a:cs typeface="+mn-lt"/>
              </a:rPr>
              <a:t>részlet</a:t>
            </a:r>
            <a:r>
              <a:rPr lang="en-US">
                <a:solidFill>
                  <a:schemeClr val="bg2"/>
                </a:solidFill>
                <a:ea typeface="+mn-lt"/>
                <a:cs typeface="+mn-lt"/>
              </a:rPr>
              <a:t> (</a:t>
            </a:r>
            <a:r>
              <a:rPr lang="en-US" err="1">
                <a:solidFill>
                  <a:schemeClr val="bg2"/>
                </a:solidFill>
                <a:ea typeface="+mn-lt"/>
                <a:cs typeface="+mn-lt"/>
              </a:rPr>
              <a:t>kép</a:t>
            </a:r>
            <a:r>
              <a:rPr lang="en-US">
                <a:solidFill>
                  <a:schemeClr val="bg2"/>
                </a:solidFill>
                <a:ea typeface="+mn-lt"/>
                <a:cs typeface="+mn-lt"/>
              </a:rPr>
              <a:t>, </a:t>
            </a:r>
            <a:r>
              <a:rPr lang="en-US" err="1">
                <a:solidFill>
                  <a:schemeClr val="bg2"/>
                </a:solidFill>
                <a:ea typeface="+mn-lt"/>
                <a:cs typeface="+mn-lt"/>
              </a:rPr>
              <a:t>név</a:t>
            </a:r>
            <a:r>
              <a:rPr lang="en-US">
                <a:solidFill>
                  <a:schemeClr val="bg2"/>
                </a:solidFill>
                <a:ea typeface="+mn-lt"/>
                <a:cs typeface="+mn-lt"/>
              </a:rPr>
              <a:t>, </a:t>
            </a:r>
            <a:r>
              <a:rPr lang="en-US" err="1">
                <a:solidFill>
                  <a:schemeClr val="bg2"/>
                </a:solidFill>
                <a:ea typeface="+mn-lt"/>
                <a:cs typeface="+mn-lt"/>
              </a:rPr>
              <a:t>ár</a:t>
            </a:r>
            <a:r>
              <a:rPr lang="en-US">
                <a:solidFill>
                  <a:schemeClr val="bg2"/>
                </a:solidFill>
                <a:ea typeface="+mn-lt"/>
                <a:cs typeface="+mn-lt"/>
              </a:rPr>
              <a:t>) </a:t>
            </a:r>
            <a:r>
              <a:rPr lang="en-US" err="1">
                <a:solidFill>
                  <a:schemeClr val="bg2"/>
                </a:solidFill>
                <a:ea typeface="+mn-lt"/>
                <a:cs typeface="+mn-lt"/>
              </a:rPr>
              <a:t>közvetlenül</a:t>
            </a:r>
            <a:r>
              <a:rPr lang="en-US">
                <a:solidFill>
                  <a:schemeClr val="bg2"/>
                </a:solidFill>
                <a:ea typeface="+mn-lt"/>
                <a:cs typeface="+mn-lt"/>
              </a:rPr>
              <a:t> </a:t>
            </a:r>
            <a:r>
              <a:rPr lang="en-US" err="1">
                <a:solidFill>
                  <a:schemeClr val="bg2"/>
                </a:solidFill>
                <a:ea typeface="+mn-lt"/>
                <a:cs typeface="+mn-lt"/>
              </a:rPr>
              <a:t>beillesztve</a:t>
            </a:r>
            <a:r>
              <a:rPr lang="en-US">
                <a:solidFill>
                  <a:schemeClr val="bg2"/>
                </a:solidFill>
                <a:ea typeface="+mn-lt"/>
                <a:cs typeface="+mn-lt"/>
              </a:rPr>
              <a:t> a </a:t>
            </a:r>
            <a:r>
              <a:rPr lang="en-US" err="1">
                <a:solidFill>
                  <a:schemeClr val="bg2"/>
                </a:solidFill>
                <a:ea typeface="+mn-lt"/>
                <a:cs typeface="+mn-lt"/>
              </a:rPr>
              <a:t>legördülő</a:t>
            </a:r>
            <a:r>
              <a:rPr lang="en-US">
                <a:solidFill>
                  <a:schemeClr val="bg2"/>
                </a:solidFill>
                <a:ea typeface="+mn-lt"/>
                <a:cs typeface="+mn-lt"/>
              </a:rPr>
              <a:t> </a:t>
            </a:r>
            <a:r>
              <a:rPr lang="en-US" err="1">
                <a:solidFill>
                  <a:schemeClr val="bg2"/>
                </a:solidFill>
                <a:ea typeface="+mn-lt"/>
                <a:cs typeface="+mn-lt"/>
              </a:rPr>
              <a:t>listába</a:t>
            </a:r>
            <a:endParaRPr lang="en-US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0502255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2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4E4911-C34D-71D0-89D7-6997B7C758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5150" y="442807"/>
            <a:ext cx="7335835" cy="962068"/>
          </a:xfrm>
        </p:spPr>
        <p:txBody>
          <a:bodyPr/>
          <a:lstStyle/>
          <a:p>
            <a:r>
              <a:rPr lang="en-US" b="0" err="1">
                <a:solidFill>
                  <a:schemeClr val="bg2"/>
                </a:solidFill>
                <a:ea typeface="+mj-lt"/>
                <a:cs typeface="+mj-lt"/>
              </a:rPr>
              <a:t>Termék</a:t>
            </a:r>
            <a:r>
              <a:rPr lang="en-US" b="0">
                <a:solidFill>
                  <a:schemeClr val="bg2"/>
                </a:solidFill>
                <a:ea typeface="+mj-lt"/>
                <a:cs typeface="+mj-lt"/>
              </a:rPr>
              <a:t> </a:t>
            </a:r>
            <a:r>
              <a:rPr lang="en-US" b="0" err="1">
                <a:solidFill>
                  <a:schemeClr val="bg2"/>
                </a:solidFill>
                <a:ea typeface="+mj-lt"/>
                <a:cs typeface="+mj-lt"/>
              </a:rPr>
              <a:t>részletes</a:t>
            </a:r>
            <a:r>
              <a:rPr lang="en-US" b="0">
                <a:solidFill>
                  <a:schemeClr val="bg2"/>
                </a:solidFill>
                <a:ea typeface="+mj-lt"/>
                <a:cs typeface="+mj-lt"/>
              </a:rPr>
              <a:t> </a:t>
            </a:r>
            <a:r>
              <a:rPr lang="en-US" b="0" err="1">
                <a:solidFill>
                  <a:schemeClr val="bg2"/>
                </a:solidFill>
                <a:ea typeface="+mj-lt"/>
                <a:cs typeface="+mj-lt"/>
              </a:rPr>
              <a:t>oldal</a:t>
            </a:r>
            <a:endParaRPr lang="en-US">
              <a:solidFill>
                <a:schemeClr val="bg2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295B35-9828-FEC3-2C9D-E2A6D89105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5150" y="1641433"/>
            <a:ext cx="7335835" cy="4447878"/>
          </a:xfrm>
        </p:spPr>
        <p:txBody>
          <a:bodyPr vert="horz" lIns="91440" tIns="45720" rIns="91440" bIns="45720" rtlCol="0" anchor="t">
            <a:normAutofit fontScale="70000" lnSpcReduction="20000"/>
          </a:bodyPr>
          <a:lstStyle/>
          <a:p>
            <a:r>
              <a:rPr lang="en-US" err="1">
                <a:solidFill>
                  <a:schemeClr val="bg2"/>
                </a:solidFill>
                <a:ea typeface="+mn-lt"/>
                <a:cs typeface="+mn-lt"/>
              </a:rPr>
              <a:t>Termékadatok</a:t>
            </a:r>
            <a:r>
              <a:rPr lang="en-US">
                <a:solidFill>
                  <a:schemeClr val="bg2"/>
                </a:solidFill>
                <a:ea typeface="+mn-lt"/>
                <a:cs typeface="+mn-lt"/>
              </a:rPr>
              <a:t> </a:t>
            </a:r>
            <a:r>
              <a:rPr lang="en-US" err="1">
                <a:solidFill>
                  <a:schemeClr val="bg2"/>
                </a:solidFill>
                <a:ea typeface="+mn-lt"/>
                <a:cs typeface="+mn-lt"/>
              </a:rPr>
              <a:t>lekérése</a:t>
            </a:r>
            <a:r>
              <a:rPr lang="en-US">
                <a:solidFill>
                  <a:schemeClr val="bg2"/>
                </a:solidFill>
                <a:ea typeface="+mn-lt"/>
                <a:cs typeface="+mn-lt"/>
              </a:rPr>
              <a:t> ID </a:t>
            </a:r>
            <a:r>
              <a:rPr lang="en-US" err="1">
                <a:solidFill>
                  <a:schemeClr val="bg2"/>
                </a:solidFill>
                <a:ea typeface="+mn-lt"/>
                <a:cs typeface="+mn-lt"/>
              </a:rPr>
              <a:t>alapján</a:t>
            </a:r>
            <a:r>
              <a:rPr lang="en-US">
                <a:solidFill>
                  <a:schemeClr val="bg2"/>
                </a:solidFill>
                <a:ea typeface="+mn-lt"/>
                <a:cs typeface="+mn-lt"/>
              </a:rPr>
              <a:t> (SELECT * FROM shoes WHERE id = ?)</a:t>
            </a:r>
            <a:endParaRPr lang="en-US">
              <a:solidFill>
                <a:schemeClr val="bg2"/>
              </a:solidFill>
            </a:endParaRPr>
          </a:p>
          <a:p>
            <a:endParaRPr lang="en-US">
              <a:solidFill>
                <a:schemeClr val="bg2"/>
              </a:solidFill>
            </a:endParaRPr>
          </a:p>
          <a:p>
            <a:r>
              <a:rPr lang="en-US" err="1">
                <a:solidFill>
                  <a:schemeClr val="bg2"/>
                </a:solidFill>
                <a:ea typeface="+mn-lt"/>
                <a:cs typeface="+mn-lt"/>
              </a:rPr>
              <a:t>Több</a:t>
            </a:r>
            <a:r>
              <a:rPr lang="en-US">
                <a:solidFill>
                  <a:schemeClr val="bg2"/>
                </a:solidFill>
                <a:ea typeface="+mn-lt"/>
                <a:cs typeface="+mn-lt"/>
              </a:rPr>
              <a:t> </a:t>
            </a:r>
            <a:r>
              <a:rPr lang="en-US" err="1">
                <a:solidFill>
                  <a:schemeClr val="bg2"/>
                </a:solidFill>
                <a:ea typeface="+mn-lt"/>
                <a:cs typeface="+mn-lt"/>
              </a:rPr>
              <a:t>kép</a:t>
            </a:r>
            <a:r>
              <a:rPr lang="en-US">
                <a:solidFill>
                  <a:schemeClr val="bg2"/>
                </a:solidFill>
                <a:ea typeface="+mn-lt"/>
                <a:cs typeface="+mn-lt"/>
              </a:rPr>
              <a:t> </a:t>
            </a:r>
            <a:r>
              <a:rPr lang="en-US" err="1">
                <a:solidFill>
                  <a:schemeClr val="bg2"/>
                </a:solidFill>
                <a:ea typeface="+mn-lt"/>
                <a:cs typeface="+mn-lt"/>
              </a:rPr>
              <a:t>esetén</a:t>
            </a:r>
            <a:r>
              <a:rPr lang="en-US">
                <a:solidFill>
                  <a:schemeClr val="bg2"/>
                </a:solidFill>
                <a:ea typeface="+mn-lt"/>
                <a:cs typeface="+mn-lt"/>
              </a:rPr>
              <a:t> Bootstrap Carousel </a:t>
            </a:r>
            <a:r>
              <a:rPr lang="en-US" err="1">
                <a:solidFill>
                  <a:schemeClr val="bg2"/>
                </a:solidFill>
                <a:ea typeface="+mn-lt"/>
                <a:cs typeface="+mn-lt"/>
              </a:rPr>
              <a:t>használata</a:t>
            </a:r>
            <a:endParaRPr lang="en-US">
              <a:solidFill>
                <a:schemeClr val="bg2"/>
              </a:solidFill>
            </a:endParaRPr>
          </a:p>
          <a:p>
            <a:endParaRPr lang="en-US">
              <a:solidFill>
                <a:schemeClr val="bg2"/>
              </a:solidFill>
            </a:endParaRPr>
          </a:p>
          <a:p>
            <a:r>
              <a:rPr lang="en-US" err="1">
                <a:solidFill>
                  <a:schemeClr val="bg2"/>
                </a:solidFill>
                <a:ea typeface="+mn-lt"/>
                <a:cs typeface="+mn-lt"/>
              </a:rPr>
              <a:t>Méretválasztó</a:t>
            </a:r>
            <a:r>
              <a:rPr lang="en-US">
                <a:solidFill>
                  <a:schemeClr val="bg2"/>
                </a:solidFill>
                <a:ea typeface="+mn-lt"/>
                <a:cs typeface="+mn-lt"/>
              </a:rPr>
              <a:t> </a:t>
            </a:r>
            <a:r>
              <a:rPr lang="en-US" err="1">
                <a:solidFill>
                  <a:schemeClr val="bg2"/>
                </a:solidFill>
                <a:ea typeface="+mn-lt"/>
                <a:cs typeface="+mn-lt"/>
              </a:rPr>
              <a:t>legördülő</a:t>
            </a:r>
            <a:r>
              <a:rPr lang="en-US">
                <a:solidFill>
                  <a:schemeClr val="bg2"/>
                </a:solidFill>
                <a:ea typeface="+mn-lt"/>
                <a:cs typeface="+mn-lt"/>
              </a:rPr>
              <a:t> (35-45)</a:t>
            </a:r>
            <a:endParaRPr lang="en-US">
              <a:solidFill>
                <a:schemeClr val="bg2"/>
              </a:solidFill>
            </a:endParaRPr>
          </a:p>
          <a:p>
            <a:endParaRPr lang="en-US">
              <a:solidFill>
                <a:schemeClr val="bg2"/>
              </a:solidFill>
            </a:endParaRPr>
          </a:p>
          <a:p>
            <a:r>
              <a:rPr lang="en-US" err="1">
                <a:solidFill>
                  <a:schemeClr val="bg2"/>
                </a:solidFill>
                <a:ea typeface="+mn-lt"/>
                <a:cs typeface="+mn-lt"/>
              </a:rPr>
              <a:t>Kommentek</a:t>
            </a:r>
            <a:r>
              <a:rPr lang="en-US">
                <a:solidFill>
                  <a:schemeClr val="bg2"/>
                </a:solidFill>
                <a:ea typeface="+mn-lt"/>
                <a:cs typeface="+mn-lt"/>
              </a:rPr>
              <a:t>:</a:t>
            </a:r>
            <a:endParaRPr lang="en-US">
              <a:solidFill>
                <a:schemeClr val="bg2"/>
              </a:solidFill>
            </a:endParaRPr>
          </a:p>
          <a:p>
            <a:endParaRPr lang="en-US">
              <a:solidFill>
                <a:schemeClr val="bg2"/>
              </a:solidFill>
            </a:endParaRPr>
          </a:p>
          <a:p>
            <a:r>
              <a:rPr lang="en-US" err="1">
                <a:solidFill>
                  <a:schemeClr val="bg2"/>
                </a:solidFill>
                <a:ea typeface="+mn-lt"/>
                <a:cs typeface="+mn-lt"/>
              </a:rPr>
              <a:t>Csak</a:t>
            </a:r>
            <a:r>
              <a:rPr lang="en-US">
                <a:solidFill>
                  <a:schemeClr val="bg2"/>
                </a:solidFill>
                <a:ea typeface="+mn-lt"/>
                <a:cs typeface="+mn-lt"/>
              </a:rPr>
              <a:t> </a:t>
            </a:r>
            <a:r>
              <a:rPr lang="en-US" err="1">
                <a:solidFill>
                  <a:schemeClr val="bg2"/>
                </a:solidFill>
                <a:ea typeface="+mn-lt"/>
                <a:cs typeface="+mn-lt"/>
              </a:rPr>
              <a:t>bejelentkezett</a:t>
            </a:r>
            <a:r>
              <a:rPr lang="en-US">
                <a:solidFill>
                  <a:schemeClr val="bg2"/>
                </a:solidFill>
                <a:ea typeface="+mn-lt"/>
                <a:cs typeface="+mn-lt"/>
              </a:rPr>
              <a:t> </a:t>
            </a:r>
            <a:r>
              <a:rPr lang="en-US" err="1">
                <a:solidFill>
                  <a:schemeClr val="bg2"/>
                </a:solidFill>
                <a:ea typeface="+mn-lt"/>
                <a:cs typeface="+mn-lt"/>
              </a:rPr>
              <a:t>felhasználók</a:t>
            </a:r>
            <a:r>
              <a:rPr lang="en-US">
                <a:solidFill>
                  <a:schemeClr val="bg2"/>
                </a:solidFill>
                <a:ea typeface="+mn-lt"/>
                <a:cs typeface="+mn-lt"/>
              </a:rPr>
              <a:t> </a:t>
            </a:r>
            <a:r>
              <a:rPr lang="en-US" err="1">
                <a:solidFill>
                  <a:schemeClr val="bg2"/>
                </a:solidFill>
                <a:ea typeface="+mn-lt"/>
                <a:cs typeface="+mn-lt"/>
              </a:rPr>
              <a:t>írhatnak</a:t>
            </a:r>
            <a:endParaRPr lang="en-US">
              <a:solidFill>
                <a:schemeClr val="bg2"/>
              </a:solidFill>
            </a:endParaRPr>
          </a:p>
          <a:p>
            <a:endParaRPr lang="en-US">
              <a:solidFill>
                <a:schemeClr val="bg2"/>
              </a:solidFill>
            </a:endParaRPr>
          </a:p>
          <a:p>
            <a:r>
              <a:rPr lang="en-US" err="1">
                <a:solidFill>
                  <a:schemeClr val="bg2"/>
                </a:solidFill>
                <a:ea typeface="+mn-lt"/>
                <a:cs typeface="+mn-lt"/>
              </a:rPr>
              <a:t>Kommentek</a:t>
            </a:r>
            <a:r>
              <a:rPr lang="en-US">
                <a:solidFill>
                  <a:schemeClr val="bg2"/>
                </a:solidFill>
                <a:ea typeface="+mn-lt"/>
                <a:cs typeface="+mn-lt"/>
              </a:rPr>
              <a:t> </a:t>
            </a:r>
            <a:r>
              <a:rPr lang="en-US" err="1">
                <a:solidFill>
                  <a:schemeClr val="bg2"/>
                </a:solidFill>
                <a:ea typeface="+mn-lt"/>
                <a:cs typeface="+mn-lt"/>
              </a:rPr>
              <a:t>listázása</a:t>
            </a:r>
            <a:r>
              <a:rPr lang="en-US">
                <a:solidFill>
                  <a:schemeClr val="bg2"/>
                </a:solidFill>
                <a:ea typeface="+mn-lt"/>
                <a:cs typeface="+mn-lt"/>
              </a:rPr>
              <a:t> </a:t>
            </a:r>
            <a:r>
              <a:rPr lang="en-US" err="1">
                <a:solidFill>
                  <a:schemeClr val="bg2"/>
                </a:solidFill>
                <a:ea typeface="+mn-lt"/>
                <a:cs typeface="+mn-lt"/>
              </a:rPr>
              <a:t>időrendben</a:t>
            </a:r>
            <a:endParaRPr lang="en-US">
              <a:solidFill>
                <a:schemeClr val="bg2"/>
              </a:solidFill>
            </a:endParaRPr>
          </a:p>
          <a:p>
            <a:endParaRPr lang="en-US">
              <a:solidFill>
                <a:schemeClr val="bg2"/>
              </a:solidFill>
            </a:endParaRPr>
          </a:p>
          <a:p>
            <a:r>
              <a:rPr lang="en-US">
                <a:solidFill>
                  <a:schemeClr val="bg2"/>
                </a:solidFill>
                <a:ea typeface="+mn-lt"/>
                <a:cs typeface="+mn-lt"/>
              </a:rPr>
              <a:t>Admin </a:t>
            </a:r>
            <a:r>
              <a:rPr lang="en-US" err="1">
                <a:solidFill>
                  <a:schemeClr val="bg2"/>
                </a:solidFill>
                <a:ea typeface="+mn-lt"/>
                <a:cs typeface="+mn-lt"/>
              </a:rPr>
              <a:t>felületen</a:t>
            </a:r>
            <a:r>
              <a:rPr lang="en-US">
                <a:solidFill>
                  <a:schemeClr val="bg2"/>
                </a:solidFill>
                <a:ea typeface="+mn-lt"/>
                <a:cs typeface="+mn-lt"/>
              </a:rPr>
              <a:t> </a:t>
            </a:r>
            <a:r>
              <a:rPr lang="en-US" err="1">
                <a:solidFill>
                  <a:schemeClr val="bg2"/>
                </a:solidFill>
                <a:ea typeface="+mn-lt"/>
                <a:cs typeface="+mn-lt"/>
              </a:rPr>
              <a:t>törölhetők</a:t>
            </a:r>
            <a:endParaRPr lang="en-US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5265241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2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41418B-E133-9C48-F459-A71E53C288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5150" y="326390"/>
            <a:ext cx="7335835" cy="1268984"/>
          </a:xfrm>
        </p:spPr>
        <p:txBody>
          <a:bodyPr>
            <a:normAutofit fontScale="90000"/>
          </a:bodyPr>
          <a:lstStyle/>
          <a:p>
            <a:r>
              <a:rPr lang="en-US" b="0">
                <a:solidFill>
                  <a:schemeClr val="bg2"/>
                </a:solidFill>
                <a:ea typeface="+mj-lt"/>
                <a:cs typeface="+mj-lt"/>
              </a:rPr>
              <a:t>Kosár </a:t>
            </a:r>
            <a:r>
              <a:rPr lang="en-US" b="0" err="1">
                <a:solidFill>
                  <a:schemeClr val="bg2"/>
                </a:solidFill>
                <a:ea typeface="+mj-lt"/>
                <a:cs typeface="+mj-lt"/>
              </a:rPr>
              <a:t>működése</a:t>
            </a:r>
            <a:r>
              <a:rPr lang="en-US" b="0">
                <a:solidFill>
                  <a:schemeClr val="bg2"/>
                </a:solidFill>
                <a:ea typeface="+mj-lt"/>
                <a:cs typeface="+mj-lt"/>
              </a:rPr>
              <a:t> – </a:t>
            </a:r>
            <a:r>
              <a:rPr lang="en-US" b="0" err="1">
                <a:solidFill>
                  <a:schemeClr val="bg2"/>
                </a:solidFill>
                <a:ea typeface="+mj-lt"/>
                <a:cs typeface="+mj-lt"/>
              </a:rPr>
              <a:t>kétféle</a:t>
            </a:r>
            <a:r>
              <a:rPr lang="en-US" b="0">
                <a:solidFill>
                  <a:schemeClr val="bg2"/>
                </a:solidFill>
                <a:ea typeface="+mj-lt"/>
                <a:cs typeface="+mj-lt"/>
              </a:rPr>
              <a:t> </a:t>
            </a:r>
            <a:r>
              <a:rPr lang="en-US" b="0" err="1">
                <a:solidFill>
                  <a:schemeClr val="bg2"/>
                </a:solidFill>
                <a:ea typeface="+mj-lt"/>
                <a:cs typeface="+mj-lt"/>
              </a:rPr>
              <a:t>azonosítás</a:t>
            </a:r>
            <a:endParaRPr lang="en-US">
              <a:solidFill>
                <a:schemeClr val="bg2"/>
              </a:solidFill>
              <a:ea typeface="+mj-lt"/>
              <a:cs typeface="+mj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0C0165-488C-6942-8A84-CDF9CAA1C2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5150" y="1884849"/>
            <a:ext cx="7335835" cy="4162129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r>
              <a:rPr lang="en-US" err="1">
                <a:solidFill>
                  <a:schemeClr val="bg2"/>
                </a:solidFill>
                <a:ea typeface="+mn-lt"/>
                <a:cs typeface="+mn-lt"/>
              </a:rPr>
              <a:t>Bejelentkezett</a:t>
            </a:r>
            <a:r>
              <a:rPr lang="en-US">
                <a:solidFill>
                  <a:schemeClr val="bg2"/>
                </a:solidFill>
                <a:ea typeface="+mn-lt"/>
                <a:cs typeface="+mn-lt"/>
              </a:rPr>
              <a:t> </a:t>
            </a:r>
            <a:r>
              <a:rPr lang="en-US" err="1">
                <a:solidFill>
                  <a:schemeClr val="bg2"/>
                </a:solidFill>
                <a:ea typeface="+mn-lt"/>
                <a:cs typeface="+mn-lt"/>
              </a:rPr>
              <a:t>felhasználó</a:t>
            </a:r>
            <a:r>
              <a:rPr lang="en-US">
                <a:solidFill>
                  <a:schemeClr val="bg2"/>
                </a:solidFill>
                <a:ea typeface="+mn-lt"/>
                <a:cs typeface="+mn-lt"/>
              </a:rPr>
              <a:t>: </a:t>
            </a:r>
            <a:r>
              <a:rPr lang="en-US" err="1">
                <a:solidFill>
                  <a:schemeClr val="bg2"/>
                </a:solidFill>
                <a:ea typeface="+mn-lt"/>
                <a:cs typeface="+mn-lt"/>
              </a:rPr>
              <a:t>user_id</a:t>
            </a:r>
            <a:r>
              <a:rPr lang="en-US">
                <a:solidFill>
                  <a:schemeClr val="bg2"/>
                </a:solidFill>
                <a:ea typeface="+mn-lt"/>
                <a:cs typeface="+mn-lt"/>
              </a:rPr>
              <a:t> </a:t>
            </a:r>
            <a:r>
              <a:rPr lang="en-US" err="1">
                <a:solidFill>
                  <a:schemeClr val="bg2"/>
                </a:solidFill>
                <a:ea typeface="+mn-lt"/>
                <a:cs typeface="+mn-lt"/>
              </a:rPr>
              <a:t>alapján</a:t>
            </a:r>
            <a:r>
              <a:rPr lang="en-US">
                <a:solidFill>
                  <a:schemeClr val="bg2"/>
                </a:solidFill>
                <a:ea typeface="+mn-lt"/>
                <a:cs typeface="+mn-lt"/>
              </a:rPr>
              <a:t> </a:t>
            </a:r>
            <a:r>
              <a:rPr lang="en-US" err="1">
                <a:solidFill>
                  <a:schemeClr val="bg2"/>
                </a:solidFill>
                <a:ea typeface="+mn-lt"/>
                <a:cs typeface="+mn-lt"/>
              </a:rPr>
              <a:t>tárolja</a:t>
            </a:r>
            <a:r>
              <a:rPr lang="en-US">
                <a:solidFill>
                  <a:schemeClr val="bg2"/>
                </a:solidFill>
                <a:ea typeface="+mn-lt"/>
                <a:cs typeface="+mn-lt"/>
              </a:rPr>
              <a:t> a cart </a:t>
            </a:r>
            <a:r>
              <a:rPr lang="en-US" err="1">
                <a:solidFill>
                  <a:schemeClr val="bg2"/>
                </a:solidFill>
                <a:ea typeface="+mn-lt"/>
                <a:cs typeface="+mn-lt"/>
              </a:rPr>
              <a:t>táblában</a:t>
            </a:r>
            <a:endParaRPr lang="en-US">
              <a:solidFill>
                <a:schemeClr val="bg2"/>
              </a:solidFill>
            </a:endParaRPr>
          </a:p>
          <a:p>
            <a:endParaRPr lang="en-US">
              <a:solidFill>
                <a:schemeClr val="bg2"/>
              </a:solidFill>
            </a:endParaRPr>
          </a:p>
          <a:p>
            <a:r>
              <a:rPr lang="en-US">
                <a:solidFill>
                  <a:schemeClr val="bg2"/>
                </a:solidFill>
                <a:ea typeface="+mn-lt"/>
                <a:cs typeface="+mn-lt"/>
              </a:rPr>
              <a:t>Vendég: </a:t>
            </a:r>
            <a:r>
              <a:rPr lang="en-US" err="1">
                <a:solidFill>
                  <a:schemeClr val="bg2"/>
                </a:solidFill>
                <a:ea typeface="+mn-lt"/>
                <a:cs typeface="+mn-lt"/>
              </a:rPr>
              <a:t>session_id</a:t>
            </a:r>
            <a:r>
              <a:rPr lang="en-US">
                <a:solidFill>
                  <a:schemeClr val="bg2"/>
                </a:solidFill>
                <a:ea typeface="+mn-lt"/>
                <a:cs typeface="+mn-lt"/>
              </a:rPr>
              <a:t> </a:t>
            </a:r>
            <a:r>
              <a:rPr lang="en-US" err="1">
                <a:solidFill>
                  <a:schemeClr val="bg2"/>
                </a:solidFill>
                <a:ea typeface="+mn-lt"/>
                <a:cs typeface="+mn-lt"/>
              </a:rPr>
              <a:t>alapján</a:t>
            </a:r>
            <a:endParaRPr lang="en-US">
              <a:solidFill>
                <a:schemeClr val="bg2"/>
              </a:solidFill>
            </a:endParaRPr>
          </a:p>
          <a:p>
            <a:endParaRPr lang="en-US">
              <a:solidFill>
                <a:schemeClr val="bg2"/>
              </a:solidFill>
            </a:endParaRPr>
          </a:p>
          <a:p>
            <a:r>
              <a:rPr lang="en-US">
                <a:solidFill>
                  <a:schemeClr val="bg2"/>
                </a:solidFill>
                <a:ea typeface="+mn-lt"/>
                <a:cs typeface="+mn-lt"/>
              </a:rPr>
              <a:t>A </a:t>
            </a:r>
            <a:r>
              <a:rPr lang="en-US" err="1">
                <a:solidFill>
                  <a:schemeClr val="bg2"/>
                </a:solidFill>
                <a:ea typeface="+mn-lt"/>
                <a:cs typeface="+mn-lt"/>
              </a:rPr>
              <a:t>getSessionId</a:t>
            </a:r>
            <a:r>
              <a:rPr lang="en-US">
                <a:solidFill>
                  <a:schemeClr val="bg2"/>
                </a:solidFill>
                <a:ea typeface="+mn-lt"/>
                <a:cs typeface="+mn-lt"/>
              </a:rPr>
              <a:t>() a PHP session ID-t </a:t>
            </a:r>
            <a:r>
              <a:rPr lang="en-US" err="1">
                <a:solidFill>
                  <a:schemeClr val="bg2"/>
                </a:solidFill>
                <a:ea typeface="+mn-lt"/>
                <a:cs typeface="+mn-lt"/>
              </a:rPr>
              <a:t>használja</a:t>
            </a:r>
            <a:r>
              <a:rPr lang="en-US">
                <a:solidFill>
                  <a:schemeClr val="bg2"/>
                </a:solidFill>
                <a:ea typeface="+mn-lt"/>
                <a:cs typeface="+mn-lt"/>
              </a:rPr>
              <a:t> </a:t>
            </a:r>
            <a:r>
              <a:rPr lang="en-US" err="1">
                <a:solidFill>
                  <a:schemeClr val="bg2"/>
                </a:solidFill>
                <a:ea typeface="+mn-lt"/>
                <a:cs typeface="+mn-lt"/>
              </a:rPr>
              <a:t>egyedi</a:t>
            </a:r>
            <a:r>
              <a:rPr lang="en-US">
                <a:solidFill>
                  <a:schemeClr val="bg2"/>
                </a:solidFill>
                <a:ea typeface="+mn-lt"/>
                <a:cs typeface="+mn-lt"/>
              </a:rPr>
              <a:t> </a:t>
            </a:r>
            <a:r>
              <a:rPr lang="en-US" err="1">
                <a:solidFill>
                  <a:schemeClr val="bg2"/>
                </a:solidFill>
                <a:ea typeface="+mn-lt"/>
                <a:cs typeface="+mn-lt"/>
              </a:rPr>
              <a:t>azonosítóként</a:t>
            </a:r>
            <a:endParaRPr lang="en-US">
              <a:solidFill>
                <a:schemeClr val="bg2"/>
              </a:solidFill>
            </a:endParaRPr>
          </a:p>
          <a:p>
            <a:endParaRPr lang="en-US">
              <a:solidFill>
                <a:schemeClr val="bg2"/>
              </a:solidFill>
            </a:endParaRPr>
          </a:p>
          <a:p>
            <a:r>
              <a:rPr lang="en-US" err="1">
                <a:solidFill>
                  <a:schemeClr val="bg2"/>
                </a:solidFill>
                <a:ea typeface="+mn-lt"/>
                <a:cs typeface="+mn-lt"/>
              </a:rPr>
              <a:t>Ugyanaz</a:t>
            </a:r>
            <a:r>
              <a:rPr lang="en-US">
                <a:solidFill>
                  <a:schemeClr val="bg2"/>
                </a:solidFill>
                <a:ea typeface="+mn-lt"/>
                <a:cs typeface="+mn-lt"/>
              </a:rPr>
              <a:t> a </a:t>
            </a:r>
            <a:r>
              <a:rPr lang="en-US" err="1">
                <a:solidFill>
                  <a:schemeClr val="bg2"/>
                </a:solidFill>
                <a:ea typeface="+mn-lt"/>
                <a:cs typeface="+mn-lt"/>
              </a:rPr>
              <a:t>kosár</a:t>
            </a:r>
            <a:r>
              <a:rPr lang="en-US">
                <a:solidFill>
                  <a:schemeClr val="bg2"/>
                </a:solidFill>
                <a:ea typeface="+mn-lt"/>
                <a:cs typeface="+mn-lt"/>
              </a:rPr>
              <a:t> </a:t>
            </a:r>
            <a:r>
              <a:rPr lang="en-US" err="1">
                <a:solidFill>
                  <a:schemeClr val="bg2"/>
                </a:solidFill>
                <a:ea typeface="+mn-lt"/>
                <a:cs typeface="+mn-lt"/>
              </a:rPr>
              <a:t>logika</a:t>
            </a:r>
            <a:r>
              <a:rPr lang="en-US">
                <a:solidFill>
                  <a:schemeClr val="bg2"/>
                </a:solidFill>
                <a:ea typeface="+mn-lt"/>
                <a:cs typeface="+mn-lt"/>
              </a:rPr>
              <a:t> </a:t>
            </a:r>
            <a:r>
              <a:rPr lang="en-US" err="1">
                <a:solidFill>
                  <a:schemeClr val="bg2"/>
                </a:solidFill>
                <a:ea typeface="+mn-lt"/>
                <a:cs typeface="+mn-lt"/>
              </a:rPr>
              <a:t>működik</a:t>
            </a:r>
            <a:r>
              <a:rPr lang="en-US">
                <a:solidFill>
                  <a:schemeClr val="bg2"/>
                </a:solidFill>
                <a:ea typeface="+mn-lt"/>
                <a:cs typeface="+mn-lt"/>
              </a:rPr>
              <a:t> </a:t>
            </a:r>
            <a:r>
              <a:rPr lang="en-US" err="1">
                <a:solidFill>
                  <a:schemeClr val="bg2"/>
                </a:solidFill>
                <a:ea typeface="+mn-lt"/>
                <a:cs typeface="+mn-lt"/>
              </a:rPr>
              <a:t>mindkét</a:t>
            </a:r>
            <a:r>
              <a:rPr lang="en-US">
                <a:solidFill>
                  <a:schemeClr val="bg2"/>
                </a:solidFill>
                <a:ea typeface="+mn-lt"/>
                <a:cs typeface="+mn-lt"/>
              </a:rPr>
              <a:t> </a:t>
            </a:r>
            <a:r>
              <a:rPr lang="en-US" err="1">
                <a:solidFill>
                  <a:schemeClr val="bg2"/>
                </a:solidFill>
                <a:ea typeface="+mn-lt"/>
                <a:cs typeface="+mn-lt"/>
              </a:rPr>
              <a:t>esetben</a:t>
            </a:r>
            <a:r>
              <a:rPr lang="en-US">
                <a:solidFill>
                  <a:schemeClr val="bg2"/>
                </a:solidFill>
                <a:ea typeface="+mn-lt"/>
                <a:cs typeface="+mn-lt"/>
              </a:rPr>
              <a:t>, a </a:t>
            </a:r>
            <a:r>
              <a:rPr lang="en-US" err="1">
                <a:solidFill>
                  <a:schemeClr val="bg2"/>
                </a:solidFill>
                <a:ea typeface="+mn-lt"/>
                <a:cs typeface="+mn-lt"/>
              </a:rPr>
              <a:t>config.php</a:t>
            </a:r>
            <a:r>
              <a:rPr lang="en-US">
                <a:solidFill>
                  <a:schemeClr val="bg2"/>
                </a:solidFill>
                <a:ea typeface="+mn-lt"/>
                <a:cs typeface="+mn-lt"/>
              </a:rPr>
              <a:t> </a:t>
            </a:r>
            <a:r>
              <a:rPr lang="en-US" err="1">
                <a:solidFill>
                  <a:schemeClr val="bg2"/>
                </a:solidFill>
                <a:ea typeface="+mn-lt"/>
                <a:cs typeface="+mn-lt"/>
              </a:rPr>
              <a:t>függvényei</a:t>
            </a:r>
            <a:r>
              <a:rPr lang="en-US">
                <a:solidFill>
                  <a:schemeClr val="bg2"/>
                </a:solidFill>
                <a:ea typeface="+mn-lt"/>
                <a:cs typeface="+mn-lt"/>
              </a:rPr>
              <a:t> </a:t>
            </a:r>
            <a:r>
              <a:rPr lang="en-US" err="1">
                <a:solidFill>
                  <a:schemeClr val="bg2"/>
                </a:solidFill>
                <a:ea typeface="+mn-lt"/>
                <a:cs typeface="+mn-lt"/>
              </a:rPr>
              <a:t>egységesítik</a:t>
            </a:r>
            <a:endParaRPr lang="en-US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1854651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2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DC8DE1-ABD7-5866-4757-0A8C72E539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5150" y="421640"/>
            <a:ext cx="7335835" cy="771568"/>
          </a:xfrm>
        </p:spPr>
        <p:txBody>
          <a:bodyPr/>
          <a:lstStyle/>
          <a:p>
            <a:r>
              <a:rPr lang="en-US" b="0" err="1">
                <a:solidFill>
                  <a:schemeClr val="bg2"/>
                </a:solidFill>
                <a:ea typeface="+mj-lt"/>
                <a:cs typeface="+mj-lt"/>
              </a:rPr>
              <a:t>Kosárba</a:t>
            </a:r>
            <a:r>
              <a:rPr lang="en-US" b="0">
                <a:solidFill>
                  <a:schemeClr val="bg2"/>
                </a:solidFill>
                <a:ea typeface="+mj-lt"/>
                <a:cs typeface="+mj-lt"/>
              </a:rPr>
              <a:t> </a:t>
            </a:r>
            <a:r>
              <a:rPr lang="en-US" b="0" err="1">
                <a:solidFill>
                  <a:schemeClr val="bg2"/>
                </a:solidFill>
                <a:ea typeface="+mj-lt"/>
                <a:cs typeface="+mj-lt"/>
              </a:rPr>
              <a:t>helyezés</a:t>
            </a:r>
            <a:r>
              <a:rPr lang="en-US" b="0">
                <a:solidFill>
                  <a:schemeClr val="bg2"/>
                </a:solidFill>
                <a:ea typeface="+mj-lt"/>
                <a:cs typeface="+mj-lt"/>
              </a:rPr>
              <a:t> AJAX-</a:t>
            </a:r>
            <a:r>
              <a:rPr lang="en-US" b="0" err="1">
                <a:solidFill>
                  <a:schemeClr val="bg2"/>
                </a:solidFill>
                <a:ea typeface="+mj-lt"/>
                <a:cs typeface="+mj-lt"/>
              </a:rPr>
              <a:t>szal</a:t>
            </a:r>
            <a:endParaRPr lang="en-US">
              <a:solidFill>
                <a:schemeClr val="bg2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0121D5-255B-6B22-30F5-F3D27815A7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5150" y="1715516"/>
            <a:ext cx="7335835" cy="4045712"/>
          </a:xfrm>
        </p:spPr>
        <p:txBody>
          <a:bodyPr vert="horz" lIns="91440" tIns="45720" rIns="91440" bIns="45720" rtlCol="0" anchor="t">
            <a:normAutofit fontScale="92500" lnSpcReduction="20000"/>
          </a:bodyPr>
          <a:lstStyle/>
          <a:p>
            <a:r>
              <a:rPr lang="en-US">
                <a:solidFill>
                  <a:schemeClr val="bg2"/>
                </a:solidFill>
                <a:ea typeface="+mn-lt"/>
                <a:cs typeface="+mn-lt"/>
              </a:rPr>
              <a:t>POST </a:t>
            </a:r>
            <a:r>
              <a:rPr lang="en-US" err="1">
                <a:solidFill>
                  <a:schemeClr val="bg2"/>
                </a:solidFill>
                <a:ea typeface="+mn-lt"/>
                <a:cs typeface="+mn-lt"/>
              </a:rPr>
              <a:t>kérés</a:t>
            </a:r>
            <a:r>
              <a:rPr lang="en-US">
                <a:solidFill>
                  <a:schemeClr val="bg2"/>
                </a:solidFill>
                <a:ea typeface="+mn-lt"/>
                <a:cs typeface="+mn-lt"/>
              </a:rPr>
              <a:t> </a:t>
            </a:r>
            <a:r>
              <a:rPr lang="en-US" err="1">
                <a:solidFill>
                  <a:schemeClr val="bg2"/>
                </a:solidFill>
                <a:ea typeface="+mn-lt"/>
                <a:cs typeface="+mn-lt"/>
              </a:rPr>
              <a:t>fogadása</a:t>
            </a:r>
            <a:r>
              <a:rPr lang="en-US">
                <a:solidFill>
                  <a:schemeClr val="bg2"/>
                </a:solidFill>
                <a:ea typeface="+mn-lt"/>
                <a:cs typeface="+mn-lt"/>
              </a:rPr>
              <a:t> (id, size, </a:t>
            </a:r>
            <a:r>
              <a:rPr lang="en-US" err="1">
                <a:solidFill>
                  <a:schemeClr val="bg2"/>
                </a:solidFill>
                <a:ea typeface="+mn-lt"/>
                <a:cs typeface="+mn-lt"/>
              </a:rPr>
              <a:t>opcionális</a:t>
            </a:r>
            <a:r>
              <a:rPr lang="en-US">
                <a:solidFill>
                  <a:schemeClr val="bg2"/>
                </a:solidFill>
                <a:ea typeface="+mn-lt"/>
                <a:cs typeface="+mn-lt"/>
              </a:rPr>
              <a:t> quantity)</a:t>
            </a:r>
            <a:endParaRPr lang="en-US">
              <a:solidFill>
                <a:schemeClr val="bg2"/>
              </a:solidFill>
            </a:endParaRPr>
          </a:p>
          <a:p>
            <a:endParaRPr lang="en-US">
              <a:solidFill>
                <a:schemeClr val="bg2"/>
              </a:solidFill>
            </a:endParaRPr>
          </a:p>
          <a:p>
            <a:r>
              <a:rPr lang="en-US" err="1">
                <a:solidFill>
                  <a:schemeClr val="bg2"/>
                </a:solidFill>
                <a:ea typeface="+mn-lt"/>
                <a:cs typeface="+mn-lt"/>
              </a:rPr>
              <a:t>Létező</a:t>
            </a:r>
            <a:r>
              <a:rPr lang="en-US">
                <a:solidFill>
                  <a:schemeClr val="bg2"/>
                </a:solidFill>
                <a:ea typeface="+mn-lt"/>
                <a:cs typeface="+mn-lt"/>
              </a:rPr>
              <a:t> </a:t>
            </a:r>
            <a:r>
              <a:rPr lang="en-US" err="1">
                <a:solidFill>
                  <a:schemeClr val="bg2"/>
                </a:solidFill>
                <a:ea typeface="+mn-lt"/>
                <a:cs typeface="+mn-lt"/>
              </a:rPr>
              <a:t>termék</a:t>
            </a:r>
            <a:r>
              <a:rPr lang="en-US">
                <a:solidFill>
                  <a:schemeClr val="bg2"/>
                </a:solidFill>
                <a:ea typeface="+mn-lt"/>
                <a:cs typeface="+mn-lt"/>
              </a:rPr>
              <a:t> </a:t>
            </a:r>
            <a:r>
              <a:rPr lang="en-US" err="1">
                <a:solidFill>
                  <a:schemeClr val="bg2"/>
                </a:solidFill>
                <a:ea typeface="+mn-lt"/>
                <a:cs typeface="+mn-lt"/>
              </a:rPr>
              <a:t>ellenőrzése</a:t>
            </a:r>
            <a:endParaRPr lang="en-US">
              <a:solidFill>
                <a:schemeClr val="bg2"/>
              </a:solidFill>
            </a:endParaRPr>
          </a:p>
          <a:p>
            <a:endParaRPr lang="en-US">
              <a:solidFill>
                <a:schemeClr val="bg2"/>
              </a:solidFill>
            </a:endParaRPr>
          </a:p>
          <a:p>
            <a:r>
              <a:rPr lang="en-US">
                <a:solidFill>
                  <a:schemeClr val="bg2"/>
                </a:solidFill>
                <a:ea typeface="+mn-lt"/>
                <a:cs typeface="+mn-lt"/>
              </a:rPr>
              <a:t>Ha </a:t>
            </a:r>
            <a:r>
              <a:rPr lang="en-US" err="1">
                <a:solidFill>
                  <a:schemeClr val="bg2"/>
                </a:solidFill>
                <a:ea typeface="+mn-lt"/>
                <a:cs typeface="+mn-lt"/>
              </a:rPr>
              <a:t>már</a:t>
            </a:r>
            <a:r>
              <a:rPr lang="en-US">
                <a:solidFill>
                  <a:schemeClr val="bg2"/>
                </a:solidFill>
                <a:ea typeface="+mn-lt"/>
                <a:cs typeface="+mn-lt"/>
              </a:rPr>
              <a:t> van </a:t>
            </a:r>
            <a:r>
              <a:rPr lang="en-US" err="1">
                <a:solidFill>
                  <a:schemeClr val="bg2"/>
                </a:solidFill>
                <a:ea typeface="+mn-lt"/>
                <a:cs typeface="+mn-lt"/>
              </a:rPr>
              <a:t>ilyen</a:t>
            </a:r>
            <a:r>
              <a:rPr lang="en-US">
                <a:solidFill>
                  <a:schemeClr val="bg2"/>
                </a:solidFill>
                <a:ea typeface="+mn-lt"/>
                <a:cs typeface="+mn-lt"/>
              </a:rPr>
              <a:t> </a:t>
            </a:r>
            <a:r>
              <a:rPr lang="en-US" err="1">
                <a:solidFill>
                  <a:schemeClr val="bg2"/>
                </a:solidFill>
                <a:ea typeface="+mn-lt"/>
                <a:cs typeface="+mn-lt"/>
              </a:rPr>
              <a:t>termék</a:t>
            </a:r>
            <a:r>
              <a:rPr lang="en-US">
                <a:solidFill>
                  <a:schemeClr val="bg2"/>
                </a:solidFill>
                <a:ea typeface="+mn-lt"/>
                <a:cs typeface="+mn-lt"/>
              </a:rPr>
              <a:t> </a:t>
            </a:r>
            <a:r>
              <a:rPr lang="en-US" err="1">
                <a:solidFill>
                  <a:schemeClr val="bg2"/>
                </a:solidFill>
                <a:ea typeface="+mn-lt"/>
                <a:cs typeface="+mn-lt"/>
              </a:rPr>
              <a:t>ilyen</a:t>
            </a:r>
            <a:r>
              <a:rPr lang="en-US">
                <a:solidFill>
                  <a:schemeClr val="bg2"/>
                </a:solidFill>
                <a:ea typeface="+mn-lt"/>
                <a:cs typeface="+mn-lt"/>
              </a:rPr>
              <a:t> </a:t>
            </a:r>
            <a:r>
              <a:rPr lang="en-US" err="1">
                <a:solidFill>
                  <a:schemeClr val="bg2"/>
                </a:solidFill>
                <a:ea typeface="+mn-lt"/>
                <a:cs typeface="+mn-lt"/>
              </a:rPr>
              <a:t>mérettel</a:t>
            </a:r>
            <a:r>
              <a:rPr lang="en-US">
                <a:solidFill>
                  <a:schemeClr val="bg2"/>
                </a:solidFill>
                <a:ea typeface="+mn-lt"/>
                <a:cs typeface="+mn-lt"/>
              </a:rPr>
              <a:t> → UPDATE, </a:t>
            </a:r>
            <a:r>
              <a:rPr lang="en-US" err="1">
                <a:solidFill>
                  <a:schemeClr val="bg2"/>
                </a:solidFill>
                <a:ea typeface="+mn-lt"/>
                <a:cs typeface="+mn-lt"/>
              </a:rPr>
              <a:t>egyébként</a:t>
            </a:r>
            <a:r>
              <a:rPr lang="en-US">
                <a:solidFill>
                  <a:schemeClr val="bg2"/>
                </a:solidFill>
                <a:ea typeface="+mn-lt"/>
                <a:cs typeface="+mn-lt"/>
              </a:rPr>
              <a:t> INSERT</a:t>
            </a:r>
            <a:endParaRPr lang="en-US">
              <a:solidFill>
                <a:schemeClr val="bg2"/>
              </a:solidFill>
            </a:endParaRPr>
          </a:p>
          <a:p>
            <a:endParaRPr lang="en-US">
              <a:solidFill>
                <a:schemeClr val="bg2"/>
              </a:solidFill>
            </a:endParaRPr>
          </a:p>
          <a:p>
            <a:r>
              <a:rPr lang="en-US">
                <a:solidFill>
                  <a:schemeClr val="bg2"/>
                </a:solidFill>
                <a:ea typeface="+mn-lt"/>
                <a:cs typeface="+mn-lt"/>
              </a:rPr>
              <a:t>JSON </a:t>
            </a:r>
            <a:r>
              <a:rPr lang="en-US" err="1">
                <a:solidFill>
                  <a:schemeClr val="bg2"/>
                </a:solidFill>
                <a:ea typeface="+mn-lt"/>
                <a:cs typeface="+mn-lt"/>
              </a:rPr>
              <a:t>válasz</a:t>
            </a:r>
            <a:r>
              <a:rPr lang="en-US">
                <a:solidFill>
                  <a:schemeClr val="bg2"/>
                </a:solidFill>
                <a:ea typeface="+mn-lt"/>
                <a:cs typeface="+mn-lt"/>
              </a:rPr>
              <a:t>: {success: true, count: ...}</a:t>
            </a:r>
            <a:endParaRPr lang="en-US">
              <a:solidFill>
                <a:schemeClr val="bg2"/>
              </a:solidFill>
            </a:endParaRPr>
          </a:p>
          <a:p>
            <a:endParaRPr lang="en-US">
              <a:solidFill>
                <a:schemeClr val="bg2"/>
              </a:solidFill>
            </a:endParaRPr>
          </a:p>
          <a:p>
            <a:r>
              <a:rPr lang="en-US">
                <a:solidFill>
                  <a:schemeClr val="bg2"/>
                </a:solidFill>
                <a:ea typeface="+mn-lt"/>
                <a:cs typeface="+mn-lt"/>
              </a:rPr>
              <a:t>Frontend: </a:t>
            </a:r>
            <a:r>
              <a:rPr lang="en-US" err="1">
                <a:solidFill>
                  <a:schemeClr val="bg2"/>
                </a:solidFill>
                <a:ea typeface="+mn-lt"/>
                <a:cs typeface="+mn-lt"/>
              </a:rPr>
              <a:t>gombra</a:t>
            </a:r>
            <a:r>
              <a:rPr lang="en-US">
                <a:solidFill>
                  <a:schemeClr val="bg2"/>
                </a:solidFill>
                <a:ea typeface="+mn-lt"/>
                <a:cs typeface="+mn-lt"/>
              </a:rPr>
              <a:t> </a:t>
            </a:r>
            <a:r>
              <a:rPr lang="en-US" err="1">
                <a:solidFill>
                  <a:schemeClr val="bg2"/>
                </a:solidFill>
                <a:ea typeface="+mn-lt"/>
                <a:cs typeface="+mn-lt"/>
              </a:rPr>
              <a:t>kattintva</a:t>
            </a:r>
            <a:r>
              <a:rPr lang="en-US">
                <a:solidFill>
                  <a:schemeClr val="bg2"/>
                </a:solidFill>
                <a:ea typeface="+mn-lt"/>
                <a:cs typeface="+mn-lt"/>
              </a:rPr>
              <a:t> spinner, toast </a:t>
            </a:r>
            <a:r>
              <a:rPr lang="en-US" err="1">
                <a:solidFill>
                  <a:schemeClr val="bg2"/>
                </a:solidFill>
                <a:ea typeface="+mn-lt"/>
                <a:cs typeface="+mn-lt"/>
              </a:rPr>
              <a:t>üzenet</a:t>
            </a:r>
            <a:r>
              <a:rPr lang="en-US">
                <a:solidFill>
                  <a:schemeClr val="bg2"/>
                </a:solidFill>
                <a:ea typeface="+mn-lt"/>
                <a:cs typeface="+mn-lt"/>
              </a:rPr>
              <a:t>, </a:t>
            </a:r>
            <a:r>
              <a:rPr lang="en-US" err="1">
                <a:solidFill>
                  <a:schemeClr val="bg2"/>
                </a:solidFill>
                <a:ea typeface="+mn-lt"/>
                <a:cs typeface="+mn-lt"/>
              </a:rPr>
              <a:t>kosár</a:t>
            </a:r>
            <a:r>
              <a:rPr lang="en-US">
                <a:solidFill>
                  <a:schemeClr val="bg2"/>
                </a:solidFill>
                <a:ea typeface="+mn-lt"/>
                <a:cs typeface="+mn-lt"/>
              </a:rPr>
              <a:t> badge </a:t>
            </a:r>
            <a:r>
              <a:rPr lang="en-US" err="1">
                <a:solidFill>
                  <a:schemeClr val="bg2"/>
                </a:solidFill>
                <a:ea typeface="+mn-lt"/>
                <a:cs typeface="+mn-lt"/>
              </a:rPr>
              <a:t>frissítése</a:t>
            </a:r>
            <a:endParaRPr lang="en-US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6093506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2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F9A525-3A26-26D2-0045-FE96102B4B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5150" y="442807"/>
            <a:ext cx="7335835" cy="856234"/>
          </a:xfrm>
        </p:spPr>
        <p:txBody>
          <a:bodyPr>
            <a:normAutofit fontScale="90000"/>
          </a:bodyPr>
          <a:lstStyle/>
          <a:p>
            <a:r>
              <a:rPr lang="en-US" b="0">
                <a:solidFill>
                  <a:schemeClr val="bg2"/>
                </a:solidFill>
                <a:ea typeface="+mj-lt"/>
                <a:cs typeface="+mj-lt"/>
              </a:rPr>
              <a:t>Kosár </a:t>
            </a:r>
            <a:r>
              <a:rPr lang="en-US" b="0" err="1">
                <a:solidFill>
                  <a:schemeClr val="bg2"/>
                </a:solidFill>
                <a:ea typeface="+mj-lt"/>
                <a:cs typeface="+mj-lt"/>
              </a:rPr>
              <a:t>mennyiség</a:t>
            </a:r>
            <a:r>
              <a:rPr lang="en-US" b="0">
                <a:solidFill>
                  <a:schemeClr val="bg2"/>
                </a:solidFill>
                <a:ea typeface="+mj-lt"/>
                <a:cs typeface="+mj-lt"/>
              </a:rPr>
              <a:t> </a:t>
            </a:r>
            <a:r>
              <a:rPr lang="en-US" b="0" err="1">
                <a:solidFill>
                  <a:schemeClr val="bg2"/>
                </a:solidFill>
                <a:ea typeface="+mj-lt"/>
                <a:cs typeface="+mj-lt"/>
              </a:rPr>
              <a:t>frissítése</a:t>
            </a:r>
            <a:r>
              <a:rPr lang="en-US" b="0">
                <a:solidFill>
                  <a:schemeClr val="bg2"/>
                </a:solidFill>
                <a:ea typeface="+mj-lt"/>
                <a:cs typeface="+mj-lt"/>
              </a:rPr>
              <a:t> AJAX</a:t>
            </a:r>
            <a:endParaRPr lang="en-US">
              <a:solidFill>
                <a:schemeClr val="bg2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CD6322-B384-1858-A547-05B3897565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5150" y="1599100"/>
            <a:ext cx="7335835" cy="4162128"/>
          </a:xfrm>
        </p:spPr>
        <p:txBody>
          <a:bodyPr vert="horz" lIns="91440" tIns="45720" rIns="91440" bIns="45720" rtlCol="0" anchor="t">
            <a:normAutofit fontScale="85000" lnSpcReduction="20000"/>
          </a:bodyPr>
          <a:lstStyle/>
          <a:p>
            <a:r>
              <a:rPr lang="en-US" err="1">
                <a:solidFill>
                  <a:schemeClr val="bg2"/>
                </a:solidFill>
                <a:ea typeface="+mn-lt"/>
                <a:cs typeface="+mn-lt"/>
              </a:rPr>
              <a:t>cart.php</a:t>
            </a:r>
            <a:r>
              <a:rPr lang="en-US">
                <a:solidFill>
                  <a:schemeClr val="bg2"/>
                </a:solidFill>
                <a:ea typeface="+mn-lt"/>
                <a:cs typeface="+mn-lt"/>
              </a:rPr>
              <a:t> </a:t>
            </a:r>
            <a:r>
              <a:rPr lang="en-US" err="1">
                <a:solidFill>
                  <a:schemeClr val="bg2"/>
                </a:solidFill>
                <a:ea typeface="+mn-lt"/>
                <a:cs typeface="+mn-lt"/>
              </a:rPr>
              <a:t>oldalon</a:t>
            </a:r>
            <a:r>
              <a:rPr lang="en-US">
                <a:solidFill>
                  <a:schemeClr val="bg2"/>
                </a:solidFill>
                <a:ea typeface="+mn-lt"/>
                <a:cs typeface="+mn-lt"/>
              </a:rPr>
              <a:t> a </a:t>
            </a:r>
            <a:r>
              <a:rPr lang="en-US" err="1">
                <a:solidFill>
                  <a:schemeClr val="bg2"/>
                </a:solidFill>
                <a:ea typeface="+mn-lt"/>
                <a:cs typeface="+mn-lt"/>
              </a:rPr>
              <a:t>mennyiség</a:t>
            </a:r>
            <a:r>
              <a:rPr lang="en-US">
                <a:solidFill>
                  <a:schemeClr val="bg2"/>
                </a:solidFill>
                <a:ea typeface="+mn-lt"/>
                <a:cs typeface="+mn-lt"/>
              </a:rPr>
              <a:t> </a:t>
            </a:r>
            <a:r>
              <a:rPr lang="en-US" err="1">
                <a:solidFill>
                  <a:schemeClr val="bg2"/>
                </a:solidFill>
                <a:ea typeface="+mn-lt"/>
                <a:cs typeface="+mn-lt"/>
              </a:rPr>
              <a:t>módosításakor</a:t>
            </a:r>
            <a:r>
              <a:rPr lang="en-US">
                <a:solidFill>
                  <a:schemeClr val="bg2"/>
                </a:solidFill>
                <a:ea typeface="+mn-lt"/>
                <a:cs typeface="+mn-lt"/>
              </a:rPr>
              <a:t> fetch </a:t>
            </a:r>
            <a:r>
              <a:rPr lang="en-US" err="1">
                <a:solidFill>
                  <a:schemeClr val="bg2"/>
                </a:solidFill>
                <a:ea typeface="+mn-lt"/>
                <a:cs typeface="+mn-lt"/>
              </a:rPr>
              <a:t>kérés</a:t>
            </a:r>
            <a:endParaRPr lang="en-US">
              <a:solidFill>
                <a:schemeClr val="bg2"/>
              </a:solidFill>
            </a:endParaRPr>
          </a:p>
          <a:p>
            <a:endParaRPr lang="en-US">
              <a:solidFill>
                <a:schemeClr val="bg2"/>
              </a:solidFill>
            </a:endParaRPr>
          </a:p>
          <a:p>
            <a:r>
              <a:rPr lang="en-US">
                <a:solidFill>
                  <a:schemeClr val="bg2"/>
                </a:solidFill>
                <a:ea typeface="+mn-lt"/>
                <a:cs typeface="+mn-lt"/>
              </a:rPr>
              <a:t>Ha </a:t>
            </a:r>
            <a:r>
              <a:rPr lang="en-US" err="1">
                <a:solidFill>
                  <a:schemeClr val="bg2"/>
                </a:solidFill>
                <a:ea typeface="+mn-lt"/>
                <a:cs typeface="+mn-lt"/>
              </a:rPr>
              <a:t>mennyiség</a:t>
            </a:r>
            <a:r>
              <a:rPr lang="en-US">
                <a:solidFill>
                  <a:schemeClr val="bg2"/>
                </a:solidFill>
                <a:ea typeface="+mn-lt"/>
                <a:cs typeface="+mn-lt"/>
              </a:rPr>
              <a:t> 0 → </a:t>
            </a:r>
            <a:r>
              <a:rPr lang="en-US" err="1">
                <a:solidFill>
                  <a:schemeClr val="bg2"/>
                </a:solidFill>
                <a:ea typeface="+mn-lt"/>
                <a:cs typeface="+mn-lt"/>
              </a:rPr>
              <a:t>törlés</a:t>
            </a:r>
            <a:r>
              <a:rPr lang="en-US">
                <a:solidFill>
                  <a:schemeClr val="bg2"/>
                </a:solidFill>
                <a:ea typeface="+mn-lt"/>
                <a:cs typeface="+mn-lt"/>
              </a:rPr>
              <a:t> (</a:t>
            </a:r>
            <a:r>
              <a:rPr lang="en-US" err="1">
                <a:solidFill>
                  <a:schemeClr val="bg2"/>
                </a:solidFill>
                <a:ea typeface="+mn-lt"/>
                <a:cs typeface="+mn-lt"/>
              </a:rPr>
              <a:t>megerősítő</a:t>
            </a:r>
            <a:r>
              <a:rPr lang="en-US">
                <a:solidFill>
                  <a:schemeClr val="bg2"/>
                </a:solidFill>
                <a:ea typeface="+mn-lt"/>
                <a:cs typeface="+mn-lt"/>
              </a:rPr>
              <a:t> </a:t>
            </a:r>
            <a:r>
              <a:rPr lang="en-US" err="1">
                <a:solidFill>
                  <a:schemeClr val="bg2"/>
                </a:solidFill>
                <a:ea typeface="+mn-lt"/>
                <a:cs typeface="+mn-lt"/>
              </a:rPr>
              <a:t>ablakkal</a:t>
            </a:r>
            <a:r>
              <a:rPr lang="en-US">
                <a:solidFill>
                  <a:schemeClr val="bg2"/>
                </a:solidFill>
                <a:ea typeface="+mn-lt"/>
                <a:cs typeface="+mn-lt"/>
              </a:rPr>
              <a:t>)</a:t>
            </a:r>
            <a:endParaRPr lang="en-US">
              <a:solidFill>
                <a:schemeClr val="bg2"/>
              </a:solidFill>
            </a:endParaRPr>
          </a:p>
          <a:p>
            <a:endParaRPr lang="en-US">
              <a:solidFill>
                <a:schemeClr val="bg2"/>
              </a:solidFill>
            </a:endParaRPr>
          </a:p>
          <a:p>
            <a:r>
              <a:rPr lang="en-US" err="1">
                <a:solidFill>
                  <a:schemeClr val="bg2"/>
                </a:solidFill>
                <a:ea typeface="+mn-lt"/>
                <a:cs typeface="+mn-lt"/>
              </a:rPr>
              <a:t>Sikeres</a:t>
            </a:r>
            <a:r>
              <a:rPr lang="en-US">
                <a:solidFill>
                  <a:schemeClr val="bg2"/>
                </a:solidFill>
                <a:ea typeface="+mn-lt"/>
                <a:cs typeface="+mn-lt"/>
              </a:rPr>
              <a:t> </a:t>
            </a:r>
            <a:r>
              <a:rPr lang="en-US" err="1">
                <a:solidFill>
                  <a:schemeClr val="bg2"/>
                </a:solidFill>
                <a:ea typeface="+mn-lt"/>
                <a:cs typeface="+mn-lt"/>
              </a:rPr>
              <a:t>frissítés</a:t>
            </a:r>
            <a:r>
              <a:rPr lang="en-US">
                <a:solidFill>
                  <a:schemeClr val="bg2"/>
                </a:solidFill>
                <a:ea typeface="+mn-lt"/>
                <a:cs typeface="+mn-lt"/>
              </a:rPr>
              <a:t> </a:t>
            </a:r>
            <a:r>
              <a:rPr lang="en-US" err="1">
                <a:solidFill>
                  <a:schemeClr val="bg2"/>
                </a:solidFill>
                <a:ea typeface="+mn-lt"/>
                <a:cs typeface="+mn-lt"/>
              </a:rPr>
              <a:t>után</a:t>
            </a:r>
            <a:r>
              <a:rPr lang="en-US">
                <a:solidFill>
                  <a:schemeClr val="bg2"/>
                </a:solidFill>
                <a:ea typeface="+mn-lt"/>
                <a:cs typeface="+mn-lt"/>
              </a:rPr>
              <a:t> a </a:t>
            </a:r>
            <a:r>
              <a:rPr lang="en-US" err="1">
                <a:solidFill>
                  <a:schemeClr val="bg2"/>
                </a:solidFill>
                <a:ea typeface="+mn-lt"/>
                <a:cs typeface="+mn-lt"/>
              </a:rPr>
              <a:t>sor</a:t>
            </a:r>
            <a:r>
              <a:rPr lang="en-US">
                <a:solidFill>
                  <a:schemeClr val="bg2"/>
                </a:solidFill>
                <a:ea typeface="+mn-lt"/>
                <a:cs typeface="+mn-lt"/>
              </a:rPr>
              <a:t> </a:t>
            </a:r>
            <a:r>
              <a:rPr lang="en-US" err="1">
                <a:solidFill>
                  <a:schemeClr val="bg2"/>
                </a:solidFill>
                <a:ea typeface="+mn-lt"/>
                <a:cs typeface="+mn-lt"/>
              </a:rPr>
              <a:t>összege</a:t>
            </a:r>
            <a:r>
              <a:rPr lang="en-US">
                <a:solidFill>
                  <a:schemeClr val="bg2"/>
                </a:solidFill>
                <a:ea typeface="+mn-lt"/>
                <a:cs typeface="+mn-lt"/>
              </a:rPr>
              <a:t> </a:t>
            </a:r>
            <a:r>
              <a:rPr lang="en-US" err="1">
                <a:solidFill>
                  <a:schemeClr val="bg2"/>
                </a:solidFill>
                <a:ea typeface="+mn-lt"/>
                <a:cs typeface="+mn-lt"/>
              </a:rPr>
              <a:t>és</a:t>
            </a:r>
            <a:r>
              <a:rPr lang="en-US">
                <a:solidFill>
                  <a:schemeClr val="bg2"/>
                </a:solidFill>
                <a:ea typeface="+mn-lt"/>
                <a:cs typeface="+mn-lt"/>
              </a:rPr>
              <a:t> a </a:t>
            </a:r>
            <a:r>
              <a:rPr lang="en-US" err="1">
                <a:solidFill>
                  <a:schemeClr val="bg2"/>
                </a:solidFill>
                <a:ea typeface="+mn-lt"/>
                <a:cs typeface="+mn-lt"/>
              </a:rPr>
              <a:t>végösszeg</a:t>
            </a:r>
            <a:r>
              <a:rPr lang="en-US">
                <a:solidFill>
                  <a:schemeClr val="bg2"/>
                </a:solidFill>
                <a:ea typeface="+mn-lt"/>
                <a:cs typeface="+mn-lt"/>
              </a:rPr>
              <a:t> </a:t>
            </a:r>
            <a:r>
              <a:rPr lang="en-US" err="1">
                <a:solidFill>
                  <a:schemeClr val="bg2"/>
                </a:solidFill>
                <a:ea typeface="+mn-lt"/>
                <a:cs typeface="+mn-lt"/>
              </a:rPr>
              <a:t>újraszámítása</a:t>
            </a:r>
            <a:r>
              <a:rPr lang="en-US">
                <a:solidFill>
                  <a:schemeClr val="bg2"/>
                </a:solidFill>
                <a:ea typeface="+mn-lt"/>
                <a:cs typeface="+mn-lt"/>
              </a:rPr>
              <a:t> JavaScript-ben</a:t>
            </a:r>
            <a:endParaRPr lang="en-US">
              <a:solidFill>
                <a:schemeClr val="bg2"/>
              </a:solidFill>
            </a:endParaRPr>
          </a:p>
          <a:p>
            <a:endParaRPr lang="en-US">
              <a:solidFill>
                <a:schemeClr val="bg2"/>
              </a:solidFill>
            </a:endParaRPr>
          </a:p>
          <a:p>
            <a:r>
              <a:rPr lang="en-US" err="1">
                <a:solidFill>
                  <a:schemeClr val="bg2"/>
                </a:solidFill>
                <a:ea typeface="+mn-lt"/>
                <a:cs typeface="+mn-lt"/>
              </a:rPr>
              <a:t>Szerveroldalon</a:t>
            </a:r>
            <a:r>
              <a:rPr lang="en-US">
                <a:solidFill>
                  <a:schemeClr val="bg2"/>
                </a:solidFill>
                <a:ea typeface="+mn-lt"/>
                <a:cs typeface="+mn-lt"/>
              </a:rPr>
              <a:t> is </a:t>
            </a:r>
            <a:r>
              <a:rPr lang="en-US" err="1">
                <a:solidFill>
                  <a:schemeClr val="bg2"/>
                </a:solidFill>
                <a:ea typeface="+mn-lt"/>
                <a:cs typeface="+mn-lt"/>
              </a:rPr>
              <a:t>újraszámolja</a:t>
            </a:r>
            <a:r>
              <a:rPr lang="en-US">
                <a:solidFill>
                  <a:schemeClr val="bg2"/>
                </a:solidFill>
                <a:ea typeface="+mn-lt"/>
                <a:cs typeface="+mn-lt"/>
              </a:rPr>
              <a:t> a </a:t>
            </a:r>
            <a:r>
              <a:rPr lang="en-US" err="1">
                <a:solidFill>
                  <a:schemeClr val="bg2"/>
                </a:solidFill>
                <a:ea typeface="+mn-lt"/>
                <a:cs typeface="+mn-lt"/>
              </a:rPr>
              <a:t>végösszeget</a:t>
            </a:r>
            <a:r>
              <a:rPr lang="en-US">
                <a:solidFill>
                  <a:schemeClr val="bg2"/>
                </a:solidFill>
                <a:ea typeface="+mn-lt"/>
                <a:cs typeface="+mn-lt"/>
              </a:rPr>
              <a:t> (SUM(price * quantity))</a:t>
            </a:r>
            <a:endParaRPr lang="en-US">
              <a:solidFill>
                <a:schemeClr val="bg2"/>
              </a:solidFill>
            </a:endParaRPr>
          </a:p>
          <a:p>
            <a:endParaRPr lang="en-US">
              <a:solidFill>
                <a:schemeClr val="bg2"/>
              </a:solidFill>
            </a:endParaRPr>
          </a:p>
          <a:p>
            <a:r>
              <a:rPr lang="en-US" err="1">
                <a:solidFill>
                  <a:schemeClr val="bg2"/>
                </a:solidFill>
                <a:ea typeface="+mn-lt"/>
                <a:cs typeface="+mn-lt"/>
              </a:rPr>
              <a:t>Biztonság</a:t>
            </a:r>
            <a:r>
              <a:rPr lang="en-US">
                <a:solidFill>
                  <a:schemeClr val="bg2"/>
                </a:solidFill>
                <a:ea typeface="+mn-lt"/>
                <a:cs typeface="+mn-lt"/>
              </a:rPr>
              <a:t>: </a:t>
            </a:r>
            <a:r>
              <a:rPr lang="en-US" err="1">
                <a:solidFill>
                  <a:schemeClr val="bg2"/>
                </a:solidFill>
                <a:ea typeface="+mn-lt"/>
                <a:cs typeface="+mn-lt"/>
              </a:rPr>
              <a:t>ellenőrzi</a:t>
            </a:r>
            <a:r>
              <a:rPr lang="en-US">
                <a:solidFill>
                  <a:schemeClr val="bg2"/>
                </a:solidFill>
                <a:ea typeface="+mn-lt"/>
                <a:cs typeface="+mn-lt"/>
              </a:rPr>
              <a:t>, </a:t>
            </a:r>
            <a:r>
              <a:rPr lang="en-US" err="1">
                <a:solidFill>
                  <a:schemeClr val="bg2"/>
                </a:solidFill>
                <a:ea typeface="+mn-lt"/>
                <a:cs typeface="+mn-lt"/>
              </a:rPr>
              <a:t>hogy</a:t>
            </a:r>
            <a:r>
              <a:rPr lang="en-US">
                <a:solidFill>
                  <a:schemeClr val="bg2"/>
                </a:solidFill>
                <a:ea typeface="+mn-lt"/>
                <a:cs typeface="+mn-lt"/>
              </a:rPr>
              <a:t> a </a:t>
            </a:r>
            <a:r>
              <a:rPr lang="en-US" err="1">
                <a:solidFill>
                  <a:schemeClr val="bg2"/>
                </a:solidFill>
                <a:ea typeface="+mn-lt"/>
                <a:cs typeface="+mn-lt"/>
              </a:rPr>
              <a:t>kosár</a:t>
            </a:r>
            <a:r>
              <a:rPr lang="en-US">
                <a:solidFill>
                  <a:schemeClr val="bg2"/>
                </a:solidFill>
                <a:ea typeface="+mn-lt"/>
                <a:cs typeface="+mn-lt"/>
              </a:rPr>
              <a:t> </a:t>
            </a:r>
            <a:r>
              <a:rPr lang="en-US" err="1">
                <a:solidFill>
                  <a:schemeClr val="bg2"/>
                </a:solidFill>
                <a:ea typeface="+mn-lt"/>
                <a:cs typeface="+mn-lt"/>
              </a:rPr>
              <a:t>elem</a:t>
            </a:r>
            <a:r>
              <a:rPr lang="en-US">
                <a:solidFill>
                  <a:schemeClr val="bg2"/>
                </a:solidFill>
                <a:ea typeface="+mn-lt"/>
                <a:cs typeface="+mn-lt"/>
              </a:rPr>
              <a:t> </a:t>
            </a:r>
            <a:r>
              <a:rPr lang="en-US" err="1">
                <a:solidFill>
                  <a:schemeClr val="bg2"/>
                </a:solidFill>
                <a:ea typeface="+mn-lt"/>
                <a:cs typeface="+mn-lt"/>
              </a:rPr>
              <a:t>valóban</a:t>
            </a:r>
            <a:r>
              <a:rPr lang="en-US">
                <a:solidFill>
                  <a:schemeClr val="bg2"/>
                </a:solidFill>
                <a:ea typeface="+mn-lt"/>
                <a:cs typeface="+mn-lt"/>
              </a:rPr>
              <a:t> a </a:t>
            </a:r>
            <a:r>
              <a:rPr lang="en-US" err="1">
                <a:solidFill>
                  <a:schemeClr val="bg2"/>
                </a:solidFill>
                <a:ea typeface="+mn-lt"/>
                <a:cs typeface="+mn-lt"/>
              </a:rPr>
              <a:t>felhasználóhoz</a:t>
            </a:r>
            <a:r>
              <a:rPr lang="en-US">
                <a:solidFill>
                  <a:schemeClr val="bg2"/>
                </a:solidFill>
                <a:ea typeface="+mn-lt"/>
                <a:cs typeface="+mn-lt"/>
              </a:rPr>
              <a:t>/session-</a:t>
            </a:r>
            <a:r>
              <a:rPr lang="en-US" err="1">
                <a:solidFill>
                  <a:schemeClr val="bg2"/>
                </a:solidFill>
                <a:ea typeface="+mn-lt"/>
                <a:cs typeface="+mn-lt"/>
              </a:rPr>
              <a:t>höz</a:t>
            </a:r>
            <a:r>
              <a:rPr lang="en-US">
                <a:solidFill>
                  <a:schemeClr val="bg2"/>
                </a:solidFill>
                <a:ea typeface="+mn-lt"/>
                <a:cs typeface="+mn-lt"/>
              </a:rPr>
              <a:t> </a:t>
            </a:r>
            <a:r>
              <a:rPr lang="en-US" err="1">
                <a:solidFill>
                  <a:schemeClr val="bg2"/>
                </a:solidFill>
                <a:ea typeface="+mn-lt"/>
                <a:cs typeface="+mn-lt"/>
              </a:rPr>
              <a:t>tartozik</a:t>
            </a:r>
            <a:endParaRPr lang="en-US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4585735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2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FEF930-B660-4675-8A0D-06FADC82E6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5150" y="442807"/>
            <a:ext cx="7335835" cy="803318"/>
          </a:xfrm>
        </p:spPr>
        <p:txBody>
          <a:bodyPr/>
          <a:lstStyle/>
          <a:p>
            <a:r>
              <a:rPr lang="en-US" b="0" err="1">
                <a:solidFill>
                  <a:schemeClr val="bg2"/>
                </a:solidFill>
                <a:ea typeface="+mj-lt"/>
                <a:cs typeface="+mj-lt"/>
              </a:rPr>
              <a:t>Pénztár</a:t>
            </a:r>
            <a:r>
              <a:rPr lang="en-US" b="0">
                <a:solidFill>
                  <a:schemeClr val="bg2"/>
                </a:solidFill>
                <a:ea typeface="+mj-lt"/>
                <a:cs typeface="+mj-lt"/>
              </a:rPr>
              <a:t> - </a:t>
            </a:r>
            <a:r>
              <a:rPr lang="en-US" b="0" err="1">
                <a:solidFill>
                  <a:schemeClr val="bg2"/>
                </a:solidFill>
                <a:ea typeface="+mj-lt"/>
                <a:cs typeface="+mj-lt"/>
              </a:rPr>
              <a:t>űrlap</a:t>
            </a:r>
            <a:r>
              <a:rPr lang="en-US" b="0">
                <a:solidFill>
                  <a:schemeClr val="bg2"/>
                </a:solidFill>
                <a:ea typeface="+mj-lt"/>
                <a:cs typeface="+mj-lt"/>
              </a:rPr>
              <a:t> </a:t>
            </a:r>
            <a:r>
              <a:rPr lang="en-US" b="0" err="1">
                <a:solidFill>
                  <a:schemeClr val="bg2"/>
                </a:solidFill>
                <a:ea typeface="+mj-lt"/>
                <a:cs typeface="+mj-lt"/>
              </a:rPr>
              <a:t>validáció</a:t>
            </a:r>
            <a:endParaRPr lang="en-US">
              <a:solidFill>
                <a:schemeClr val="bg2"/>
              </a:solidFill>
              <a:ea typeface="+mj-lt"/>
              <a:cs typeface="+mj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594DC1-8B73-E905-50C9-DC330C6944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5150" y="1243555"/>
            <a:ext cx="7335835" cy="4835173"/>
          </a:xfrm>
        </p:spPr>
        <p:txBody>
          <a:bodyPr vert="horz" lIns="91440" tIns="45720" rIns="91440" bIns="45720" rtlCol="0" anchor="t">
            <a:normAutofit fontScale="70000" lnSpcReduction="20000"/>
          </a:bodyPr>
          <a:lstStyle/>
          <a:p>
            <a:r>
              <a:rPr lang="en-US" err="1">
                <a:solidFill>
                  <a:schemeClr val="bg2"/>
                </a:solidFill>
                <a:ea typeface="+mn-lt"/>
                <a:cs typeface="+mn-lt"/>
              </a:rPr>
              <a:t>Szállítási</a:t>
            </a:r>
            <a:r>
              <a:rPr lang="en-US">
                <a:solidFill>
                  <a:schemeClr val="bg2"/>
                </a:solidFill>
                <a:ea typeface="+mn-lt"/>
                <a:cs typeface="+mn-lt"/>
              </a:rPr>
              <a:t> </a:t>
            </a:r>
            <a:r>
              <a:rPr lang="en-US" err="1">
                <a:solidFill>
                  <a:schemeClr val="bg2"/>
                </a:solidFill>
                <a:ea typeface="+mn-lt"/>
                <a:cs typeface="+mn-lt"/>
              </a:rPr>
              <a:t>adatok</a:t>
            </a:r>
            <a:r>
              <a:rPr lang="en-US">
                <a:solidFill>
                  <a:schemeClr val="bg2"/>
                </a:solidFill>
                <a:ea typeface="+mn-lt"/>
                <a:cs typeface="+mn-lt"/>
              </a:rPr>
              <a:t> (</a:t>
            </a:r>
            <a:r>
              <a:rPr lang="en-US" err="1">
                <a:solidFill>
                  <a:schemeClr val="bg2"/>
                </a:solidFill>
                <a:ea typeface="+mn-lt"/>
                <a:cs typeface="+mn-lt"/>
              </a:rPr>
              <a:t>first_name</a:t>
            </a:r>
            <a:r>
              <a:rPr lang="en-US">
                <a:solidFill>
                  <a:schemeClr val="bg2"/>
                </a:solidFill>
                <a:ea typeface="+mn-lt"/>
                <a:cs typeface="+mn-lt"/>
              </a:rPr>
              <a:t>, </a:t>
            </a:r>
            <a:r>
              <a:rPr lang="en-US" err="1">
                <a:solidFill>
                  <a:schemeClr val="bg2"/>
                </a:solidFill>
                <a:ea typeface="+mn-lt"/>
                <a:cs typeface="+mn-lt"/>
              </a:rPr>
              <a:t>last_name</a:t>
            </a:r>
            <a:r>
              <a:rPr lang="en-US">
                <a:solidFill>
                  <a:schemeClr val="bg2"/>
                </a:solidFill>
                <a:ea typeface="+mn-lt"/>
                <a:cs typeface="+mn-lt"/>
              </a:rPr>
              <a:t>, phone, zip, city, address)</a:t>
            </a:r>
            <a:endParaRPr lang="en-US">
              <a:solidFill>
                <a:schemeClr val="bg2"/>
              </a:solidFill>
            </a:endParaRPr>
          </a:p>
          <a:p>
            <a:endParaRPr lang="en-US">
              <a:solidFill>
                <a:schemeClr val="bg2"/>
              </a:solidFill>
            </a:endParaRPr>
          </a:p>
          <a:p>
            <a:r>
              <a:rPr lang="en-US" err="1">
                <a:solidFill>
                  <a:schemeClr val="bg2"/>
                </a:solidFill>
                <a:ea typeface="+mn-lt"/>
                <a:cs typeface="+mn-lt"/>
              </a:rPr>
              <a:t>Validáció</a:t>
            </a:r>
            <a:r>
              <a:rPr lang="en-US">
                <a:solidFill>
                  <a:schemeClr val="bg2"/>
                </a:solidFill>
                <a:ea typeface="+mn-lt"/>
                <a:cs typeface="+mn-lt"/>
              </a:rPr>
              <a:t>:</a:t>
            </a:r>
            <a:endParaRPr lang="en-US">
              <a:solidFill>
                <a:schemeClr val="bg2"/>
              </a:solidFill>
            </a:endParaRPr>
          </a:p>
          <a:p>
            <a:endParaRPr lang="en-US">
              <a:solidFill>
                <a:schemeClr val="bg2"/>
              </a:solidFill>
            </a:endParaRPr>
          </a:p>
          <a:p>
            <a:r>
              <a:rPr lang="en-US" err="1">
                <a:solidFill>
                  <a:schemeClr val="bg2"/>
                </a:solidFill>
                <a:ea typeface="+mn-lt"/>
                <a:cs typeface="+mn-lt"/>
              </a:rPr>
              <a:t>Maxlength</a:t>
            </a:r>
            <a:r>
              <a:rPr lang="en-US">
                <a:solidFill>
                  <a:schemeClr val="bg2"/>
                </a:solidFill>
                <a:ea typeface="+mn-lt"/>
                <a:cs typeface="+mn-lt"/>
              </a:rPr>
              <a:t> (</a:t>
            </a:r>
            <a:r>
              <a:rPr lang="en-US" err="1">
                <a:solidFill>
                  <a:schemeClr val="bg2"/>
                </a:solidFill>
                <a:ea typeface="+mn-lt"/>
                <a:cs typeface="+mn-lt"/>
              </a:rPr>
              <a:t>szerver</a:t>
            </a:r>
            <a:r>
              <a:rPr lang="en-US">
                <a:solidFill>
                  <a:schemeClr val="bg2"/>
                </a:solidFill>
                <a:ea typeface="+mn-lt"/>
                <a:cs typeface="+mn-lt"/>
              </a:rPr>
              <a:t> </a:t>
            </a:r>
            <a:r>
              <a:rPr lang="en-US" err="1">
                <a:solidFill>
                  <a:schemeClr val="bg2"/>
                </a:solidFill>
                <a:ea typeface="+mn-lt"/>
                <a:cs typeface="+mn-lt"/>
              </a:rPr>
              <a:t>és</a:t>
            </a:r>
            <a:r>
              <a:rPr lang="en-US">
                <a:solidFill>
                  <a:schemeClr val="bg2"/>
                </a:solidFill>
                <a:ea typeface="+mn-lt"/>
                <a:cs typeface="+mn-lt"/>
              </a:rPr>
              <a:t> </a:t>
            </a:r>
            <a:r>
              <a:rPr lang="en-US" err="1">
                <a:solidFill>
                  <a:schemeClr val="bg2"/>
                </a:solidFill>
                <a:ea typeface="+mn-lt"/>
                <a:cs typeface="+mn-lt"/>
              </a:rPr>
              <a:t>kliens</a:t>
            </a:r>
            <a:r>
              <a:rPr lang="en-US">
                <a:solidFill>
                  <a:schemeClr val="bg2"/>
                </a:solidFill>
                <a:ea typeface="+mn-lt"/>
                <a:cs typeface="+mn-lt"/>
              </a:rPr>
              <a:t> </a:t>
            </a:r>
            <a:r>
              <a:rPr lang="en-US" err="1">
                <a:solidFill>
                  <a:schemeClr val="bg2"/>
                </a:solidFill>
                <a:ea typeface="+mn-lt"/>
                <a:cs typeface="+mn-lt"/>
              </a:rPr>
              <a:t>oldalon</a:t>
            </a:r>
            <a:r>
              <a:rPr lang="en-US">
                <a:solidFill>
                  <a:schemeClr val="bg2"/>
                </a:solidFill>
                <a:ea typeface="+mn-lt"/>
                <a:cs typeface="+mn-lt"/>
              </a:rPr>
              <a:t>)</a:t>
            </a:r>
            <a:endParaRPr lang="en-US">
              <a:solidFill>
                <a:schemeClr val="bg2"/>
              </a:solidFill>
            </a:endParaRPr>
          </a:p>
          <a:p>
            <a:endParaRPr lang="en-US">
              <a:solidFill>
                <a:schemeClr val="bg2"/>
              </a:solidFill>
            </a:endParaRPr>
          </a:p>
          <a:p>
            <a:r>
              <a:rPr lang="en-US" err="1">
                <a:solidFill>
                  <a:schemeClr val="bg2"/>
                </a:solidFill>
                <a:ea typeface="+mn-lt"/>
                <a:cs typeface="+mn-lt"/>
              </a:rPr>
              <a:t>Telefonszám</a:t>
            </a:r>
            <a:r>
              <a:rPr lang="en-US">
                <a:solidFill>
                  <a:schemeClr val="bg2"/>
                </a:solidFill>
                <a:ea typeface="+mn-lt"/>
                <a:cs typeface="+mn-lt"/>
              </a:rPr>
              <a:t> </a:t>
            </a:r>
            <a:r>
              <a:rPr lang="en-US" err="1">
                <a:solidFill>
                  <a:schemeClr val="bg2"/>
                </a:solidFill>
                <a:ea typeface="+mn-lt"/>
                <a:cs typeface="+mn-lt"/>
              </a:rPr>
              <a:t>és</a:t>
            </a:r>
            <a:r>
              <a:rPr lang="en-US">
                <a:solidFill>
                  <a:schemeClr val="bg2"/>
                </a:solidFill>
                <a:ea typeface="+mn-lt"/>
                <a:cs typeface="+mn-lt"/>
              </a:rPr>
              <a:t> </a:t>
            </a:r>
            <a:r>
              <a:rPr lang="en-US" err="1">
                <a:solidFill>
                  <a:schemeClr val="bg2"/>
                </a:solidFill>
                <a:ea typeface="+mn-lt"/>
                <a:cs typeface="+mn-lt"/>
              </a:rPr>
              <a:t>irányítószám</a:t>
            </a:r>
            <a:r>
              <a:rPr lang="en-US">
                <a:solidFill>
                  <a:schemeClr val="bg2"/>
                </a:solidFill>
                <a:ea typeface="+mn-lt"/>
                <a:cs typeface="+mn-lt"/>
              </a:rPr>
              <a:t> </a:t>
            </a:r>
            <a:r>
              <a:rPr lang="en-US" err="1">
                <a:solidFill>
                  <a:schemeClr val="bg2"/>
                </a:solidFill>
                <a:ea typeface="+mn-lt"/>
                <a:cs typeface="+mn-lt"/>
              </a:rPr>
              <a:t>csak</a:t>
            </a:r>
            <a:r>
              <a:rPr lang="en-US">
                <a:solidFill>
                  <a:schemeClr val="bg2"/>
                </a:solidFill>
                <a:ea typeface="+mn-lt"/>
                <a:cs typeface="+mn-lt"/>
              </a:rPr>
              <a:t> </a:t>
            </a:r>
            <a:r>
              <a:rPr lang="en-US" err="1">
                <a:solidFill>
                  <a:schemeClr val="bg2"/>
                </a:solidFill>
                <a:ea typeface="+mn-lt"/>
                <a:cs typeface="+mn-lt"/>
              </a:rPr>
              <a:t>számjegy</a:t>
            </a:r>
            <a:r>
              <a:rPr lang="en-US">
                <a:solidFill>
                  <a:schemeClr val="bg2"/>
                </a:solidFill>
                <a:ea typeface="+mn-lt"/>
                <a:cs typeface="+mn-lt"/>
              </a:rPr>
              <a:t> (</a:t>
            </a:r>
            <a:r>
              <a:rPr lang="en-US" err="1">
                <a:solidFill>
                  <a:schemeClr val="bg2"/>
                </a:solidFill>
                <a:ea typeface="+mn-lt"/>
                <a:cs typeface="+mn-lt"/>
              </a:rPr>
              <a:t>ctype_digit</a:t>
            </a:r>
            <a:r>
              <a:rPr lang="en-US">
                <a:solidFill>
                  <a:schemeClr val="bg2"/>
                </a:solidFill>
                <a:ea typeface="+mn-lt"/>
                <a:cs typeface="+mn-lt"/>
              </a:rPr>
              <a:t>, pattern="[0-9]*")</a:t>
            </a:r>
            <a:endParaRPr lang="en-US">
              <a:solidFill>
                <a:schemeClr val="bg2"/>
              </a:solidFill>
            </a:endParaRPr>
          </a:p>
          <a:p>
            <a:endParaRPr lang="en-US">
              <a:solidFill>
                <a:schemeClr val="bg2"/>
              </a:solidFill>
            </a:endParaRPr>
          </a:p>
          <a:p>
            <a:r>
              <a:rPr lang="en-US" err="1">
                <a:solidFill>
                  <a:schemeClr val="bg2"/>
                </a:solidFill>
                <a:ea typeface="+mn-lt"/>
                <a:cs typeface="+mn-lt"/>
              </a:rPr>
              <a:t>Kötelező</a:t>
            </a:r>
            <a:r>
              <a:rPr lang="en-US">
                <a:solidFill>
                  <a:schemeClr val="bg2"/>
                </a:solidFill>
                <a:ea typeface="+mn-lt"/>
                <a:cs typeface="+mn-lt"/>
              </a:rPr>
              <a:t> </a:t>
            </a:r>
            <a:r>
              <a:rPr lang="en-US" err="1">
                <a:solidFill>
                  <a:schemeClr val="bg2"/>
                </a:solidFill>
                <a:ea typeface="+mn-lt"/>
                <a:cs typeface="+mn-lt"/>
              </a:rPr>
              <a:t>mezők</a:t>
            </a:r>
            <a:r>
              <a:rPr lang="en-US">
                <a:solidFill>
                  <a:schemeClr val="bg2"/>
                </a:solidFill>
                <a:ea typeface="+mn-lt"/>
                <a:cs typeface="+mn-lt"/>
              </a:rPr>
              <a:t> </a:t>
            </a:r>
            <a:r>
              <a:rPr lang="en-US" err="1">
                <a:solidFill>
                  <a:schemeClr val="bg2"/>
                </a:solidFill>
                <a:ea typeface="+mn-lt"/>
                <a:cs typeface="+mn-lt"/>
              </a:rPr>
              <a:t>ellenőrzése</a:t>
            </a:r>
            <a:endParaRPr lang="en-US">
              <a:solidFill>
                <a:schemeClr val="bg2"/>
              </a:solidFill>
            </a:endParaRPr>
          </a:p>
          <a:p>
            <a:endParaRPr lang="en-US">
              <a:solidFill>
                <a:schemeClr val="bg2"/>
              </a:solidFill>
            </a:endParaRPr>
          </a:p>
          <a:p>
            <a:r>
              <a:rPr lang="en-US" err="1">
                <a:solidFill>
                  <a:schemeClr val="bg2"/>
                </a:solidFill>
                <a:ea typeface="+mn-lt"/>
                <a:cs typeface="+mn-lt"/>
              </a:rPr>
              <a:t>Szállítási</a:t>
            </a:r>
            <a:r>
              <a:rPr lang="en-US">
                <a:solidFill>
                  <a:schemeClr val="bg2"/>
                </a:solidFill>
                <a:ea typeface="+mn-lt"/>
                <a:cs typeface="+mn-lt"/>
              </a:rPr>
              <a:t> </a:t>
            </a:r>
            <a:r>
              <a:rPr lang="en-US" err="1">
                <a:solidFill>
                  <a:schemeClr val="bg2"/>
                </a:solidFill>
                <a:ea typeface="+mn-lt"/>
                <a:cs typeface="+mn-lt"/>
              </a:rPr>
              <a:t>költség</a:t>
            </a:r>
            <a:r>
              <a:rPr lang="en-US">
                <a:solidFill>
                  <a:schemeClr val="bg2"/>
                </a:solidFill>
                <a:ea typeface="+mn-lt"/>
                <a:cs typeface="+mn-lt"/>
              </a:rPr>
              <a:t> (standard 990 Ft, express 1990 Ft) JavaScript </a:t>
            </a:r>
            <a:r>
              <a:rPr lang="en-US" err="1">
                <a:solidFill>
                  <a:schemeClr val="bg2"/>
                </a:solidFill>
                <a:ea typeface="+mn-lt"/>
                <a:cs typeface="+mn-lt"/>
              </a:rPr>
              <a:t>frissítés</a:t>
            </a:r>
            <a:endParaRPr lang="en-US">
              <a:solidFill>
                <a:schemeClr val="bg2"/>
              </a:solidFill>
            </a:endParaRPr>
          </a:p>
          <a:p>
            <a:endParaRPr lang="en-US">
              <a:solidFill>
                <a:schemeClr val="bg2"/>
              </a:solidFill>
            </a:endParaRPr>
          </a:p>
          <a:p>
            <a:r>
              <a:rPr lang="en-US" err="1">
                <a:solidFill>
                  <a:schemeClr val="bg2"/>
                </a:solidFill>
                <a:ea typeface="+mn-lt"/>
                <a:cs typeface="+mn-lt"/>
              </a:rPr>
              <a:t>Adatok</a:t>
            </a:r>
            <a:r>
              <a:rPr lang="en-US">
                <a:solidFill>
                  <a:schemeClr val="bg2"/>
                </a:solidFill>
                <a:ea typeface="+mn-lt"/>
                <a:cs typeface="+mn-lt"/>
              </a:rPr>
              <a:t> </a:t>
            </a:r>
            <a:r>
              <a:rPr lang="en-US" err="1">
                <a:solidFill>
                  <a:schemeClr val="bg2"/>
                </a:solidFill>
                <a:ea typeface="+mn-lt"/>
                <a:cs typeface="+mn-lt"/>
              </a:rPr>
              <a:t>mentése</a:t>
            </a:r>
            <a:r>
              <a:rPr lang="en-US">
                <a:solidFill>
                  <a:schemeClr val="bg2"/>
                </a:solidFill>
                <a:ea typeface="+mn-lt"/>
                <a:cs typeface="+mn-lt"/>
              </a:rPr>
              <a:t> session-be ($_SESSION['</a:t>
            </a:r>
            <a:r>
              <a:rPr lang="en-US" err="1">
                <a:solidFill>
                  <a:schemeClr val="bg2"/>
                </a:solidFill>
                <a:ea typeface="+mn-lt"/>
                <a:cs typeface="+mn-lt"/>
              </a:rPr>
              <a:t>shipping_data</a:t>
            </a:r>
            <a:r>
              <a:rPr lang="en-US">
                <a:solidFill>
                  <a:schemeClr val="bg2"/>
                </a:solidFill>
                <a:ea typeface="+mn-lt"/>
                <a:cs typeface="+mn-lt"/>
              </a:rPr>
              <a:t>']), </a:t>
            </a:r>
            <a:r>
              <a:rPr lang="en-US" err="1">
                <a:solidFill>
                  <a:schemeClr val="bg2"/>
                </a:solidFill>
                <a:ea typeface="+mn-lt"/>
                <a:cs typeface="+mn-lt"/>
              </a:rPr>
              <a:t>majd</a:t>
            </a:r>
            <a:r>
              <a:rPr lang="en-US">
                <a:solidFill>
                  <a:schemeClr val="bg2"/>
                </a:solidFill>
                <a:ea typeface="+mn-lt"/>
                <a:cs typeface="+mn-lt"/>
              </a:rPr>
              <a:t> </a:t>
            </a:r>
            <a:r>
              <a:rPr lang="en-US" err="1">
                <a:solidFill>
                  <a:schemeClr val="bg2"/>
                </a:solidFill>
                <a:ea typeface="+mn-lt"/>
                <a:cs typeface="+mn-lt"/>
              </a:rPr>
              <a:t>tovább</a:t>
            </a:r>
            <a:r>
              <a:rPr lang="en-US">
                <a:solidFill>
                  <a:schemeClr val="bg2"/>
                </a:solidFill>
                <a:ea typeface="+mn-lt"/>
                <a:cs typeface="+mn-lt"/>
              </a:rPr>
              <a:t> a PayPal-</a:t>
            </a:r>
            <a:r>
              <a:rPr lang="en-US" err="1">
                <a:solidFill>
                  <a:schemeClr val="bg2"/>
                </a:solidFill>
                <a:ea typeface="+mn-lt"/>
                <a:cs typeface="+mn-lt"/>
              </a:rPr>
              <a:t>ra</a:t>
            </a:r>
            <a:endParaRPr lang="en-US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927081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2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7F2558-8655-744C-D0E1-7085859322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5150" y="315807"/>
            <a:ext cx="7335835" cy="803318"/>
          </a:xfrm>
        </p:spPr>
        <p:txBody>
          <a:bodyPr/>
          <a:lstStyle/>
          <a:p>
            <a:r>
              <a:rPr lang="en-US" b="0">
                <a:solidFill>
                  <a:schemeClr val="bg2"/>
                </a:solidFill>
                <a:ea typeface="+mj-lt"/>
                <a:cs typeface="+mj-lt"/>
              </a:rPr>
              <a:t>PayPal </a:t>
            </a:r>
            <a:r>
              <a:rPr lang="en-US" b="0" err="1">
                <a:solidFill>
                  <a:schemeClr val="bg2"/>
                </a:solidFill>
                <a:ea typeface="+mj-lt"/>
                <a:cs typeface="+mj-lt"/>
              </a:rPr>
              <a:t>integráció</a:t>
            </a:r>
            <a:endParaRPr lang="en-US">
              <a:solidFill>
                <a:schemeClr val="bg2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2DF788-944A-2BCE-47FF-F41C5145ED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5150" y="1334516"/>
            <a:ext cx="7335835" cy="4712462"/>
          </a:xfrm>
        </p:spPr>
        <p:txBody>
          <a:bodyPr vert="horz" lIns="91440" tIns="45720" rIns="91440" bIns="45720" rtlCol="0" anchor="t">
            <a:normAutofit fontScale="85000" lnSpcReduction="20000"/>
          </a:bodyPr>
          <a:lstStyle/>
          <a:p>
            <a:r>
              <a:rPr lang="en-US">
                <a:solidFill>
                  <a:schemeClr val="bg2"/>
                </a:solidFill>
                <a:ea typeface="+mn-lt"/>
                <a:cs typeface="+mn-lt"/>
              </a:rPr>
              <a:t>PayPal JavaScript SDK </a:t>
            </a:r>
            <a:r>
              <a:rPr lang="en-US" err="1">
                <a:solidFill>
                  <a:schemeClr val="bg2"/>
                </a:solidFill>
                <a:ea typeface="+mn-lt"/>
                <a:cs typeface="+mn-lt"/>
              </a:rPr>
              <a:t>betöltése</a:t>
            </a:r>
            <a:r>
              <a:rPr lang="en-US">
                <a:solidFill>
                  <a:schemeClr val="bg2"/>
                </a:solidFill>
                <a:ea typeface="+mn-lt"/>
                <a:cs typeface="+mn-lt"/>
              </a:rPr>
              <a:t> Sandbox </a:t>
            </a:r>
            <a:r>
              <a:rPr lang="en-US" err="1">
                <a:solidFill>
                  <a:schemeClr val="bg2"/>
                </a:solidFill>
                <a:ea typeface="+mn-lt"/>
                <a:cs typeface="+mn-lt"/>
              </a:rPr>
              <a:t>környezetben</a:t>
            </a:r>
            <a:endParaRPr lang="en-US">
              <a:solidFill>
                <a:schemeClr val="bg2"/>
              </a:solidFill>
            </a:endParaRPr>
          </a:p>
          <a:p>
            <a:endParaRPr lang="en-US">
              <a:solidFill>
                <a:schemeClr val="bg2"/>
              </a:solidFill>
            </a:endParaRPr>
          </a:p>
          <a:p>
            <a:r>
              <a:rPr lang="en-US" err="1">
                <a:solidFill>
                  <a:schemeClr val="bg2"/>
                </a:solidFill>
                <a:ea typeface="+mn-lt"/>
                <a:cs typeface="+mn-lt"/>
              </a:rPr>
              <a:t>paypal.Buttons</a:t>
            </a:r>
            <a:r>
              <a:rPr lang="en-US">
                <a:solidFill>
                  <a:schemeClr val="bg2"/>
                </a:solidFill>
                <a:ea typeface="+mn-lt"/>
                <a:cs typeface="+mn-lt"/>
              </a:rPr>
              <a:t>() </a:t>
            </a:r>
            <a:r>
              <a:rPr lang="en-US" err="1">
                <a:solidFill>
                  <a:schemeClr val="bg2"/>
                </a:solidFill>
                <a:ea typeface="+mn-lt"/>
                <a:cs typeface="+mn-lt"/>
              </a:rPr>
              <a:t>renderelése</a:t>
            </a:r>
            <a:r>
              <a:rPr lang="en-US">
                <a:solidFill>
                  <a:schemeClr val="bg2"/>
                </a:solidFill>
                <a:ea typeface="+mn-lt"/>
                <a:cs typeface="+mn-lt"/>
              </a:rPr>
              <a:t> a #paypal-button-container </a:t>
            </a:r>
            <a:r>
              <a:rPr lang="en-US" err="1">
                <a:solidFill>
                  <a:schemeClr val="bg2"/>
                </a:solidFill>
                <a:ea typeface="+mn-lt"/>
                <a:cs typeface="+mn-lt"/>
              </a:rPr>
              <a:t>elembe</a:t>
            </a:r>
            <a:endParaRPr lang="en-US">
              <a:solidFill>
                <a:schemeClr val="bg2"/>
              </a:solidFill>
            </a:endParaRPr>
          </a:p>
          <a:p>
            <a:endParaRPr lang="en-US">
              <a:solidFill>
                <a:schemeClr val="bg2"/>
              </a:solidFill>
            </a:endParaRPr>
          </a:p>
          <a:p>
            <a:r>
              <a:rPr lang="en-US" err="1">
                <a:solidFill>
                  <a:schemeClr val="bg2"/>
                </a:solidFill>
                <a:ea typeface="+mn-lt"/>
                <a:cs typeface="+mn-lt"/>
              </a:rPr>
              <a:t>createOrder</a:t>
            </a:r>
            <a:r>
              <a:rPr lang="en-US">
                <a:solidFill>
                  <a:schemeClr val="bg2"/>
                </a:solidFill>
                <a:ea typeface="+mn-lt"/>
                <a:cs typeface="+mn-lt"/>
              </a:rPr>
              <a:t>: </a:t>
            </a:r>
            <a:r>
              <a:rPr lang="en-US" err="1">
                <a:solidFill>
                  <a:schemeClr val="bg2"/>
                </a:solidFill>
                <a:ea typeface="+mn-lt"/>
                <a:cs typeface="+mn-lt"/>
              </a:rPr>
              <a:t>átadja</a:t>
            </a:r>
            <a:r>
              <a:rPr lang="en-US">
                <a:solidFill>
                  <a:schemeClr val="bg2"/>
                </a:solidFill>
                <a:ea typeface="+mn-lt"/>
                <a:cs typeface="+mn-lt"/>
              </a:rPr>
              <a:t> a </a:t>
            </a:r>
            <a:r>
              <a:rPr lang="en-US" err="1">
                <a:solidFill>
                  <a:schemeClr val="bg2"/>
                </a:solidFill>
                <a:ea typeface="+mn-lt"/>
                <a:cs typeface="+mn-lt"/>
              </a:rPr>
              <a:t>végösszeget</a:t>
            </a:r>
            <a:r>
              <a:rPr lang="en-US">
                <a:solidFill>
                  <a:schemeClr val="bg2"/>
                </a:solidFill>
                <a:ea typeface="+mn-lt"/>
                <a:cs typeface="+mn-lt"/>
              </a:rPr>
              <a:t> HUF-ban</a:t>
            </a:r>
            <a:endParaRPr lang="en-US">
              <a:solidFill>
                <a:schemeClr val="bg2"/>
              </a:solidFill>
            </a:endParaRPr>
          </a:p>
          <a:p>
            <a:endParaRPr lang="en-US">
              <a:solidFill>
                <a:schemeClr val="bg2"/>
              </a:solidFill>
            </a:endParaRPr>
          </a:p>
          <a:p>
            <a:r>
              <a:rPr lang="en-US" err="1">
                <a:solidFill>
                  <a:schemeClr val="bg2"/>
                </a:solidFill>
                <a:ea typeface="+mn-lt"/>
                <a:cs typeface="+mn-lt"/>
              </a:rPr>
              <a:t>onApprove</a:t>
            </a:r>
            <a:r>
              <a:rPr lang="en-US">
                <a:solidFill>
                  <a:schemeClr val="bg2"/>
                </a:solidFill>
                <a:ea typeface="+mn-lt"/>
                <a:cs typeface="+mn-lt"/>
              </a:rPr>
              <a:t>: </a:t>
            </a:r>
            <a:r>
              <a:rPr lang="en-US" err="1">
                <a:solidFill>
                  <a:schemeClr val="bg2"/>
                </a:solidFill>
                <a:ea typeface="+mn-lt"/>
                <a:cs typeface="+mn-lt"/>
              </a:rPr>
              <a:t>sikeres</a:t>
            </a:r>
            <a:r>
              <a:rPr lang="en-US">
                <a:solidFill>
                  <a:schemeClr val="bg2"/>
                </a:solidFill>
                <a:ea typeface="+mn-lt"/>
                <a:cs typeface="+mn-lt"/>
              </a:rPr>
              <a:t> </a:t>
            </a:r>
            <a:r>
              <a:rPr lang="en-US" err="1">
                <a:solidFill>
                  <a:schemeClr val="bg2"/>
                </a:solidFill>
                <a:ea typeface="+mn-lt"/>
                <a:cs typeface="+mn-lt"/>
              </a:rPr>
              <a:t>fizetés</a:t>
            </a:r>
            <a:r>
              <a:rPr lang="en-US">
                <a:solidFill>
                  <a:schemeClr val="bg2"/>
                </a:solidFill>
                <a:ea typeface="+mn-lt"/>
                <a:cs typeface="+mn-lt"/>
              </a:rPr>
              <a:t> </a:t>
            </a:r>
            <a:r>
              <a:rPr lang="en-US" err="1">
                <a:solidFill>
                  <a:schemeClr val="bg2"/>
                </a:solidFill>
                <a:ea typeface="+mn-lt"/>
                <a:cs typeface="+mn-lt"/>
              </a:rPr>
              <a:t>után</a:t>
            </a:r>
            <a:r>
              <a:rPr lang="en-US">
                <a:solidFill>
                  <a:schemeClr val="bg2"/>
                </a:solidFill>
                <a:ea typeface="+mn-lt"/>
                <a:cs typeface="+mn-lt"/>
              </a:rPr>
              <a:t> </a:t>
            </a:r>
            <a:r>
              <a:rPr lang="en-US" err="1">
                <a:solidFill>
                  <a:schemeClr val="bg2"/>
                </a:solidFill>
                <a:ea typeface="+mn-lt"/>
                <a:cs typeface="+mn-lt"/>
              </a:rPr>
              <a:t>átirányítás</a:t>
            </a:r>
            <a:r>
              <a:rPr lang="en-US">
                <a:solidFill>
                  <a:schemeClr val="bg2"/>
                </a:solidFill>
                <a:ea typeface="+mn-lt"/>
                <a:cs typeface="+mn-lt"/>
              </a:rPr>
              <a:t> a </a:t>
            </a:r>
            <a:r>
              <a:rPr lang="en-US" err="1">
                <a:solidFill>
                  <a:schemeClr val="bg2"/>
                </a:solidFill>
                <a:ea typeface="+mn-lt"/>
                <a:cs typeface="+mn-lt"/>
              </a:rPr>
              <a:t>payment_success.php-ra</a:t>
            </a:r>
            <a:r>
              <a:rPr lang="en-US">
                <a:solidFill>
                  <a:schemeClr val="bg2"/>
                </a:solidFill>
                <a:ea typeface="+mn-lt"/>
                <a:cs typeface="+mn-lt"/>
              </a:rPr>
              <a:t> a </a:t>
            </a:r>
            <a:r>
              <a:rPr lang="en-US" err="1">
                <a:solidFill>
                  <a:schemeClr val="bg2"/>
                </a:solidFill>
                <a:ea typeface="+mn-lt"/>
                <a:cs typeface="+mn-lt"/>
              </a:rPr>
              <a:t>paymentId</a:t>
            </a:r>
            <a:r>
              <a:rPr lang="en-US">
                <a:solidFill>
                  <a:schemeClr val="bg2"/>
                </a:solidFill>
                <a:ea typeface="+mn-lt"/>
                <a:cs typeface="+mn-lt"/>
              </a:rPr>
              <a:t>-vel</a:t>
            </a:r>
            <a:endParaRPr lang="en-US">
              <a:solidFill>
                <a:schemeClr val="bg2"/>
              </a:solidFill>
            </a:endParaRPr>
          </a:p>
          <a:p>
            <a:endParaRPr lang="en-US">
              <a:solidFill>
                <a:schemeClr val="bg2"/>
              </a:solidFill>
            </a:endParaRPr>
          </a:p>
          <a:p>
            <a:r>
              <a:rPr lang="en-US" err="1">
                <a:solidFill>
                  <a:schemeClr val="bg2"/>
                </a:solidFill>
                <a:ea typeface="+mn-lt"/>
                <a:cs typeface="+mn-lt"/>
              </a:rPr>
              <a:t>onCancel</a:t>
            </a:r>
            <a:r>
              <a:rPr lang="en-US">
                <a:solidFill>
                  <a:schemeClr val="bg2"/>
                </a:solidFill>
                <a:ea typeface="+mn-lt"/>
                <a:cs typeface="+mn-lt"/>
              </a:rPr>
              <a:t>: </a:t>
            </a:r>
            <a:r>
              <a:rPr lang="en-US" err="1">
                <a:solidFill>
                  <a:schemeClr val="bg2"/>
                </a:solidFill>
                <a:ea typeface="+mn-lt"/>
                <a:cs typeface="+mn-lt"/>
              </a:rPr>
              <a:t>payment_cancel.php</a:t>
            </a:r>
            <a:endParaRPr lang="en-US">
              <a:solidFill>
                <a:schemeClr val="bg2"/>
              </a:solidFill>
            </a:endParaRPr>
          </a:p>
          <a:p>
            <a:endParaRPr lang="en-US">
              <a:solidFill>
                <a:schemeClr val="bg2"/>
              </a:solidFill>
            </a:endParaRPr>
          </a:p>
          <a:p>
            <a:r>
              <a:rPr lang="en-US">
                <a:solidFill>
                  <a:schemeClr val="bg2"/>
                </a:solidFill>
                <a:ea typeface="+mn-lt"/>
                <a:cs typeface="+mn-lt"/>
              </a:rPr>
              <a:t>A </a:t>
            </a:r>
            <a:r>
              <a:rPr lang="en-US" err="1">
                <a:solidFill>
                  <a:schemeClr val="bg2"/>
                </a:solidFill>
                <a:ea typeface="+mn-lt"/>
                <a:cs typeface="+mn-lt"/>
              </a:rPr>
              <a:t>konfiguráció</a:t>
            </a:r>
            <a:r>
              <a:rPr lang="en-US">
                <a:solidFill>
                  <a:schemeClr val="bg2"/>
                </a:solidFill>
                <a:ea typeface="+mn-lt"/>
                <a:cs typeface="+mn-lt"/>
              </a:rPr>
              <a:t> </a:t>
            </a:r>
            <a:r>
              <a:rPr lang="en-US" err="1">
                <a:solidFill>
                  <a:schemeClr val="bg2"/>
                </a:solidFill>
                <a:ea typeface="+mn-lt"/>
                <a:cs typeface="+mn-lt"/>
              </a:rPr>
              <a:t>külön</a:t>
            </a:r>
            <a:r>
              <a:rPr lang="en-US">
                <a:solidFill>
                  <a:schemeClr val="bg2"/>
                </a:solidFill>
                <a:ea typeface="+mn-lt"/>
                <a:cs typeface="+mn-lt"/>
              </a:rPr>
              <a:t> </a:t>
            </a:r>
            <a:r>
              <a:rPr lang="en-US" err="1">
                <a:solidFill>
                  <a:schemeClr val="bg2"/>
                </a:solidFill>
                <a:ea typeface="+mn-lt"/>
                <a:cs typeface="+mn-lt"/>
              </a:rPr>
              <a:t>fájlban</a:t>
            </a:r>
            <a:r>
              <a:rPr lang="en-US">
                <a:solidFill>
                  <a:schemeClr val="bg2"/>
                </a:solidFill>
                <a:ea typeface="+mn-lt"/>
                <a:cs typeface="+mn-lt"/>
              </a:rPr>
              <a:t> (</a:t>
            </a:r>
            <a:r>
              <a:rPr lang="en-US" err="1">
                <a:solidFill>
                  <a:schemeClr val="bg2"/>
                </a:solidFill>
                <a:ea typeface="+mn-lt"/>
                <a:cs typeface="+mn-lt"/>
              </a:rPr>
              <a:t>paypal_config.php</a:t>
            </a:r>
            <a:r>
              <a:rPr lang="en-US">
                <a:solidFill>
                  <a:schemeClr val="bg2"/>
                </a:solidFill>
                <a:ea typeface="+mn-lt"/>
                <a:cs typeface="+mn-lt"/>
              </a:rPr>
              <a:t>), </a:t>
            </a:r>
            <a:r>
              <a:rPr lang="en-US" err="1">
                <a:solidFill>
                  <a:schemeClr val="bg2"/>
                </a:solidFill>
                <a:ea typeface="+mn-lt"/>
                <a:cs typeface="+mn-lt"/>
              </a:rPr>
              <a:t>éles</a:t>
            </a:r>
            <a:r>
              <a:rPr lang="en-US">
                <a:solidFill>
                  <a:schemeClr val="bg2"/>
                </a:solidFill>
                <a:ea typeface="+mn-lt"/>
                <a:cs typeface="+mn-lt"/>
              </a:rPr>
              <a:t> </a:t>
            </a:r>
            <a:r>
              <a:rPr lang="en-US" err="1">
                <a:solidFill>
                  <a:schemeClr val="bg2"/>
                </a:solidFill>
                <a:ea typeface="+mn-lt"/>
                <a:cs typeface="+mn-lt"/>
              </a:rPr>
              <a:t>környezetben</a:t>
            </a:r>
            <a:r>
              <a:rPr lang="en-US">
                <a:solidFill>
                  <a:schemeClr val="bg2"/>
                </a:solidFill>
                <a:ea typeface="+mn-lt"/>
                <a:cs typeface="+mn-lt"/>
              </a:rPr>
              <a:t> </a:t>
            </a:r>
            <a:r>
              <a:rPr lang="en-US" err="1">
                <a:solidFill>
                  <a:schemeClr val="bg2"/>
                </a:solidFill>
                <a:ea typeface="+mn-lt"/>
                <a:cs typeface="+mn-lt"/>
              </a:rPr>
              <a:t>könnyen</a:t>
            </a:r>
            <a:r>
              <a:rPr lang="en-US">
                <a:solidFill>
                  <a:schemeClr val="bg2"/>
                </a:solidFill>
                <a:ea typeface="+mn-lt"/>
                <a:cs typeface="+mn-lt"/>
              </a:rPr>
              <a:t> </a:t>
            </a:r>
            <a:r>
              <a:rPr lang="en-US" err="1">
                <a:solidFill>
                  <a:schemeClr val="bg2"/>
                </a:solidFill>
                <a:ea typeface="+mn-lt"/>
                <a:cs typeface="+mn-lt"/>
              </a:rPr>
              <a:t>cserélhető</a:t>
            </a:r>
            <a:endParaRPr lang="en-US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2816682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2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581322-D779-CFAE-3310-B2004A78F9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2400" y="72390"/>
            <a:ext cx="7335835" cy="835068"/>
          </a:xfrm>
        </p:spPr>
        <p:txBody>
          <a:bodyPr/>
          <a:lstStyle/>
          <a:p>
            <a:r>
              <a:rPr lang="en-US" b="0" err="1">
                <a:solidFill>
                  <a:schemeClr val="bg2"/>
                </a:solidFill>
                <a:ea typeface="+mj-lt"/>
                <a:cs typeface="+mj-lt"/>
              </a:rPr>
              <a:t>Sikeres</a:t>
            </a:r>
            <a:r>
              <a:rPr lang="en-US" b="0">
                <a:solidFill>
                  <a:schemeClr val="bg2"/>
                </a:solidFill>
                <a:ea typeface="+mj-lt"/>
                <a:cs typeface="+mj-lt"/>
              </a:rPr>
              <a:t> </a:t>
            </a:r>
            <a:r>
              <a:rPr lang="en-US" b="0" err="1">
                <a:solidFill>
                  <a:schemeClr val="bg2"/>
                </a:solidFill>
                <a:ea typeface="+mj-lt"/>
                <a:cs typeface="+mj-lt"/>
              </a:rPr>
              <a:t>fizetés</a:t>
            </a:r>
            <a:r>
              <a:rPr lang="en-US" b="0">
                <a:solidFill>
                  <a:schemeClr val="bg2"/>
                </a:solidFill>
                <a:ea typeface="+mj-lt"/>
                <a:cs typeface="+mj-lt"/>
              </a:rPr>
              <a:t> </a:t>
            </a:r>
            <a:r>
              <a:rPr lang="en-US" b="0" err="1">
                <a:solidFill>
                  <a:schemeClr val="bg2"/>
                </a:solidFill>
                <a:ea typeface="+mj-lt"/>
                <a:cs typeface="+mj-lt"/>
              </a:rPr>
              <a:t>feldolgozása</a:t>
            </a:r>
            <a:endParaRPr lang="en-US">
              <a:solidFill>
                <a:schemeClr val="bg2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1858F7-291D-C215-2D82-F4B152EF29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5150" y="911183"/>
            <a:ext cx="8955085" cy="5125211"/>
          </a:xfrm>
        </p:spPr>
        <p:txBody>
          <a:bodyPr vert="horz" lIns="91440" tIns="45720" rIns="91440" bIns="45720" rtlCol="0" anchor="t">
            <a:normAutofit fontScale="70000" lnSpcReduction="20000"/>
          </a:bodyPr>
          <a:lstStyle/>
          <a:p>
            <a:r>
              <a:rPr lang="en-US">
                <a:solidFill>
                  <a:schemeClr val="bg2"/>
                </a:solidFill>
                <a:ea typeface="+mn-lt"/>
                <a:cs typeface="+mn-lt"/>
              </a:rPr>
              <a:t>A payment </a:t>
            </a:r>
            <a:r>
              <a:rPr lang="en-US" err="1">
                <a:solidFill>
                  <a:schemeClr val="bg2"/>
                </a:solidFill>
                <a:ea typeface="+mn-lt"/>
                <a:cs typeface="+mn-lt"/>
              </a:rPr>
              <a:t>és</a:t>
            </a:r>
            <a:r>
              <a:rPr lang="en-US">
                <a:solidFill>
                  <a:schemeClr val="bg2"/>
                </a:solidFill>
                <a:ea typeface="+mn-lt"/>
                <a:cs typeface="+mn-lt"/>
              </a:rPr>
              <a:t> a session-ben </a:t>
            </a:r>
            <a:r>
              <a:rPr lang="en-US" err="1">
                <a:solidFill>
                  <a:schemeClr val="bg2"/>
                </a:solidFill>
                <a:ea typeface="+mn-lt"/>
                <a:cs typeface="+mn-lt"/>
              </a:rPr>
              <a:t>tárolt</a:t>
            </a:r>
            <a:r>
              <a:rPr lang="en-US">
                <a:solidFill>
                  <a:schemeClr val="bg2"/>
                </a:solidFill>
                <a:ea typeface="+mn-lt"/>
                <a:cs typeface="+mn-lt"/>
              </a:rPr>
              <a:t> </a:t>
            </a:r>
            <a:r>
              <a:rPr lang="en-US" err="1">
                <a:solidFill>
                  <a:schemeClr val="bg2"/>
                </a:solidFill>
                <a:ea typeface="+mn-lt"/>
                <a:cs typeface="+mn-lt"/>
              </a:rPr>
              <a:t>kosár</a:t>
            </a:r>
            <a:r>
              <a:rPr lang="en-US">
                <a:solidFill>
                  <a:schemeClr val="bg2"/>
                </a:solidFill>
                <a:ea typeface="+mn-lt"/>
                <a:cs typeface="+mn-lt"/>
              </a:rPr>
              <a:t>/</a:t>
            </a:r>
            <a:r>
              <a:rPr lang="en-US" err="1">
                <a:solidFill>
                  <a:schemeClr val="bg2"/>
                </a:solidFill>
                <a:ea typeface="+mn-lt"/>
                <a:cs typeface="+mn-lt"/>
              </a:rPr>
              <a:t>szállítási</a:t>
            </a:r>
            <a:r>
              <a:rPr lang="en-US">
                <a:solidFill>
                  <a:schemeClr val="bg2"/>
                </a:solidFill>
                <a:ea typeface="+mn-lt"/>
                <a:cs typeface="+mn-lt"/>
              </a:rPr>
              <a:t> </a:t>
            </a:r>
            <a:r>
              <a:rPr lang="en-US" err="1">
                <a:solidFill>
                  <a:schemeClr val="bg2"/>
                </a:solidFill>
                <a:ea typeface="+mn-lt"/>
                <a:cs typeface="+mn-lt"/>
              </a:rPr>
              <a:t>adatok</a:t>
            </a:r>
            <a:r>
              <a:rPr lang="en-US">
                <a:solidFill>
                  <a:schemeClr val="bg2"/>
                </a:solidFill>
                <a:ea typeface="+mn-lt"/>
                <a:cs typeface="+mn-lt"/>
              </a:rPr>
              <a:t> </a:t>
            </a:r>
            <a:r>
              <a:rPr lang="en-US" err="1">
                <a:solidFill>
                  <a:schemeClr val="bg2"/>
                </a:solidFill>
                <a:ea typeface="+mn-lt"/>
                <a:cs typeface="+mn-lt"/>
              </a:rPr>
              <a:t>alapján</a:t>
            </a:r>
            <a:endParaRPr lang="en-US">
              <a:solidFill>
                <a:schemeClr val="bg2"/>
              </a:solidFill>
            </a:endParaRPr>
          </a:p>
          <a:p>
            <a:endParaRPr lang="en-US">
              <a:solidFill>
                <a:schemeClr val="bg2"/>
              </a:solidFill>
            </a:endParaRPr>
          </a:p>
          <a:p>
            <a:r>
              <a:rPr lang="en-US" err="1">
                <a:solidFill>
                  <a:schemeClr val="bg2"/>
                </a:solidFill>
                <a:ea typeface="+mn-lt"/>
                <a:cs typeface="+mn-lt"/>
              </a:rPr>
              <a:t>Tranzakciókezelés</a:t>
            </a:r>
            <a:r>
              <a:rPr lang="en-US">
                <a:solidFill>
                  <a:schemeClr val="bg2"/>
                </a:solidFill>
                <a:ea typeface="+mn-lt"/>
                <a:cs typeface="+mn-lt"/>
              </a:rPr>
              <a:t>:</a:t>
            </a:r>
            <a:endParaRPr lang="en-US">
              <a:solidFill>
                <a:schemeClr val="bg2"/>
              </a:solidFill>
            </a:endParaRPr>
          </a:p>
          <a:p>
            <a:endParaRPr lang="en-US">
              <a:solidFill>
                <a:schemeClr val="bg2"/>
              </a:solidFill>
            </a:endParaRPr>
          </a:p>
          <a:p>
            <a:r>
              <a:rPr lang="en-US">
                <a:solidFill>
                  <a:schemeClr val="bg2"/>
                </a:solidFill>
                <a:ea typeface="+mn-lt"/>
                <a:cs typeface="+mn-lt"/>
              </a:rPr>
              <a:t>$</a:t>
            </a:r>
            <a:r>
              <a:rPr lang="en-US" err="1">
                <a:solidFill>
                  <a:schemeClr val="bg2"/>
                </a:solidFill>
                <a:ea typeface="+mn-lt"/>
                <a:cs typeface="+mn-lt"/>
              </a:rPr>
              <a:t>pdo</a:t>
            </a:r>
            <a:r>
              <a:rPr lang="en-US">
                <a:solidFill>
                  <a:schemeClr val="bg2"/>
                </a:solidFill>
                <a:ea typeface="+mn-lt"/>
                <a:cs typeface="+mn-lt"/>
              </a:rPr>
              <a:t>-&gt;</a:t>
            </a:r>
            <a:r>
              <a:rPr lang="en-US" err="1">
                <a:solidFill>
                  <a:schemeClr val="bg2"/>
                </a:solidFill>
                <a:ea typeface="+mn-lt"/>
                <a:cs typeface="+mn-lt"/>
              </a:rPr>
              <a:t>beginTransaction</a:t>
            </a:r>
            <a:r>
              <a:rPr lang="en-US">
                <a:solidFill>
                  <a:schemeClr val="bg2"/>
                </a:solidFill>
                <a:ea typeface="+mn-lt"/>
                <a:cs typeface="+mn-lt"/>
              </a:rPr>
              <a:t>()</a:t>
            </a:r>
            <a:endParaRPr lang="en-US">
              <a:solidFill>
                <a:schemeClr val="bg2"/>
              </a:solidFill>
            </a:endParaRPr>
          </a:p>
          <a:p>
            <a:endParaRPr lang="en-US">
              <a:solidFill>
                <a:schemeClr val="bg2"/>
              </a:solidFill>
            </a:endParaRPr>
          </a:p>
          <a:p>
            <a:r>
              <a:rPr lang="en-US">
                <a:solidFill>
                  <a:schemeClr val="bg2"/>
                </a:solidFill>
                <a:ea typeface="+mn-lt"/>
                <a:cs typeface="+mn-lt"/>
              </a:rPr>
              <a:t>INSERT INTO orders (</a:t>
            </a:r>
            <a:r>
              <a:rPr lang="en-US" err="1">
                <a:solidFill>
                  <a:schemeClr val="bg2"/>
                </a:solidFill>
                <a:ea typeface="+mn-lt"/>
                <a:cs typeface="+mn-lt"/>
              </a:rPr>
              <a:t>rendelés</a:t>
            </a:r>
            <a:r>
              <a:rPr lang="en-US">
                <a:solidFill>
                  <a:schemeClr val="bg2"/>
                </a:solidFill>
                <a:ea typeface="+mn-lt"/>
                <a:cs typeface="+mn-lt"/>
              </a:rPr>
              <a:t> </a:t>
            </a:r>
            <a:r>
              <a:rPr lang="en-US" err="1">
                <a:solidFill>
                  <a:schemeClr val="bg2"/>
                </a:solidFill>
                <a:ea typeface="+mn-lt"/>
                <a:cs typeface="+mn-lt"/>
              </a:rPr>
              <a:t>fő</a:t>
            </a:r>
            <a:r>
              <a:rPr lang="en-US">
                <a:solidFill>
                  <a:schemeClr val="bg2"/>
                </a:solidFill>
                <a:ea typeface="+mn-lt"/>
                <a:cs typeface="+mn-lt"/>
              </a:rPr>
              <a:t> </a:t>
            </a:r>
            <a:r>
              <a:rPr lang="en-US" err="1">
                <a:solidFill>
                  <a:schemeClr val="bg2"/>
                </a:solidFill>
                <a:ea typeface="+mn-lt"/>
                <a:cs typeface="+mn-lt"/>
              </a:rPr>
              <a:t>adatok</a:t>
            </a:r>
            <a:r>
              <a:rPr lang="en-US">
                <a:solidFill>
                  <a:schemeClr val="bg2"/>
                </a:solidFill>
                <a:ea typeface="+mn-lt"/>
                <a:cs typeface="+mn-lt"/>
              </a:rPr>
              <a:t>)</a:t>
            </a:r>
            <a:endParaRPr lang="en-US">
              <a:solidFill>
                <a:schemeClr val="bg2"/>
              </a:solidFill>
            </a:endParaRPr>
          </a:p>
          <a:p>
            <a:endParaRPr lang="en-US">
              <a:solidFill>
                <a:schemeClr val="bg2"/>
              </a:solidFill>
            </a:endParaRPr>
          </a:p>
          <a:p>
            <a:r>
              <a:rPr lang="en-US">
                <a:solidFill>
                  <a:schemeClr val="bg2"/>
                </a:solidFill>
                <a:ea typeface="+mn-lt"/>
                <a:cs typeface="+mn-lt"/>
              </a:rPr>
              <a:t>INSERT INTO </a:t>
            </a:r>
            <a:r>
              <a:rPr lang="en-US" err="1">
                <a:solidFill>
                  <a:schemeClr val="bg2"/>
                </a:solidFill>
                <a:ea typeface="+mn-lt"/>
                <a:cs typeface="+mn-lt"/>
              </a:rPr>
              <a:t>order_items</a:t>
            </a:r>
            <a:r>
              <a:rPr lang="en-US">
                <a:solidFill>
                  <a:schemeClr val="bg2"/>
                </a:solidFill>
                <a:ea typeface="+mn-lt"/>
                <a:cs typeface="+mn-lt"/>
              </a:rPr>
              <a:t> (</a:t>
            </a:r>
            <a:r>
              <a:rPr lang="en-US" err="1">
                <a:solidFill>
                  <a:schemeClr val="bg2"/>
                </a:solidFill>
                <a:ea typeface="+mn-lt"/>
                <a:cs typeface="+mn-lt"/>
              </a:rPr>
              <a:t>tételenként</a:t>
            </a:r>
            <a:r>
              <a:rPr lang="en-US">
                <a:solidFill>
                  <a:schemeClr val="bg2"/>
                </a:solidFill>
                <a:ea typeface="+mn-lt"/>
                <a:cs typeface="+mn-lt"/>
              </a:rPr>
              <a:t>, </a:t>
            </a:r>
            <a:r>
              <a:rPr lang="en-US" err="1">
                <a:solidFill>
                  <a:schemeClr val="bg2"/>
                </a:solidFill>
                <a:ea typeface="+mn-lt"/>
                <a:cs typeface="+mn-lt"/>
              </a:rPr>
              <a:t>mérettel</a:t>
            </a:r>
            <a:r>
              <a:rPr lang="en-US">
                <a:solidFill>
                  <a:schemeClr val="bg2"/>
                </a:solidFill>
                <a:ea typeface="+mn-lt"/>
                <a:cs typeface="+mn-lt"/>
              </a:rPr>
              <a:t> </a:t>
            </a:r>
            <a:r>
              <a:rPr lang="en-US" err="1">
                <a:solidFill>
                  <a:schemeClr val="bg2"/>
                </a:solidFill>
                <a:ea typeface="+mn-lt"/>
                <a:cs typeface="+mn-lt"/>
              </a:rPr>
              <a:t>együtt</a:t>
            </a:r>
            <a:r>
              <a:rPr lang="en-US">
                <a:solidFill>
                  <a:schemeClr val="bg2"/>
                </a:solidFill>
                <a:ea typeface="+mn-lt"/>
                <a:cs typeface="+mn-lt"/>
              </a:rPr>
              <a:t>)</a:t>
            </a:r>
            <a:endParaRPr lang="en-US">
              <a:solidFill>
                <a:schemeClr val="bg2"/>
              </a:solidFill>
            </a:endParaRPr>
          </a:p>
          <a:p>
            <a:endParaRPr lang="en-US">
              <a:solidFill>
                <a:schemeClr val="bg2"/>
              </a:solidFill>
            </a:endParaRPr>
          </a:p>
          <a:p>
            <a:r>
              <a:rPr lang="en-US">
                <a:solidFill>
                  <a:schemeClr val="bg2"/>
                </a:solidFill>
                <a:ea typeface="+mn-lt"/>
                <a:cs typeface="+mn-lt"/>
              </a:rPr>
              <a:t>Kosár </a:t>
            </a:r>
            <a:r>
              <a:rPr lang="en-US" err="1">
                <a:solidFill>
                  <a:schemeClr val="bg2"/>
                </a:solidFill>
                <a:ea typeface="+mn-lt"/>
                <a:cs typeface="+mn-lt"/>
              </a:rPr>
              <a:t>törlése</a:t>
            </a:r>
            <a:r>
              <a:rPr lang="en-US">
                <a:solidFill>
                  <a:schemeClr val="bg2"/>
                </a:solidFill>
                <a:ea typeface="+mn-lt"/>
                <a:cs typeface="+mn-lt"/>
              </a:rPr>
              <a:t> (DELETE FROM cart)</a:t>
            </a:r>
            <a:endParaRPr lang="en-US">
              <a:solidFill>
                <a:schemeClr val="bg2"/>
              </a:solidFill>
            </a:endParaRPr>
          </a:p>
          <a:p>
            <a:r>
              <a:rPr lang="en-US">
                <a:solidFill>
                  <a:schemeClr val="bg2"/>
                </a:solidFill>
                <a:ea typeface="+mn-lt"/>
                <a:cs typeface="+mn-lt"/>
              </a:rPr>
              <a:t>commit()</a:t>
            </a:r>
            <a:endParaRPr lang="en-US">
              <a:solidFill>
                <a:schemeClr val="bg2"/>
              </a:solidFill>
            </a:endParaRPr>
          </a:p>
          <a:p>
            <a:endParaRPr lang="en-US">
              <a:solidFill>
                <a:schemeClr val="bg2"/>
              </a:solidFill>
            </a:endParaRPr>
          </a:p>
          <a:p>
            <a:r>
              <a:rPr lang="en-US">
                <a:solidFill>
                  <a:schemeClr val="bg2"/>
                </a:solidFill>
                <a:ea typeface="+mn-lt"/>
                <a:cs typeface="+mn-lt"/>
              </a:rPr>
              <a:t>Hiba </a:t>
            </a:r>
            <a:r>
              <a:rPr lang="en-US" err="1">
                <a:solidFill>
                  <a:schemeClr val="bg2"/>
                </a:solidFill>
                <a:ea typeface="+mn-lt"/>
                <a:cs typeface="+mn-lt"/>
              </a:rPr>
              <a:t>esetén</a:t>
            </a:r>
            <a:r>
              <a:rPr lang="en-US">
                <a:solidFill>
                  <a:schemeClr val="bg2"/>
                </a:solidFill>
                <a:ea typeface="+mn-lt"/>
                <a:cs typeface="+mn-lt"/>
              </a:rPr>
              <a:t> </a:t>
            </a:r>
            <a:r>
              <a:rPr lang="en-US" err="1">
                <a:solidFill>
                  <a:schemeClr val="bg2"/>
                </a:solidFill>
                <a:ea typeface="+mn-lt"/>
                <a:cs typeface="+mn-lt"/>
              </a:rPr>
              <a:t>rollBack</a:t>
            </a:r>
            <a:r>
              <a:rPr lang="en-US">
                <a:solidFill>
                  <a:schemeClr val="bg2"/>
                </a:solidFill>
                <a:ea typeface="+mn-lt"/>
                <a:cs typeface="+mn-lt"/>
              </a:rPr>
              <a:t>() </a:t>
            </a:r>
            <a:r>
              <a:rPr lang="en-US" err="1">
                <a:solidFill>
                  <a:schemeClr val="bg2"/>
                </a:solidFill>
                <a:ea typeface="+mn-lt"/>
                <a:cs typeface="+mn-lt"/>
              </a:rPr>
              <a:t>és</a:t>
            </a:r>
            <a:r>
              <a:rPr lang="en-US">
                <a:solidFill>
                  <a:schemeClr val="bg2"/>
                </a:solidFill>
                <a:ea typeface="+mn-lt"/>
                <a:cs typeface="+mn-lt"/>
              </a:rPr>
              <a:t> </a:t>
            </a:r>
            <a:r>
              <a:rPr lang="en-US" err="1">
                <a:solidFill>
                  <a:schemeClr val="bg2"/>
                </a:solidFill>
                <a:ea typeface="+mn-lt"/>
                <a:cs typeface="+mn-lt"/>
              </a:rPr>
              <a:t>hibaüzenet</a:t>
            </a:r>
            <a:r>
              <a:rPr lang="en-US">
                <a:solidFill>
                  <a:schemeClr val="bg2"/>
                </a:solidFill>
                <a:ea typeface="+mn-lt"/>
                <a:cs typeface="+mn-lt"/>
              </a:rPr>
              <a:t> </a:t>
            </a:r>
            <a:r>
              <a:rPr lang="en-US" err="1">
                <a:solidFill>
                  <a:schemeClr val="bg2"/>
                </a:solidFill>
                <a:ea typeface="+mn-lt"/>
                <a:cs typeface="+mn-lt"/>
              </a:rPr>
              <a:t>megjelenítése</a:t>
            </a:r>
            <a:endParaRPr lang="en-US">
              <a:solidFill>
                <a:schemeClr val="bg2"/>
              </a:solidFill>
            </a:endParaRPr>
          </a:p>
          <a:p>
            <a:endParaRPr lang="en-US">
              <a:solidFill>
                <a:schemeClr val="bg2"/>
              </a:solidFill>
            </a:endParaRPr>
          </a:p>
          <a:p>
            <a:r>
              <a:rPr lang="en-US" err="1">
                <a:solidFill>
                  <a:schemeClr val="bg2"/>
                </a:solidFill>
                <a:ea typeface="+mn-lt"/>
                <a:cs typeface="+mn-lt"/>
              </a:rPr>
              <a:t>Sikeres</a:t>
            </a:r>
            <a:r>
              <a:rPr lang="en-US">
                <a:solidFill>
                  <a:schemeClr val="bg2"/>
                </a:solidFill>
                <a:ea typeface="+mn-lt"/>
                <a:cs typeface="+mn-lt"/>
              </a:rPr>
              <a:t> </a:t>
            </a:r>
            <a:r>
              <a:rPr lang="en-US" err="1">
                <a:solidFill>
                  <a:schemeClr val="bg2"/>
                </a:solidFill>
                <a:ea typeface="+mn-lt"/>
                <a:cs typeface="+mn-lt"/>
              </a:rPr>
              <a:t>rögzítés</a:t>
            </a:r>
            <a:r>
              <a:rPr lang="en-US">
                <a:solidFill>
                  <a:schemeClr val="bg2"/>
                </a:solidFill>
                <a:ea typeface="+mn-lt"/>
                <a:cs typeface="+mn-lt"/>
              </a:rPr>
              <a:t> </a:t>
            </a:r>
            <a:r>
              <a:rPr lang="en-US" err="1">
                <a:solidFill>
                  <a:schemeClr val="bg2"/>
                </a:solidFill>
                <a:ea typeface="+mn-lt"/>
                <a:cs typeface="+mn-lt"/>
              </a:rPr>
              <a:t>után</a:t>
            </a:r>
            <a:r>
              <a:rPr lang="en-US">
                <a:solidFill>
                  <a:schemeClr val="bg2"/>
                </a:solidFill>
                <a:ea typeface="+mn-lt"/>
                <a:cs typeface="+mn-lt"/>
              </a:rPr>
              <a:t> session </a:t>
            </a:r>
            <a:r>
              <a:rPr lang="en-US" err="1">
                <a:solidFill>
                  <a:schemeClr val="bg2"/>
                </a:solidFill>
                <a:ea typeface="+mn-lt"/>
                <a:cs typeface="+mn-lt"/>
              </a:rPr>
              <a:t>adatok</a:t>
            </a:r>
            <a:r>
              <a:rPr lang="en-US">
                <a:solidFill>
                  <a:schemeClr val="bg2"/>
                </a:solidFill>
                <a:ea typeface="+mn-lt"/>
                <a:cs typeface="+mn-lt"/>
              </a:rPr>
              <a:t> </a:t>
            </a:r>
            <a:r>
              <a:rPr lang="en-US" err="1">
                <a:solidFill>
                  <a:schemeClr val="bg2"/>
                </a:solidFill>
                <a:ea typeface="+mn-lt"/>
                <a:cs typeface="+mn-lt"/>
              </a:rPr>
              <a:t>törlése</a:t>
            </a:r>
            <a:endParaRPr lang="en-US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322746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2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E25043-311B-44E3-980C-3741FD8813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0">
                <a:solidFill>
                  <a:schemeClr val="bg2"/>
                </a:solidFill>
                <a:ea typeface="+mj-lt"/>
                <a:cs typeface="+mj-lt"/>
              </a:rPr>
              <a:t>Admin </a:t>
            </a:r>
            <a:r>
              <a:rPr lang="en-US" b="0" err="1">
                <a:solidFill>
                  <a:schemeClr val="bg2"/>
                </a:solidFill>
                <a:ea typeface="+mj-lt"/>
                <a:cs typeface="+mj-lt"/>
              </a:rPr>
              <a:t>felület</a:t>
            </a:r>
            <a:r>
              <a:rPr lang="en-US" b="0">
                <a:solidFill>
                  <a:schemeClr val="bg2"/>
                </a:solidFill>
                <a:ea typeface="+mj-lt"/>
                <a:cs typeface="+mj-lt"/>
              </a:rPr>
              <a:t> I. – </a:t>
            </a:r>
            <a:r>
              <a:rPr lang="en-US" b="0" err="1">
                <a:solidFill>
                  <a:schemeClr val="bg2"/>
                </a:solidFill>
                <a:ea typeface="+mj-lt"/>
                <a:cs typeface="+mj-lt"/>
              </a:rPr>
              <a:t>Termékek</a:t>
            </a:r>
            <a:r>
              <a:rPr lang="en-US" b="0">
                <a:solidFill>
                  <a:schemeClr val="bg2"/>
                </a:solidFill>
                <a:ea typeface="+mj-lt"/>
                <a:cs typeface="+mj-lt"/>
              </a:rPr>
              <a:t> </a:t>
            </a:r>
            <a:r>
              <a:rPr lang="en-US" b="0" err="1">
                <a:solidFill>
                  <a:schemeClr val="bg2"/>
                </a:solidFill>
                <a:ea typeface="+mj-lt"/>
                <a:cs typeface="+mj-lt"/>
              </a:rPr>
              <a:t>kezelése</a:t>
            </a:r>
            <a:endParaRPr lang="en-US">
              <a:solidFill>
                <a:schemeClr val="bg2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A78D84-2804-84B5-B0D5-46E434DAD5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5150" y="2043600"/>
            <a:ext cx="7335835" cy="4045711"/>
          </a:xfrm>
        </p:spPr>
        <p:txBody>
          <a:bodyPr vert="horz" lIns="91440" tIns="45720" rIns="91440" bIns="45720" rtlCol="0" anchor="t">
            <a:normAutofit fontScale="62500" lnSpcReduction="20000"/>
          </a:bodyPr>
          <a:lstStyle/>
          <a:p>
            <a:r>
              <a:rPr lang="en-US" err="1">
                <a:solidFill>
                  <a:schemeClr val="bg2"/>
                </a:solidFill>
                <a:ea typeface="+mn-lt"/>
                <a:cs typeface="+mn-lt"/>
              </a:rPr>
              <a:t>Tabulátoros</a:t>
            </a:r>
            <a:r>
              <a:rPr lang="en-US">
                <a:solidFill>
                  <a:schemeClr val="bg2"/>
                </a:solidFill>
                <a:ea typeface="+mn-lt"/>
                <a:cs typeface="+mn-lt"/>
              </a:rPr>
              <a:t> </a:t>
            </a:r>
            <a:r>
              <a:rPr lang="en-US" err="1">
                <a:solidFill>
                  <a:schemeClr val="bg2"/>
                </a:solidFill>
                <a:ea typeface="+mn-lt"/>
                <a:cs typeface="+mn-lt"/>
              </a:rPr>
              <a:t>felület</a:t>
            </a:r>
            <a:r>
              <a:rPr lang="en-US">
                <a:solidFill>
                  <a:schemeClr val="bg2"/>
                </a:solidFill>
                <a:ea typeface="+mn-lt"/>
                <a:cs typeface="+mn-lt"/>
              </a:rPr>
              <a:t> (</a:t>
            </a:r>
            <a:r>
              <a:rPr lang="en-US" err="1">
                <a:solidFill>
                  <a:schemeClr val="bg2"/>
                </a:solidFill>
                <a:ea typeface="+mn-lt"/>
                <a:cs typeface="+mn-lt"/>
              </a:rPr>
              <a:t>Cipők</a:t>
            </a:r>
            <a:r>
              <a:rPr lang="en-US">
                <a:solidFill>
                  <a:schemeClr val="bg2"/>
                </a:solidFill>
                <a:ea typeface="+mn-lt"/>
                <a:cs typeface="+mn-lt"/>
              </a:rPr>
              <a:t> / </a:t>
            </a:r>
            <a:r>
              <a:rPr lang="en-US" err="1">
                <a:solidFill>
                  <a:schemeClr val="bg2"/>
                </a:solidFill>
                <a:ea typeface="+mn-lt"/>
                <a:cs typeface="+mn-lt"/>
              </a:rPr>
              <a:t>Felhasználók</a:t>
            </a:r>
            <a:r>
              <a:rPr lang="en-US">
                <a:solidFill>
                  <a:schemeClr val="bg2"/>
                </a:solidFill>
                <a:ea typeface="+mn-lt"/>
                <a:cs typeface="+mn-lt"/>
              </a:rPr>
              <a:t> / </a:t>
            </a:r>
            <a:r>
              <a:rPr lang="en-US" err="1">
                <a:solidFill>
                  <a:schemeClr val="bg2"/>
                </a:solidFill>
                <a:ea typeface="+mn-lt"/>
                <a:cs typeface="+mn-lt"/>
              </a:rPr>
              <a:t>Kommentek</a:t>
            </a:r>
            <a:r>
              <a:rPr lang="en-US">
                <a:solidFill>
                  <a:schemeClr val="bg2"/>
                </a:solidFill>
                <a:ea typeface="+mn-lt"/>
                <a:cs typeface="+mn-lt"/>
              </a:rPr>
              <a:t> / </a:t>
            </a:r>
            <a:r>
              <a:rPr lang="en-US" err="1">
                <a:solidFill>
                  <a:schemeClr val="bg2"/>
                </a:solidFill>
                <a:ea typeface="+mn-lt"/>
                <a:cs typeface="+mn-lt"/>
              </a:rPr>
              <a:t>Rendelések</a:t>
            </a:r>
            <a:r>
              <a:rPr lang="en-US">
                <a:solidFill>
                  <a:schemeClr val="bg2"/>
                </a:solidFill>
                <a:ea typeface="+mn-lt"/>
                <a:cs typeface="+mn-lt"/>
              </a:rPr>
              <a:t>)</a:t>
            </a:r>
            <a:endParaRPr lang="en-US">
              <a:solidFill>
                <a:schemeClr val="bg2"/>
              </a:solidFill>
            </a:endParaRPr>
          </a:p>
          <a:p>
            <a:endParaRPr lang="en-US">
              <a:solidFill>
                <a:schemeClr val="bg2"/>
              </a:solidFill>
            </a:endParaRPr>
          </a:p>
          <a:p>
            <a:pPr marL="0" indent="0">
              <a:buNone/>
            </a:pPr>
            <a:r>
              <a:rPr lang="en-US" err="1">
                <a:solidFill>
                  <a:schemeClr val="bg2"/>
                </a:solidFill>
                <a:ea typeface="+mn-lt"/>
                <a:cs typeface="+mn-lt"/>
              </a:rPr>
              <a:t>Termékek</a:t>
            </a:r>
            <a:r>
              <a:rPr lang="en-US">
                <a:solidFill>
                  <a:schemeClr val="bg2"/>
                </a:solidFill>
                <a:ea typeface="+mn-lt"/>
                <a:cs typeface="+mn-lt"/>
              </a:rPr>
              <a:t>:</a:t>
            </a:r>
            <a:endParaRPr lang="en-US">
              <a:solidFill>
                <a:schemeClr val="bg2"/>
              </a:solidFill>
            </a:endParaRPr>
          </a:p>
          <a:p>
            <a:endParaRPr lang="en-US">
              <a:solidFill>
                <a:schemeClr val="bg2"/>
              </a:solidFill>
            </a:endParaRPr>
          </a:p>
          <a:p>
            <a:r>
              <a:rPr lang="en-US" err="1">
                <a:solidFill>
                  <a:schemeClr val="bg2"/>
                </a:solidFill>
                <a:ea typeface="+mn-lt"/>
                <a:cs typeface="+mn-lt"/>
              </a:rPr>
              <a:t>Listázás</a:t>
            </a:r>
            <a:r>
              <a:rPr lang="en-US">
                <a:solidFill>
                  <a:schemeClr val="bg2"/>
                </a:solidFill>
                <a:ea typeface="+mn-lt"/>
                <a:cs typeface="+mn-lt"/>
              </a:rPr>
              <a:t> </a:t>
            </a:r>
            <a:r>
              <a:rPr lang="en-US" err="1">
                <a:solidFill>
                  <a:schemeClr val="bg2"/>
                </a:solidFill>
                <a:ea typeface="+mn-lt"/>
                <a:cs typeface="+mn-lt"/>
              </a:rPr>
              <a:t>táblázatban</a:t>
            </a:r>
            <a:r>
              <a:rPr lang="en-US">
                <a:solidFill>
                  <a:schemeClr val="bg2"/>
                </a:solidFill>
                <a:ea typeface="+mn-lt"/>
                <a:cs typeface="+mn-lt"/>
              </a:rPr>
              <a:t> (3 </a:t>
            </a:r>
            <a:r>
              <a:rPr lang="en-US" err="1">
                <a:solidFill>
                  <a:schemeClr val="bg2"/>
                </a:solidFill>
                <a:ea typeface="+mn-lt"/>
                <a:cs typeface="+mn-lt"/>
              </a:rPr>
              <a:t>kép</a:t>
            </a:r>
            <a:r>
              <a:rPr lang="en-US">
                <a:solidFill>
                  <a:schemeClr val="bg2"/>
                </a:solidFill>
                <a:ea typeface="+mn-lt"/>
                <a:cs typeface="+mn-lt"/>
              </a:rPr>
              <a:t>, </a:t>
            </a:r>
            <a:r>
              <a:rPr lang="en-US" err="1">
                <a:solidFill>
                  <a:schemeClr val="bg2"/>
                </a:solidFill>
                <a:ea typeface="+mn-lt"/>
                <a:cs typeface="+mn-lt"/>
              </a:rPr>
              <a:t>kategória</a:t>
            </a:r>
            <a:r>
              <a:rPr lang="en-US">
                <a:solidFill>
                  <a:schemeClr val="bg2"/>
                </a:solidFill>
                <a:ea typeface="+mn-lt"/>
                <a:cs typeface="+mn-lt"/>
              </a:rPr>
              <a:t>, </a:t>
            </a:r>
            <a:r>
              <a:rPr lang="en-US" err="1">
                <a:solidFill>
                  <a:schemeClr val="bg2"/>
                </a:solidFill>
                <a:ea typeface="+mn-lt"/>
                <a:cs typeface="+mn-lt"/>
              </a:rPr>
              <a:t>ár</a:t>
            </a:r>
            <a:r>
              <a:rPr lang="en-US">
                <a:solidFill>
                  <a:schemeClr val="bg2"/>
                </a:solidFill>
                <a:ea typeface="+mn-lt"/>
                <a:cs typeface="+mn-lt"/>
              </a:rPr>
              <a:t>, </a:t>
            </a:r>
            <a:r>
              <a:rPr lang="en-US" err="1">
                <a:solidFill>
                  <a:schemeClr val="bg2"/>
                </a:solidFill>
                <a:ea typeface="+mn-lt"/>
                <a:cs typeface="+mn-lt"/>
              </a:rPr>
              <a:t>új</a:t>
            </a:r>
            <a:r>
              <a:rPr lang="en-US">
                <a:solidFill>
                  <a:schemeClr val="bg2"/>
                </a:solidFill>
                <a:ea typeface="+mn-lt"/>
                <a:cs typeface="+mn-lt"/>
              </a:rPr>
              <a:t> </a:t>
            </a:r>
            <a:r>
              <a:rPr lang="en-US" err="1">
                <a:solidFill>
                  <a:schemeClr val="bg2"/>
                </a:solidFill>
                <a:ea typeface="+mn-lt"/>
                <a:cs typeface="+mn-lt"/>
              </a:rPr>
              <a:t>jelölő</a:t>
            </a:r>
            <a:r>
              <a:rPr lang="en-US">
                <a:solidFill>
                  <a:schemeClr val="bg2"/>
                </a:solidFill>
                <a:ea typeface="+mn-lt"/>
                <a:cs typeface="+mn-lt"/>
              </a:rPr>
              <a:t>)</a:t>
            </a:r>
            <a:endParaRPr lang="en-US">
              <a:solidFill>
                <a:schemeClr val="bg2"/>
              </a:solidFill>
            </a:endParaRPr>
          </a:p>
          <a:p>
            <a:endParaRPr lang="en-US">
              <a:solidFill>
                <a:schemeClr val="bg2"/>
              </a:solidFill>
            </a:endParaRPr>
          </a:p>
          <a:p>
            <a:r>
              <a:rPr lang="en-US" err="1">
                <a:solidFill>
                  <a:schemeClr val="bg2"/>
                </a:solidFill>
                <a:ea typeface="+mn-lt"/>
                <a:cs typeface="+mn-lt"/>
              </a:rPr>
              <a:t>Hozzáadás</a:t>
            </a:r>
            <a:r>
              <a:rPr lang="en-US">
                <a:solidFill>
                  <a:schemeClr val="bg2"/>
                </a:solidFill>
                <a:ea typeface="+mn-lt"/>
                <a:cs typeface="+mn-lt"/>
              </a:rPr>
              <a:t> </a:t>
            </a:r>
            <a:r>
              <a:rPr lang="en-US" err="1">
                <a:solidFill>
                  <a:schemeClr val="bg2"/>
                </a:solidFill>
                <a:ea typeface="+mn-lt"/>
                <a:cs typeface="+mn-lt"/>
              </a:rPr>
              <a:t>és</a:t>
            </a:r>
            <a:r>
              <a:rPr lang="en-US">
                <a:solidFill>
                  <a:schemeClr val="bg2"/>
                </a:solidFill>
                <a:ea typeface="+mn-lt"/>
                <a:cs typeface="+mn-lt"/>
              </a:rPr>
              <a:t> </a:t>
            </a:r>
            <a:r>
              <a:rPr lang="en-US" err="1">
                <a:solidFill>
                  <a:schemeClr val="bg2"/>
                </a:solidFill>
                <a:ea typeface="+mn-lt"/>
                <a:cs typeface="+mn-lt"/>
              </a:rPr>
              <a:t>szerkesztés</a:t>
            </a:r>
            <a:r>
              <a:rPr lang="en-US">
                <a:solidFill>
                  <a:schemeClr val="bg2"/>
                </a:solidFill>
                <a:ea typeface="+mn-lt"/>
                <a:cs typeface="+mn-lt"/>
              </a:rPr>
              <a:t> modal </a:t>
            </a:r>
            <a:r>
              <a:rPr lang="en-US" err="1">
                <a:solidFill>
                  <a:schemeClr val="bg2"/>
                </a:solidFill>
                <a:ea typeface="+mn-lt"/>
                <a:cs typeface="+mn-lt"/>
              </a:rPr>
              <a:t>ablakban</a:t>
            </a:r>
            <a:endParaRPr lang="en-US">
              <a:solidFill>
                <a:schemeClr val="bg2"/>
              </a:solidFill>
            </a:endParaRPr>
          </a:p>
          <a:p>
            <a:endParaRPr lang="en-US">
              <a:solidFill>
                <a:schemeClr val="bg2"/>
              </a:solidFill>
            </a:endParaRPr>
          </a:p>
          <a:p>
            <a:r>
              <a:rPr lang="en-US" err="1">
                <a:solidFill>
                  <a:schemeClr val="bg2"/>
                </a:solidFill>
                <a:ea typeface="+mn-lt"/>
                <a:cs typeface="+mn-lt"/>
              </a:rPr>
              <a:t>Kategória</a:t>
            </a:r>
            <a:r>
              <a:rPr lang="en-US">
                <a:solidFill>
                  <a:schemeClr val="bg2"/>
                </a:solidFill>
                <a:ea typeface="+mn-lt"/>
                <a:cs typeface="+mn-lt"/>
              </a:rPr>
              <a:t> </a:t>
            </a:r>
            <a:r>
              <a:rPr lang="en-US" err="1">
                <a:solidFill>
                  <a:schemeClr val="bg2"/>
                </a:solidFill>
                <a:ea typeface="+mn-lt"/>
                <a:cs typeface="+mn-lt"/>
              </a:rPr>
              <a:t>választás</a:t>
            </a:r>
            <a:r>
              <a:rPr lang="en-US">
                <a:solidFill>
                  <a:schemeClr val="bg2"/>
                </a:solidFill>
                <a:ea typeface="+mn-lt"/>
                <a:cs typeface="+mn-lt"/>
              </a:rPr>
              <a:t>: </a:t>
            </a:r>
            <a:r>
              <a:rPr lang="en-US" err="1">
                <a:solidFill>
                  <a:schemeClr val="bg2"/>
                </a:solidFill>
                <a:ea typeface="+mn-lt"/>
                <a:cs typeface="+mn-lt"/>
              </a:rPr>
              <a:t>legördülő</a:t>
            </a:r>
            <a:r>
              <a:rPr lang="en-US">
                <a:solidFill>
                  <a:schemeClr val="bg2"/>
                </a:solidFill>
                <a:ea typeface="+mn-lt"/>
                <a:cs typeface="+mn-lt"/>
              </a:rPr>
              <a:t> + </a:t>
            </a:r>
            <a:r>
              <a:rPr lang="en-US" err="1">
                <a:solidFill>
                  <a:schemeClr val="bg2"/>
                </a:solidFill>
                <a:ea typeface="+mn-lt"/>
                <a:cs typeface="+mn-lt"/>
              </a:rPr>
              <a:t>új</a:t>
            </a:r>
            <a:r>
              <a:rPr lang="en-US">
                <a:solidFill>
                  <a:schemeClr val="bg2"/>
                </a:solidFill>
                <a:ea typeface="+mn-lt"/>
                <a:cs typeface="+mn-lt"/>
              </a:rPr>
              <a:t> </a:t>
            </a:r>
            <a:r>
              <a:rPr lang="en-US" err="1">
                <a:solidFill>
                  <a:schemeClr val="bg2"/>
                </a:solidFill>
                <a:ea typeface="+mn-lt"/>
                <a:cs typeface="+mn-lt"/>
              </a:rPr>
              <a:t>kategória</a:t>
            </a:r>
            <a:r>
              <a:rPr lang="en-US">
                <a:solidFill>
                  <a:schemeClr val="bg2"/>
                </a:solidFill>
                <a:ea typeface="+mn-lt"/>
                <a:cs typeface="+mn-lt"/>
              </a:rPr>
              <a:t> </a:t>
            </a:r>
            <a:r>
              <a:rPr lang="en-US" err="1">
                <a:solidFill>
                  <a:schemeClr val="bg2"/>
                </a:solidFill>
                <a:ea typeface="+mn-lt"/>
                <a:cs typeface="+mn-lt"/>
              </a:rPr>
              <a:t>szabad</a:t>
            </a:r>
            <a:r>
              <a:rPr lang="en-US">
                <a:solidFill>
                  <a:schemeClr val="bg2"/>
                </a:solidFill>
                <a:ea typeface="+mn-lt"/>
                <a:cs typeface="+mn-lt"/>
              </a:rPr>
              <a:t> </a:t>
            </a:r>
            <a:r>
              <a:rPr lang="en-US" err="1">
                <a:solidFill>
                  <a:schemeClr val="bg2"/>
                </a:solidFill>
                <a:ea typeface="+mn-lt"/>
                <a:cs typeface="+mn-lt"/>
              </a:rPr>
              <a:t>szöveges</a:t>
            </a:r>
            <a:r>
              <a:rPr lang="en-US">
                <a:solidFill>
                  <a:schemeClr val="bg2"/>
                </a:solidFill>
                <a:ea typeface="+mn-lt"/>
                <a:cs typeface="+mn-lt"/>
              </a:rPr>
              <a:t> </a:t>
            </a:r>
            <a:r>
              <a:rPr lang="en-US" err="1">
                <a:solidFill>
                  <a:schemeClr val="bg2"/>
                </a:solidFill>
                <a:ea typeface="+mn-lt"/>
                <a:cs typeface="+mn-lt"/>
              </a:rPr>
              <a:t>megadása</a:t>
            </a:r>
            <a:endParaRPr lang="en-US">
              <a:solidFill>
                <a:schemeClr val="bg2"/>
              </a:solidFill>
            </a:endParaRPr>
          </a:p>
          <a:p>
            <a:endParaRPr lang="en-US">
              <a:solidFill>
                <a:schemeClr val="bg2"/>
              </a:solidFill>
            </a:endParaRPr>
          </a:p>
          <a:p>
            <a:r>
              <a:rPr lang="en-US" err="1">
                <a:solidFill>
                  <a:schemeClr val="bg2"/>
                </a:solidFill>
                <a:ea typeface="+mn-lt"/>
                <a:cs typeface="+mn-lt"/>
              </a:rPr>
              <a:t>Törlés</a:t>
            </a:r>
            <a:r>
              <a:rPr lang="en-US">
                <a:solidFill>
                  <a:schemeClr val="bg2"/>
                </a:solidFill>
                <a:ea typeface="+mn-lt"/>
                <a:cs typeface="+mn-lt"/>
              </a:rPr>
              <a:t> </a:t>
            </a:r>
            <a:r>
              <a:rPr lang="en-US" err="1">
                <a:solidFill>
                  <a:schemeClr val="bg2"/>
                </a:solidFill>
                <a:ea typeface="+mn-lt"/>
                <a:cs typeface="+mn-lt"/>
              </a:rPr>
              <a:t>megerősítéssel</a:t>
            </a:r>
            <a:endParaRPr lang="en-US">
              <a:solidFill>
                <a:schemeClr val="bg2"/>
              </a:solidFill>
            </a:endParaRPr>
          </a:p>
          <a:p>
            <a:endParaRPr lang="en-US">
              <a:solidFill>
                <a:schemeClr val="bg2"/>
              </a:solidFill>
            </a:endParaRPr>
          </a:p>
          <a:p>
            <a:r>
              <a:rPr lang="en-US">
                <a:solidFill>
                  <a:schemeClr val="bg2"/>
                </a:solidFill>
                <a:ea typeface="+mn-lt"/>
                <a:cs typeface="+mn-lt"/>
              </a:rPr>
              <a:t>Minden </a:t>
            </a:r>
            <a:r>
              <a:rPr lang="en-US" err="1">
                <a:solidFill>
                  <a:schemeClr val="bg2"/>
                </a:solidFill>
                <a:ea typeface="+mn-lt"/>
                <a:cs typeface="+mn-lt"/>
              </a:rPr>
              <a:t>művelet</a:t>
            </a:r>
            <a:r>
              <a:rPr lang="en-US">
                <a:solidFill>
                  <a:schemeClr val="bg2"/>
                </a:solidFill>
                <a:ea typeface="+mn-lt"/>
                <a:cs typeface="+mn-lt"/>
              </a:rPr>
              <a:t> </a:t>
            </a:r>
            <a:r>
              <a:rPr lang="en-US" err="1">
                <a:solidFill>
                  <a:schemeClr val="bg2"/>
                </a:solidFill>
                <a:ea typeface="+mn-lt"/>
                <a:cs typeface="+mn-lt"/>
              </a:rPr>
              <a:t>után</a:t>
            </a:r>
            <a:r>
              <a:rPr lang="en-US">
                <a:solidFill>
                  <a:schemeClr val="bg2"/>
                </a:solidFill>
                <a:ea typeface="+mn-lt"/>
                <a:cs typeface="+mn-lt"/>
              </a:rPr>
              <a:t> </a:t>
            </a:r>
            <a:r>
              <a:rPr lang="en-US" err="1">
                <a:solidFill>
                  <a:schemeClr val="bg2"/>
                </a:solidFill>
                <a:ea typeface="+mn-lt"/>
                <a:cs typeface="+mn-lt"/>
              </a:rPr>
              <a:t>visszajelző</a:t>
            </a:r>
            <a:r>
              <a:rPr lang="en-US">
                <a:solidFill>
                  <a:schemeClr val="bg2"/>
                </a:solidFill>
                <a:ea typeface="+mn-lt"/>
                <a:cs typeface="+mn-lt"/>
              </a:rPr>
              <a:t> </a:t>
            </a:r>
            <a:r>
              <a:rPr lang="en-US" err="1">
                <a:solidFill>
                  <a:schemeClr val="bg2"/>
                </a:solidFill>
                <a:ea typeface="+mn-lt"/>
                <a:cs typeface="+mn-lt"/>
              </a:rPr>
              <a:t>üzenet</a:t>
            </a:r>
            <a:endParaRPr lang="en-US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242341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2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F190E8-01B0-0678-88DD-8096A19F11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0">
                <a:solidFill>
                  <a:schemeClr val="bg2"/>
                </a:solidFill>
                <a:ea typeface="+mj-lt"/>
                <a:cs typeface="+mj-lt"/>
              </a:rPr>
              <a:t>Admin </a:t>
            </a:r>
            <a:r>
              <a:rPr lang="en-US" b="0" err="1">
                <a:solidFill>
                  <a:schemeClr val="bg2"/>
                </a:solidFill>
                <a:ea typeface="+mj-lt"/>
                <a:cs typeface="+mj-lt"/>
              </a:rPr>
              <a:t>felület</a:t>
            </a:r>
            <a:r>
              <a:rPr lang="en-US" b="0">
                <a:solidFill>
                  <a:schemeClr val="bg2"/>
                </a:solidFill>
                <a:ea typeface="+mj-lt"/>
                <a:cs typeface="+mj-lt"/>
              </a:rPr>
              <a:t> II. – </a:t>
            </a:r>
            <a:r>
              <a:rPr lang="en-US" b="0" err="1">
                <a:solidFill>
                  <a:schemeClr val="bg2"/>
                </a:solidFill>
                <a:ea typeface="+mj-lt"/>
                <a:cs typeface="+mj-lt"/>
              </a:rPr>
              <a:t>Felhasználók</a:t>
            </a:r>
            <a:r>
              <a:rPr lang="en-US" b="0">
                <a:solidFill>
                  <a:schemeClr val="bg2"/>
                </a:solidFill>
                <a:ea typeface="+mj-lt"/>
                <a:cs typeface="+mj-lt"/>
              </a:rPr>
              <a:t>, </a:t>
            </a:r>
            <a:r>
              <a:rPr lang="en-US" b="0" err="1">
                <a:solidFill>
                  <a:schemeClr val="bg2"/>
                </a:solidFill>
                <a:ea typeface="+mj-lt"/>
                <a:cs typeface="+mj-lt"/>
              </a:rPr>
              <a:t>rendelések</a:t>
            </a:r>
            <a:r>
              <a:rPr lang="en-US" b="0">
                <a:solidFill>
                  <a:schemeClr val="bg2"/>
                </a:solidFill>
                <a:ea typeface="+mj-lt"/>
                <a:cs typeface="+mj-lt"/>
              </a:rPr>
              <a:t>, </a:t>
            </a:r>
            <a:r>
              <a:rPr lang="en-US" b="0" err="1">
                <a:solidFill>
                  <a:schemeClr val="bg2"/>
                </a:solidFill>
                <a:ea typeface="+mj-lt"/>
                <a:cs typeface="+mj-lt"/>
              </a:rPr>
              <a:t>kommentek</a:t>
            </a:r>
            <a:endParaRPr lang="en-US">
              <a:solidFill>
                <a:schemeClr val="bg2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72A05F-D734-9AD3-8FD2-39A9F3BF12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5150" y="2160016"/>
            <a:ext cx="7335835" cy="3929295"/>
          </a:xfrm>
        </p:spPr>
        <p:txBody>
          <a:bodyPr vert="horz" lIns="91440" tIns="45720" rIns="91440" bIns="45720" rtlCol="0" anchor="t">
            <a:normAutofit fontScale="70000" lnSpcReduction="20000"/>
          </a:bodyPr>
          <a:lstStyle/>
          <a:p>
            <a:r>
              <a:rPr lang="en-US" err="1">
                <a:solidFill>
                  <a:schemeClr val="bg2"/>
                </a:solidFill>
                <a:ea typeface="+mn-lt"/>
                <a:cs typeface="+mn-lt"/>
              </a:rPr>
              <a:t>Felhasználók</a:t>
            </a:r>
            <a:r>
              <a:rPr lang="en-US">
                <a:solidFill>
                  <a:schemeClr val="bg2"/>
                </a:solidFill>
                <a:ea typeface="+mn-lt"/>
                <a:cs typeface="+mn-lt"/>
              </a:rPr>
              <a:t>: </a:t>
            </a:r>
            <a:r>
              <a:rPr lang="en-US" err="1">
                <a:solidFill>
                  <a:schemeClr val="bg2"/>
                </a:solidFill>
                <a:ea typeface="+mn-lt"/>
                <a:cs typeface="+mn-lt"/>
              </a:rPr>
              <a:t>listázás</a:t>
            </a:r>
            <a:r>
              <a:rPr lang="en-US">
                <a:solidFill>
                  <a:schemeClr val="bg2"/>
                </a:solidFill>
                <a:ea typeface="+mn-lt"/>
                <a:cs typeface="+mn-lt"/>
              </a:rPr>
              <a:t>, </a:t>
            </a:r>
            <a:r>
              <a:rPr lang="en-US" err="1">
                <a:solidFill>
                  <a:schemeClr val="bg2"/>
                </a:solidFill>
                <a:ea typeface="+mn-lt"/>
                <a:cs typeface="+mn-lt"/>
              </a:rPr>
              <a:t>törlés</a:t>
            </a:r>
            <a:r>
              <a:rPr lang="en-US">
                <a:solidFill>
                  <a:schemeClr val="bg2"/>
                </a:solidFill>
                <a:ea typeface="+mn-lt"/>
                <a:cs typeface="+mn-lt"/>
              </a:rPr>
              <a:t> (</a:t>
            </a:r>
            <a:r>
              <a:rPr lang="en-US" err="1">
                <a:solidFill>
                  <a:schemeClr val="bg2"/>
                </a:solidFill>
                <a:ea typeface="+mn-lt"/>
                <a:cs typeface="+mn-lt"/>
              </a:rPr>
              <a:t>saját</a:t>
            </a:r>
            <a:r>
              <a:rPr lang="en-US">
                <a:solidFill>
                  <a:schemeClr val="bg2"/>
                </a:solidFill>
                <a:ea typeface="+mn-lt"/>
                <a:cs typeface="+mn-lt"/>
              </a:rPr>
              <a:t> </a:t>
            </a:r>
            <a:r>
              <a:rPr lang="en-US" err="1">
                <a:solidFill>
                  <a:schemeClr val="bg2"/>
                </a:solidFill>
                <a:ea typeface="+mn-lt"/>
                <a:cs typeface="+mn-lt"/>
              </a:rPr>
              <a:t>magát</a:t>
            </a:r>
            <a:r>
              <a:rPr lang="en-US">
                <a:solidFill>
                  <a:schemeClr val="bg2"/>
                </a:solidFill>
                <a:ea typeface="+mn-lt"/>
                <a:cs typeface="+mn-lt"/>
              </a:rPr>
              <a:t> </a:t>
            </a:r>
            <a:r>
              <a:rPr lang="en-US" err="1">
                <a:solidFill>
                  <a:schemeClr val="bg2"/>
                </a:solidFill>
                <a:ea typeface="+mn-lt"/>
                <a:cs typeface="+mn-lt"/>
              </a:rPr>
              <a:t>nem</a:t>
            </a:r>
            <a:r>
              <a:rPr lang="en-US">
                <a:solidFill>
                  <a:schemeClr val="bg2"/>
                </a:solidFill>
                <a:ea typeface="+mn-lt"/>
                <a:cs typeface="+mn-lt"/>
              </a:rPr>
              <a:t> </a:t>
            </a:r>
            <a:r>
              <a:rPr lang="en-US" err="1">
                <a:solidFill>
                  <a:schemeClr val="bg2"/>
                </a:solidFill>
                <a:ea typeface="+mn-lt"/>
                <a:cs typeface="+mn-lt"/>
              </a:rPr>
              <a:t>törölheti</a:t>
            </a:r>
            <a:r>
              <a:rPr lang="en-US">
                <a:solidFill>
                  <a:schemeClr val="bg2"/>
                </a:solidFill>
                <a:ea typeface="+mn-lt"/>
                <a:cs typeface="+mn-lt"/>
              </a:rPr>
              <a:t> </a:t>
            </a:r>
            <a:r>
              <a:rPr lang="en-US" err="1">
                <a:solidFill>
                  <a:schemeClr val="bg2"/>
                </a:solidFill>
                <a:ea typeface="+mn-lt"/>
                <a:cs typeface="+mn-lt"/>
              </a:rPr>
              <a:t>az</a:t>
            </a:r>
            <a:r>
              <a:rPr lang="en-US">
                <a:solidFill>
                  <a:schemeClr val="bg2"/>
                </a:solidFill>
                <a:ea typeface="+mn-lt"/>
                <a:cs typeface="+mn-lt"/>
              </a:rPr>
              <a:t> admin)</a:t>
            </a:r>
            <a:endParaRPr lang="en-US">
              <a:solidFill>
                <a:schemeClr val="bg2"/>
              </a:solidFill>
            </a:endParaRPr>
          </a:p>
          <a:p>
            <a:endParaRPr lang="en-US">
              <a:solidFill>
                <a:schemeClr val="bg2"/>
              </a:solidFill>
            </a:endParaRPr>
          </a:p>
          <a:p>
            <a:r>
              <a:rPr lang="en-US" err="1">
                <a:solidFill>
                  <a:schemeClr val="bg2"/>
                </a:solidFill>
                <a:ea typeface="+mn-lt"/>
                <a:cs typeface="+mn-lt"/>
              </a:rPr>
              <a:t>Kommentek</a:t>
            </a:r>
            <a:r>
              <a:rPr lang="en-US">
                <a:solidFill>
                  <a:schemeClr val="bg2"/>
                </a:solidFill>
                <a:ea typeface="+mn-lt"/>
                <a:cs typeface="+mn-lt"/>
              </a:rPr>
              <a:t>: </a:t>
            </a:r>
            <a:r>
              <a:rPr lang="en-US" err="1">
                <a:solidFill>
                  <a:schemeClr val="bg2"/>
                </a:solidFill>
                <a:ea typeface="+mn-lt"/>
                <a:cs typeface="+mn-lt"/>
              </a:rPr>
              <a:t>melyik</a:t>
            </a:r>
            <a:r>
              <a:rPr lang="en-US">
                <a:solidFill>
                  <a:schemeClr val="bg2"/>
                </a:solidFill>
                <a:ea typeface="+mn-lt"/>
                <a:cs typeface="+mn-lt"/>
              </a:rPr>
              <a:t> </a:t>
            </a:r>
            <a:r>
              <a:rPr lang="en-US" err="1">
                <a:solidFill>
                  <a:schemeClr val="bg2"/>
                </a:solidFill>
                <a:ea typeface="+mn-lt"/>
                <a:cs typeface="+mn-lt"/>
              </a:rPr>
              <a:t>cipőhöz</a:t>
            </a:r>
            <a:r>
              <a:rPr lang="en-US">
                <a:solidFill>
                  <a:schemeClr val="bg2"/>
                </a:solidFill>
                <a:ea typeface="+mn-lt"/>
                <a:cs typeface="+mn-lt"/>
              </a:rPr>
              <a:t> </a:t>
            </a:r>
            <a:r>
              <a:rPr lang="en-US" err="1">
                <a:solidFill>
                  <a:schemeClr val="bg2"/>
                </a:solidFill>
                <a:ea typeface="+mn-lt"/>
                <a:cs typeface="+mn-lt"/>
              </a:rPr>
              <a:t>írták</a:t>
            </a:r>
            <a:r>
              <a:rPr lang="en-US">
                <a:solidFill>
                  <a:schemeClr val="bg2"/>
                </a:solidFill>
                <a:ea typeface="+mn-lt"/>
                <a:cs typeface="+mn-lt"/>
              </a:rPr>
              <a:t>, </a:t>
            </a:r>
            <a:r>
              <a:rPr lang="en-US" err="1">
                <a:solidFill>
                  <a:schemeClr val="bg2"/>
                </a:solidFill>
                <a:ea typeface="+mn-lt"/>
                <a:cs typeface="+mn-lt"/>
              </a:rPr>
              <a:t>törlés</a:t>
            </a:r>
            <a:r>
              <a:rPr lang="en-US">
                <a:solidFill>
                  <a:schemeClr val="bg2"/>
                </a:solidFill>
                <a:ea typeface="+mn-lt"/>
                <a:cs typeface="+mn-lt"/>
              </a:rPr>
              <a:t> </a:t>
            </a:r>
            <a:r>
              <a:rPr lang="en-US" err="1">
                <a:solidFill>
                  <a:schemeClr val="bg2"/>
                </a:solidFill>
                <a:ea typeface="+mn-lt"/>
                <a:cs typeface="+mn-lt"/>
              </a:rPr>
              <a:t>lehetősége</a:t>
            </a:r>
            <a:endParaRPr lang="en-US">
              <a:solidFill>
                <a:schemeClr val="bg2"/>
              </a:solidFill>
            </a:endParaRPr>
          </a:p>
          <a:p>
            <a:endParaRPr lang="en-US">
              <a:solidFill>
                <a:schemeClr val="bg2"/>
              </a:solidFill>
            </a:endParaRPr>
          </a:p>
          <a:p>
            <a:r>
              <a:rPr lang="en-US" err="1">
                <a:solidFill>
                  <a:schemeClr val="bg2"/>
                </a:solidFill>
                <a:ea typeface="+mn-lt"/>
                <a:cs typeface="+mn-lt"/>
              </a:rPr>
              <a:t>Rendelések</a:t>
            </a:r>
            <a:r>
              <a:rPr lang="en-US">
                <a:solidFill>
                  <a:schemeClr val="bg2"/>
                </a:solidFill>
                <a:ea typeface="+mn-lt"/>
                <a:cs typeface="+mn-lt"/>
              </a:rPr>
              <a:t>:</a:t>
            </a:r>
            <a:endParaRPr lang="en-US">
              <a:solidFill>
                <a:schemeClr val="bg2"/>
              </a:solidFill>
            </a:endParaRPr>
          </a:p>
          <a:p>
            <a:endParaRPr lang="en-US">
              <a:solidFill>
                <a:schemeClr val="bg2"/>
              </a:solidFill>
            </a:endParaRPr>
          </a:p>
          <a:p>
            <a:r>
              <a:rPr lang="en-US" err="1">
                <a:solidFill>
                  <a:schemeClr val="bg2"/>
                </a:solidFill>
                <a:ea typeface="+mn-lt"/>
                <a:cs typeface="+mn-lt"/>
              </a:rPr>
              <a:t>Rendelés</a:t>
            </a:r>
            <a:r>
              <a:rPr lang="en-US">
                <a:solidFill>
                  <a:schemeClr val="bg2"/>
                </a:solidFill>
                <a:ea typeface="+mn-lt"/>
                <a:cs typeface="+mn-lt"/>
              </a:rPr>
              <a:t> </a:t>
            </a:r>
            <a:r>
              <a:rPr lang="en-US" err="1">
                <a:solidFill>
                  <a:schemeClr val="bg2"/>
                </a:solidFill>
                <a:ea typeface="+mn-lt"/>
                <a:cs typeface="+mn-lt"/>
              </a:rPr>
              <a:t>fejléce</a:t>
            </a:r>
            <a:r>
              <a:rPr lang="en-US">
                <a:solidFill>
                  <a:schemeClr val="bg2"/>
                </a:solidFill>
                <a:ea typeface="+mn-lt"/>
                <a:cs typeface="+mn-lt"/>
              </a:rPr>
              <a:t> (</a:t>
            </a:r>
            <a:r>
              <a:rPr lang="en-US" err="1">
                <a:solidFill>
                  <a:schemeClr val="bg2"/>
                </a:solidFill>
                <a:ea typeface="+mn-lt"/>
                <a:cs typeface="+mn-lt"/>
              </a:rPr>
              <a:t>összeg</a:t>
            </a:r>
            <a:r>
              <a:rPr lang="en-US">
                <a:solidFill>
                  <a:schemeClr val="bg2"/>
                </a:solidFill>
                <a:ea typeface="+mn-lt"/>
                <a:cs typeface="+mn-lt"/>
              </a:rPr>
              <a:t>, </a:t>
            </a:r>
            <a:r>
              <a:rPr lang="en-US" err="1">
                <a:solidFill>
                  <a:schemeClr val="bg2"/>
                </a:solidFill>
                <a:ea typeface="+mn-lt"/>
                <a:cs typeface="+mn-lt"/>
              </a:rPr>
              <a:t>státusz</a:t>
            </a:r>
            <a:r>
              <a:rPr lang="en-US">
                <a:solidFill>
                  <a:schemeClr val="bg2"/>
                </a:solidFill>
                <a:ea typeface="+mn-lt"/>
                <a:cs typeface="+mn-lt"/>
              </a:rPr>
              <a:t>, </a:t>
            </a:r>
            <a:r>
              <a:rPr lang="en-US" err="1">
                <a:solidFill>
                  <a:schemeClr val="bg2"/>
                </a:solidFill>
                <a:ea typeface="+mn-lt"/>
                <a:cs typeface="+mn-lt"/>
              </a:rPr>
              <a:t>szállítási</a:t>
            </a:r>
            <a:r>
              <a:rPr lang="en-US">
                <a:solidFill>
                  <a:schemeClr val="bg2"/>
                </a:solidFill>
                <a:ea typeface="+mn-lt"/>
                <a:cs typeface="+mn-lt"/>
              </a:rPr>
              <a:t> </a:t>
            </a:r>
            <a:r>
              <a:rPr lang="en-US" err="1">
                <a:solidFill>
                  <a:schemeClr val="bg2"/>
                </a:solidFill>
                <a:ea typeface="+mn-lt"/>
                <a:cs typeface="+mn-lt"/>
              </a:rPr>
              <a:t>cím</a:t>
            </a:r>
            <a:r>
              <a:rPr lang="en-US">
                <a:solidFill>
                  <a:schemeClr val="bg2"/>
                </a:solidFill>
                <a:ea typeface="+mn-lt"/>
                <a:cs typeface="+mn-lt"/>
              </a:rPr>
              <a:t>, </a:t>
            </a:r>
            <a:r>
              <a:rPr lang="en-US" err="1">
                <a:solidFill>
                  <a:schemeClr val="bg2"/>
                </a:solidFill>
                <a:ea typeface="+mn-lt"/>
                <a:cs typeface="+mn-lt"/>
              </a:rPr>
              <a:t>fizetési</a:t>
            </a:r>
            <a:r>
              <a:rPr lang="en-US">
                <a:solidFill>
                  <a:schemeClr val="bg2"/>
                </a:solidFill>
                <a:ea typeface="+mn-lt"/>
                <a:cs typeface="+mn-lt"/>
              </a:rPr>
              <a:t> </a:t>
            </a:r>
            <a:r>
              <a:rPr lang="en-US" err="1">
                <a:solidFill>
                  <a:schemeClr val="bg2"/>
                </a:solidFill>
                <a:ea typeface="+mn-lt"/>
                <a:cs typeface="+mn-lt"/>
              </a:rPr>
              <a:t>azonosító</a:t>
            </a:r>
            <a:r>
              <a:rPr lang="en-US">
                <a:solidFill>
                  <a:schemeClr val="bg2"/>
                </a:solidFill>
                <a:ea typeface="+mn-lt"/>
                <a:cs typeface="+mn-lt"/>
              </a:rPr>
              <a:t>)</a:t>
            </a:r>
            <a:endParaRPr lang="en-US">
              <a:solidFill>
                <a:schemeClr val="bg2"/>
              </a:solidFill>
            </a:endParaRPr>
          </a:p>
          <a:p>
            <a:endParaRPr lang="en-US">
              <a:solidFill>
                <a:schemeClr val="bg2"/>
              </a:solidFill>
            </a:endParaRPr>
          </a:p>
          <a:p>
            <a:r>
              <a:rPr lang="en-US" err="1">
                <a:solidFill>
                  <a:schemeClr val="bg2"/>
                </a:solidFill>
                <a:ea typeface="+mn-lt"/>
                <a:cs typeface="+mn-lt"/>
              </a:rPr>
              <a:t>Tételek</a:t>
            </a:r>
            <a:r>
              <a:rPr lang="en-US">
                <a:solidFill>
                  <a:schemeClr val="bg2"/>
                </a:solidFill>
                <a:ea typeface="+mn-lt"/>
                <a:cs typeface="+mn-lt"/>
              </a:rPr>
              <a:t> </a:t>
            </a:r>
            <a:r>
              <a:rPr lang="en-US" err="1">
                <a:solidFill>
                  <a:schemeClr val="bg2"/>
                </a:solidFill>
                <a:ea typeface="+mn-lt"/>
                <a:cs typeface="+mn-lt"/>
              </a:rPr>
              <a:t>részletezése</a:t>
            </a:r>
            <a:r>
              <a:rPr lang="en-US">
                <a:solidFill>
                  <a:schemeClr val="bg2"/>
                </a:solidFill>
                <a:ea typeface="+mn-lt"/>
                <a:cs typeface="+mn-lt"/>
              </a:rPr>
              <a:t> </a:t>
            </a:r>
            <a:r>
              <a:rPr lang="en-US" err="1">
                <a:solidFill>
                  <a:schemeClr val="bg2"/>
                </a:solidFill>
                <a:ea typeface="+mn-lt"/>
                <a:cs typeface="+mn-lt"/>
              </a:rPr>
              <a:t>modális</a:t>
            </a:r>
            <a:r>
              <a:rPr lang="en-US">
                <a:solidFill>
                  <a:schemeClr val="bg2"/>
                </a:solidFill>
                <a:ea typeface="+mn-lt"/>
                <a:cs typeface="+mn-lt"/>
              </a:rPr>
              <a:t> </a:t>
            </a:r>
            <a:r>
              <a:rPr lang="en-US" err="1">
                <a:solidFill>
                  <a:schemeClr val="bg2"/>
                </a:solidFill>
                <a:ea typeface="+mn-lt"/>
                <a:cs typeface="+mn-lt"/>
              </a:rPr>
              <a:t>ablakban</a:t>
            </a:r>
            <a:r>
              <a:rPr lang="en-US">
                <a:solidFill>
                  <a:schemeClr val="bg2"/>
                </a:solidFill>
                <a:ea typeface="+mn-lt"/>
                <a:cs typeface="+mn-lt"/>
              </a:rPr>
              <a:t> (</a:t>
            </a:r>
            <a:r>
              <a:rPr lang="en-US" err="1">
                <a:solidFill>
                  <a:schemeClr val="bg2"/>
                </a:solidFill>
                <a:ea typeface="+mn-lt"/>
                <a:cs typeface="+mn-lt"/>
              </a:rPr>
              <a:t>order_items</a:t>
            </a:r>
            <a:r>
              <a:rPr lang="en-US">
                <a:solidFill>
                  <a:schemeClr val="bg2"/>
                </a:solidFill>
                <a:ea typeface="+mn-lt"/>
                <a:cs typeface="+mn-lt"/>
              </a:rPr>
              <a:t> JOIN shoes)</a:t>
            </a:r>
            <a:endParaRPr lang="en-US">
              <a:solidFill>
                <a:schemeClr val="bg2"/>
              </a:solidFill>
            </a:endParaRPr>
          </a:p>
          <a:p>
            <a:endParaRPr lang="en-US">
              <a:solidFill>
                <a:schemeClr val="bg2"/>
              </a:solidFill>
            </a:endParaRPr>
          </a:p>
          <a:p>
            <a:r>
              <a:rPr lang="en-US">
                <a:solidFill>
                  <a:schemeClr val="bg2"/>
                </a:solidFill>
                <a:ea typeface="+mn-lt"/>
                <a:cs typeface="+mn-lt"/>
              </a:rPr>
              <a:t>Vendég </a:t>
            </a:r>
            <a:r>
              <a:rPr lang="en-US" err="1">
                <a:solidFill>
                  <a:schemeClr val="bg2"/>
                </a:solidFill>
                <a:ea typeface="+mn-lt"/>
                <a:cs typeface="+mn-lt"/>
              </a:rPr>
              <a:t>rendelések</a:t>
            </a:r>
            <a:r>
              <a:rPr lang="en-US">
                <a:solidFill>
                  <a:schemeClr val="bg2"/>
                </a:solidFill>
                <a:ea typeface="+mn-lt"/>
                <a:cs typeface="+mn-lt"/>
              </a:rPr>
              <a:t> is </a:t>
            </a:r>
            <a:r>
              <a:rPr lang="en-US" err="1">
                <a:solidFill>
                  <a:schemeClr val="bg2"/>
                </a:solidFill>
                <a:ea typeface="+mn-lt"/>
                <a:cs typeface="+mn-lt"/>
              </a:rPr>
              <a:t>megjelennek</a:t>
            </a:r>
            <a:r>
              <a:rPr lang="en-US">
                <a:solidFill>
                  <a:schemeClr val="bg2"/>
                </a:solidFill>
                <a:ea typeface="+mn-lt"/>
                <a:cs typeface="+mn-lt"/>
              </a:rPr>
              <a:t> (LEFT JOIN users)</a:t>
            </a:r>
            <a:endParaRPr lang="en-US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4911541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2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529684-A02A-0871-2E11-575DD5FE05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5150" y="336973"/>
            <a:ext cx="7335835" cy="1268984"/>
          </a:xfrm>
        </p:spPr>
        <p:txBody>
          <a:bodyPr>
            <a:normAutofit fontScale="90000"/>
          </a:bodyPr>
          <a:lstStyle/>
          <a:p>
            <a:r>
              <a:rPr lang="en-US" b="0" err="1">
                <a:solidFill>
                  <a:schemeClr val="bg2"/>
                </a:solidFill>
                <a:ea typeface="+mj-lt"/>
                <a:cs typeface="+mj-lt"/>
              </a:rPr>
              <a:t>Hibák</a:t>
            </a:r>
            <a:r>
              <a:rPr lang="en-US" b="0">
                <a:solidFill>
                  <a:schemeClr val="bg2"/>
                </a:solidFill>
                <a:ea typeface="+mj-lt"/>
                <a:cs typeface="+mj-lt"/>
              </a:rPr>
              <a:t>, </a:t>
            </a:r>
            <a:r>
              <a:rPr lang="en-US" b="0" err="1">
                <a:solidFill>
                  <a:schemeClr val="bg2"/>
                </a:solidFill>
                <a:ea typeface="+mj-lt"/>
                <a:cs typeface="+mj-lt"/>
              </a:rPr>
              <a:t>amikkel</a:t>
            </a:r>
            <a:r>
              <a:rPr lang="en-US" b="0">
                <a:solidFill>
                  <a:schemeClr val="bg2"/>
                </a:solidFill>
                <a:ea typeface="+mj-lt"/>
                <a:cs typeface="+mj-lt"/>
              </a:rPr>
              <a:t> </a:t>
            </a:r>
            <a:r>
              <a:rPr lang="en-US" b="0" err="1">
                <a:solidFill>
                  <a:schemeClr val="bg2"/>
                </a:solidFill>
                <a:ea typeface="+mj-lt"/>
                <a:cs typeface="+mj-lt"/>
              </a:rPr>
              <a:t>találkoztunk</a:t>
            </a:r>
            <a:r>
              <a:rPr lang="en-US" b="0">
                <a:solidFill>
                  <a:schemeClr val="bg2"/>
                </a:solidFill>
                <a:ea typeface="+mj-lt"/>
                <a:cs typeface="+mj-lt"/>
              </a:rPr>
              <a:t>, </a:t>
            </a:r>
            <a:r>
              <a:rPr lang="en-US" b="0" err="1">
                <a:solidFill>
                  <a:schemeClr val="bg2"/>
                </a:solidFill>
                <a:ea typeface="+mj-lt"/>
                <a:cs typeface="+mj-lt"/>
              </a:rPr>
              <a:t>és</a:t>
            </a:r>
            <a:r>
              <a:rPr lang="en-US" b="0">
                <a:solidFill>
                  <a:schemeClr val="bg2"/>
                </a:solidFill>
                <a:ea typeface="+mj-lt"/>
                <a:cs typeface="+mj-lt"/>
              </a:rPr>
              <a:t> </a:t>
            </a:r>
            <a:r>
              <a:rPr lang="en-US" b="0" err="1">
                <a:solidFill>
                  <a:schemeClr val="bg2"/>
                </a:solidFill>
                <a:ea typeface="+mj-lt"/>
                <a:cs typeface="+mj-lt"/>
              </a:rPr>
              <a:t>tapasztalatok</a:t>
            </a:r>
            <a:endParaRPr lang="en-US">
              <a:solidFill>
                <a:schemeClr val="bg2"/>
              </a:solidFill>
              <a:ea typeface="+mj-lt"/>
              <a:cs typeface="+mj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5F734F-506E-9993-2B1F-C3FE8D8FB5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5150" y="1789600"/>
            <a:ext cx="7335835" cy="997712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err="1">
                <a:solidFill>
                  <a:schemeClr val="bg2"/>
                </a:solidFill>
                <a:ea typeface="+mn-lt"/>
                <a:cs typeface="+mn-lt"/>
              </a:rPr>
              <a:t>Fejlesztés</a:t>
            </a:r>
            <a:r>
              <a:rPr lang="en-US">
                <a:solidFill>
                  <a:schemeClr val="bg2"/>
                </a:solidFill>
                <a:ea typeface="+mn-lt"/>
                <a:cs typeface="+mn-lt"/>
              </a:rPr>
              <a:t> </a:t>
            </a:r>
            <a:r>
              <a:rPr lang="en-US" err="1">
                <a:solidFill>
                  <a:schemeClr val="bg2"/>
                </a:solidFill>
                <a:ea typeface="+mn-lt"/>
                <a:cs typeface="+mn-lt"/>
              </a:rPr>
              <a:t>közben</a:t>
            </a:r>
            <a:r>
              <a:rPr lang="en-US">
                <a:solidFill>
                  <a:schemeClr val="bg2"/>
                </a:solidFill>
                <a:ea typeface="+mn-lt"/>
                <a:cs typeface="+mn-lt"/>
              </a:rPr>
              <a:t> </a:t>
            </a:r>
            <a:r>
              <a:rPr lang="en-US" err="1">
                <a:solidFill>
                  <a:schemeClr val="bg2"/>
                </a:solidFill>
                <a:ea typeface="+mn-lt"/>
                <a:cs typeface="+mn-lt"/>
              </a:rPr>
              <a:t>felmerült</a:t>
            </a:r>
            <a:r>
              <a:rPr lang="en-US">
                <a:solidFill>
                  <a:schemeClr val="bg2"/>
                </a:solidFill>
                <a:ea typeface="+mn-lt"/>
                <a:cs typeface="+mn-lt"/>
              </a:rPr>
              <a:t> </a:t>
            </a:r>
            <a:r>
              <a:rPr lang="en-US" err="1">
                <a:solidFill>
                  <a:schemeClr val="bg2"/>
                </a:solidFill>
                <a:ea typeface="+mn-lt"/>
                <a:cs typeface="+mn-lt"/>
              </a:rPr>
              <a:t>problémák</a:t>
            </a:r>
            <a:r>
              <a:rPr lang="en-US">
                <a:solidFill>
                  <a:schemeClr val="bg2"/>
                </a:solidFill>
                <a:ea typeface="+mn-lt"/>
                <a:cs typeface="+mn-lt"/>
              </a:rPr>
              <a:t> </a:t>
            </a:r>
            <a:r>
              <a:rPr lang="en-US" err="1">
                <a:solidFill>
                  <a:schemeClr val="bg2"/>
                </a:solidFill>
                <a:ea typeface="+mn-lt"/>
                <a:cs typeface="+mn-lt"/>
              </a:rPr>
              <a:t>és</a:t>
            </a:r>
            <a:r>
              <a:rPr lang="en-US">
                <a:solidFill>
                  <a:schemeClr val="bg2"/>
                </a:solidFill>
                <a:ea typeface="+mn-lt"/>
                <a:cs typeface="+mn-lt"/>
              </a:rPr>
              <a:t> </a:t>
            </a:r>
            <a:r>
              <a:rPr lang="en-US" err="1">
                <a:solidFill>
                  <a:schemeClr val="bg2"/>
                </a:solidFill>
                <a:ea typeface="+mn-lt"/>
                <a:cs typeface="+mn-lt"/>
              </a:rPr>
              <a:t>megoldásaik</a:t>
            </a:r>
            <a:r>
              <a:rPr lang="en-US">
                <a:solidFill>
                  <a:schemeClr val="bg2"/>
                </a:solidFill>
                <a:ea typeface="+mn-lt"/>
                <a:cs typeface="+mn-lt"/>
              </a:rPr>
              <a:t>:</a:t>
            </a:r>
            <a:endParaRPr lang="en-US">
              <a:solidFill>
                <a:schemeClr val="bg2"/>
              </a:solidFill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42FC2866-B364-462D-D334-E1DAD20A27C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0420346"/>
              </p:ext>
            </p:extLst>
          </p:nvPr>
        </p:nvGraphicFramePr>
        <p:xfrm>
          <a:off x="455930" y="3029543"/>
          <a:ext cx="8168640" cy="309108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84320">
                  <a:extLst>
                    <a:ext uri="{9D8B030D-6E8A-4147-A177-3AD203B41FA5}">
                      <a16:colId xmlns:a16="http://schemas.microsoft.com/office/drawing/2014/main" val="3752821616"/>
                    </a:ext>
                  </a:extLst>
                </a:gridCol>
                <a:gridCol w="4084320">
                  <a:extLst>
                    <a:ext uri="{9D8B030D-6E8A-4147-A177-3AD203B41FA5}">
                      <a16:colId xmlns:a16="http://schemas.microsoft.com/office/drawing/2014/main" val="2418873103"/>
                    </a:ext>
                  </a:extLst>
                </a:gridCol>
              </a:tblGrid>
              <a:tr h="387770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>
                          <a:latin typeface="Neue Haas Grotesk Text Pro"/>
                        </a:rPr>
                        <a:t>Hiba / </a:t>
                      </a:r>
                      <a:r>
                        <a:rPr lang="en-US" sz="1800" b="0" i="0" u="none" strike="noStrike" noProof="0" err="1">
                          <a:latin typeface="Neue Haas Grotesk Text Pro"/>
                        </a:rPr>
                        <a:t>Kihívás</a:t>
                      </a:r>
                      <a:endParaRPr lang="en-US" err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 err="1">
                          <a:latin typeface="Neue Haas Grotesk Text Pro"/>
                        </a:rPr>
                        <a:t>Megoldás</a:t>
                      </a:r>
                      <a:endParaRPr lang="en-US" err="1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05570471"/>
                  </a:ext>
                </a:extLst>
              </a:tr>
              <a:tr h="675828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>
                          <a:latin typeface="Neue Haas Grotesk Text Pro"/>
                        </a:rPr>
                        <a:t>Vendég </a:t>
                      </a:r>
                      <a:r>
                        <a:rPr lang="en-US" sz="1800" b="0" i="0" u="none" strike="noStrike" noProof="0" err="1">
                          <a:latin typeface="Neue Haas Grotesk Text Pro"/>
                        </a:rPr>
                        <a:t>kosár</a:t>
                      </a:r>
                      <a:r>
                        <a:rPr lang="en-US" sz="1800" b="0" i="0" u="none" strike="noStrike" noProof="0">
                          <a:latin typeface="Neue Haas Grotesk Text Pro"/>
                        </a:rPr>
                        <a:t> </a:t>
                      </a:r>
                      <a:r>
                        <a:rPr lang="en-US" sz="1800" b="0" i="0" u="none" strike="noStrike" noProof="0" err="1">
                          <a:latin typeface="Neue Haas Grotesk Text Pro"/>
                        </a:rPr>
                        <a:t>azonosítása</a:t>
                      </a:r>
                      <a:r>
                        <a:rPr lang="en-US" sz="1800" b="0" i="0" u="none" strike="noStrike" noProof="0">
                          <a:latin typeface="Neue Haas Grotesk Text Pro"/>
                        </a:rPr>
                        <a:t> – session ID </a:t>
                      </a:r>
                      <a:r>
                        <a:rPr lang="en-US" sz="1800" b="0" i="0" u="none" strike="noStrike" noProof="0" err="1">
                          <a:latin typeface="Neue Haas Grotesk Text Pro"/>
                        </a:rPr>
                        <a:t>változhat</a:t>
                      </a:r>
                      <a:endParaRPr lang="en-US" err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 err="1">
                          <a:latin typeface="Neue Haas Grotesk Text Pro"/>
                        </a:rPr>
                        <a:t>getSessionId</a:t>
                      </a:r>
                      <a:r>
                        <a:rPr lang="en-US" sz="1800" b="0" i="0" u="none" strike="noStrike" noProof="0">
                          <a:latin typeface="Neue Haas Grotesk Text Pro"/>
                        </a:rPr>
                        <a:t>() </a:t>
                      </a:r>
                      <a:r>
                        <a:rPr lang="en-US" sz="1800" b="0" i="0" u="none" strike="noStrike" noProof="0" err="1">
                          <a:latin typeface="Neue Haas Grotesk Text Pro"/>
                        </a:rPr>
                        <a:t>függvény</a:t>
                      </a:r>
                      <a:r>
                        <a:rPr lang="en-US" sz="1800" b="0" i="0" u="none" strike="noStrike" noProof="0">
                          <a:latin typeface="Neue Haas Grotesk Text Pro"/>
                        </a:rPr>
                        <a:t> a </a:t>
                      </a:r>
                      <a:r>
                        <a:rPr lang="en-US" sz="1800" b="0" i="0" u="none" strike="noStrike" noProof="0" err="1">
                          <a:latin typeface="Neue Haas Grotesk Text Pro"/>
                        </a:rPr>
                        <a:t>session_id</a:t>
                      </a:r>
                      <a:r>
                        <a:rPr lang="en-US" sz="1800" b="0" i="0" u="none" strike="noStrike" noProof="0">
                          <a:latin typeface="Neue Haas Grotesk Text Pro"/>
                        </a:rPr>
                        <a:t> </a:t>
                      </a:r>
                      <a:r>
                        <a:rPr lang="en-US" sz="1800" b="0" i="0" u="none" strike="noStrike" noProof="0" err="1">
                          <a:latin typeface="Neue Haas Grotesk Text Pro"/>
                        </a:rPr>
                        <a:t>rögzítésére</a:t>
                      </a:r>
                      <a:endParaRPr lang="en-US" err="1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73380866"/>
                  </a:ext>
                </a:extLst>
              </a:tr>
              <a:tr h="675828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>
                          <a:latin typeface="Neue Haas Grotesk Text Pro"/>
                        </a:rPr>
                        <a:t>AJAX </a:t>
                      </a:r>
                      <a:r>
                        <a:rPr lang="en-US" sz="1800" b="0" i="0" u="none" strike="noStrike" noProof="0" err="1">
                          <a:latin typeface="Neue Haas Grotesk Text Pro"/>
                        </a:rPr>
                        <a:t>kéréseknél</a:t>
                      </a:r>
                      <a:r>
                        <a:rPr lang="en-US" sz="1800" b="0" i="0" u="none" strike="noStrike" noProof="0">
                          <a:latin typeface="Neue Haas Grotesk Text Pro"/>
                        </a:rPr>
                        <a:t> a </a:t>
                      </a:r>
                      <a:r>
                        <a:rPr lang="en-US" sz="1800" b="0" i="0" u="none" strike="noStrike" noProof="0" err="1">
                          <a:latin typeface="Neue Haas Grotesk Text Pro"/>
                        </a:rPr>
                        <a:t>kosár</a:t>
                      </a:r>
                      <a:r>
                        <a:rPr lang="en-US" sz="1800" b="0" i="0" u="none" strike="noStrike" noProof="0">
                          <a:latin typeface="Neue Haas Grotesk Text Pro"/>
                        </a:rPr>
                        <a:t> </a:t>
                      </a:r>
                      <a:r>
                        <a:rPr lang="en-US" sz="1800" b="0" i="0" u="none" strike="noStrike" noProof="0" err="1">
                          <a:latin typeface="Neue Haas Grotesk Text Pro"/>
                        </a:rPr>
                        <a:t>darabszám</a:t>
                      </a:r>
                      <a:r>
                        <a:rPr lang="en-US" sz="1800" b="0" i="0" u="none" strike="noStrike" noProof="0">
                          <a:latin typeface="Neue Haas Grotesk Text Pro"/>
                        </a:rPr>
                        <a:t> </a:t>
                      </a:r>
                      <a:r>
                        <a:rPr lang="en-US" sz="1800" b="0" i="0" u="none" strike="noStrike" noProof="0" err="1">
                          <a:latin typeface="Neue Haas Grotesk Text Pro"/>
                        </a:rPr>
                        <a:t>nem</a:t>
                      </a:r>
                      <a:r>
                        <a:rPr lang="en-US" sz="1800" b="0" i="0" u="none" strike="noStrike" noProof="0">
                          <a:latin typeface="Neue Haas Grotesk Text Pro"/>
                        </a:rPr>
                        <a:t> </a:t>
                      </a:r>
                      <a:r>
                        <a:rPr lang="en-US" sz="1800" b="0" i="0" u="none" strike="noStrike" noProof="0" err="1">
                          <a:latin typeface="Neue Haas Grotesk Text Pro"/>
                        </a:rPr>
                        <a:t>frissült</a:t>
                      </a:r>
                      <a:endParaRPr lang="en-US" err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 err="1">
                          <a:latin typeface="Neue Haas Grotesk Text Pro"/>
                        </a:rPr>
                        <a:t>getCartCount</a:t>
                      </a:r>
                      <a:r>
                        <a:rPr lang="en-US" sz="1800" b="0" i="0" u="none" strike="noStrike" noProof="0">
                          <a:latin typeface="Neue Haas Grotesk Text Pro"/>
                        </a:rPr>
                        <a:t>() </a:t>
                      </a:r>
                      <a:r>
                        <a:rPr lang="en-US" sz="1800" b="0" i="0" u="none" strike="noStrike" noProof="0" err="1">
                          <a:latin typeface="Neue Haas Grotesk Text Pro"/>
                        </a:rPr>
                        <a:t>hívása</a:t>
                      </a:r>
                      <a:r>
                        <a:rPr lang="en-US" sz="1800" b="0" i="0" u="none" strike="noStrike" noProof="0">
                          <a:latin typeface="Neue Haas Grotesk Text Pro"/>
                        </a:rPr>
                        <a:t> </a:t>
                      </a:r>
                      <a:r>
                        <a:rPr lang="en-US" sz="1800" b="0" i="0" u="none" strike="noStrike" noProof="0" err="1">
                          <a:latin typeface="Neue Haas Grotesk Text Pro"/>
                        </a:rPr>
                        <a:t>minden</a:t>
                      </a:r>
                      <a:r>
                        <a:rPr lang="en-US" sz="1800" b="0" i="0" u="none" strike="noStrike" noProof="0">
                          <a:latin typeface="Neue Haas Grotesk Text Pro"/>
                        </a:rPr>
                        <a:t> </a:t>
                      </a:r>
                      <a:r>
                        <a:rPr lang="en-US" sz="1800" b="0" i="0" u="none" strike="noStrike" noProof="0" err="1">
                          <a:latin typeface="Neue Haas Grotesk Text Pro"/>
                        </a:rPr>
                        <a:t>művelet</a:t>
                      </a:r>
                      <a:r>
                        <a:rPr lang="en-US" sz="1800" b="0" i="0" u="none" strike="noStrike" noProof="0">
                          <a:latin typeface="Neue Haas Grotesk Text Pro"/>
                        </a:rPr>
                        <a:t> </a:t>
                      </a:r>
                      <a:r>
                        <a:rPr lang="en-US" sz="1800" b="0" i="0" u="none" strike="noStrike" noProof="0" err="1">
                          <a:latin typeface="Neue Haas Grotesk Text Pro"/>
                        </a:rPr>
                        <a:t>után</a:t>
                      </a:r>
                      <a:r>
                        <a:rPr lang="en-US" sz="1800" b="0" i="0" u="none" strike="noStrike" noProof="0">
                          <a:latin typeface="Neue Haas Grotesk Text Pro"/>
                        </a:rPr>
                        <a:t>, badge </a:t>
                      </a:r>
                      <a:r>
                        <a:rPr lang="en-US" sz="1800" b="0" i="0" u="none" strike="noStrike" noProof="0" err="1">
                          <a:latin typeface="Neue Haas Grotesk Text Pro"/>
                        </a:rPr>
                        <a:t>frissítése</a:t>
                      </a:r>
                      <a:endParaRPr lang="en-US" err="1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4805814"/>
                  </a:ext>
                </a:extLst>
              </a:tr>
              <a:tr h="675828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>
                          <a:latin typeface="Neue Haas Grotesk Text Pro"/>
                        </a:rPr>
                        <a:t>SQL injection </a:t>
                      </a:r>
                      <a:r>
                        <a:rPr lang="en-US" sz="1800" b="0" i="0" u="none" strike="noStrike" noProof="0" err="1">
                          <a:latin typeface="Neue Haas Grotesk Text Pro"/>
                        </a:rPr>
                        <a:t>veszély</a:t>
                      </a:r>
                      <a:endParaRPr lang="en-US" err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 err="1">
                          <a:latin typeface="Neue Haas Grotesk Text Pro"/>
                        </a:rPr>
                        <a:t>Kizárólag</a:t>
                      </a:r>
                      <a:r>
                        <a:rPr lang="en-US" sz="1800" b="0" i="0" u="none" strike="noStrike" noProof="0">
                          <a:latin typeface="Neue Haas Grotesk Text Pro"/>
                        </a:rPr>
                        <a:t> PDO prepared statements </a:t>
                      </a:r>
                      <a:r>
                        <a:rPr lang="en-US" sz="1800" b="0" i="0" u="none" strike="noStrike" noProof="0" err="1">
                          <a:latin typeface="Neue Haas Grotesk Text Pro"/>
                        </a:rPr>
                        <a:t>használata</a:t>
                      </a:r>
                      <a:endParaRPr lang="en-US" err="1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91091005"/>
                  </a:ext>
                </a:extLst>
              </a:tr>
              <a:tr h="675828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 err="1">
                          <a:latin typeface="Neue Haas Grotesk Text Pro"/>
                        </a:rPr>
                        <a:t>Képgaléria</a:t>
                      </a:r>
                      <a:r>
                        <a:rPr lang="en-US" sz="1800" b="0" i="0" u="none" strike="noStrike" noProof="0">
                          <a:latin typeface="Neue Haas Grotesk Text Pro"/>
                        </a:rPr>
                        <a:t> </a:t>
                      </a:r>
                      <a:r>
                        <a:rPr lang="en-US" sz="1800" b="0" i="0" u="none" strike="noStrike" noProof="0" err="1">
                          <a:latin typeface="Neue Haas Grotesk Text Pro"/>
                        </a:rPr>
                        <a:t>üres</a:t>
                      </a:r>
                      <a:r>
                        <a:rPr lang="en-US" sz="1800" b="0" i="0" u="none" strike="noStrike" noProof="0">
                          <a:latin typeface="Neue Haas Grotesk Text Pro"/>
                        </a:rPr>
                        <a:t> placeholder </a:t>
                      </a:r>
                      <a:r>
                        <a:rPr lang="en-US" sz="1800" b="0" i="0" u="none" strike="noStrike" noProof="0" err="1">
                          <a:latin typeface="Neue Haas Grotesk Text Pro"/>
                        </a:rPr>
                        <a:t>képek</a:t>
                      </a:r>
                      <a:r>
                        <a:rPr lang="en-US" sz="1800" b="0" i="0" u="none" strike="noStrike" noProof="0">
                          <a:latin typeface="Neue Haas Grotesk Text Pro"/>
                        </a:rPr>
                        <a:t> </a:t>
                      </a:r>
                      <a:r>
                        <a:rPr lang="en-US" sz="1800" b="0" i="0" u="none" strike="noStrike" noProof="0" err="1">
                          <a:latin typeface="Neue Haas Grotesk Text Pro"/>
                        </a:rPr>
                        <a:t>miatt</a:t>
                      </a:r>
                      <a:r>
                        <a:rPr lang="en-US" sz="1800" b="0" i="0" u="none" strike="noStrike" noProof="0">
                          <a:latin typeface="Neue Haas Grotesk Text Pro"/>
                        </a:rPr>
                        <a:t> </a:t>
                      </a:r>
                      <a:r>
                        <a:rPr lang="en-US" sz="1800" b="0" i="0" u="none" strike="noStrike" noProof="0" err="1">
                          <a:latin typeface="Neue Haas Grotesk Text Pro"/>
                        </a:rPr>
                        <a:t>hibás</a:t>
                      </a:r>
                      <a:r>
                        <a:rPr lang="en-US" sz="1800" b="0" i="0" u="none" strike="noStrike" noProof="0">
                          <a:latin typeface="Neue Haas Grotesk Text Pro"/>
                        </a:rPr>
                        <a:t> carousel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 err="1">
                          <a:latin typeface="Neue Haas Grotesk Text Pro"/>
                        </a:rPr>
                        <a:t>Feltételes</a:t>
                      </a:r>
                      <a:r>
                        <a:rPr lang="en-US" sz="1800" b="0" i="0" u="none" strike="noStrike" noProof="0">
                          <a:latin typeface="Neue Haas Grotesk Text Pro"/>
                        </a:rPr>
                        <a:t> </a:t>
                      </a:r>
                      <a:r>
                        <a:rPr lang="en-US" sz="1800" b="0" i="0" u="none" strike="noStrike" noProof="0" err="1">
                          <a:latin typeface="Neue Haas Grotesk Text Pro"/>
                        </a:rPr>
                        <a:t>ellenőrzés</a:t>
                      </a:r>
                      <a:r>
                        <a:rPr lang="en-US" sz="1800" b="0" i="0" u="none" strike="noStrike" noProof="0">
                          <a:latin typeface="Neue Haas Grotesk Text Pro"/>
                        </a:rPr>
                        <a:t>: </a:t>
                      </a:r>
                      <a:r>
                        <a:rPr lang="en-US" sz="1800" b="0" i="0" u="none" strike="noStrike" noProof="0" err="1">
                          <a:latin typeface="Neue Haas Grotesk Text Pro"/>
                        </a:rPr>
                        <a:t>csak</a:t>
                      </a:r>
                      <a:r>
                        <a:rPr lang="en-US" sz="1800" b="0" i="0" u="none" strike="noStrike" noProof="0">
                          <a:latin typeface="Neue Haas Grotesk Text Pro"/>
                        </a:rPr>
                        <a:t> </a:t>
                      </a:r>
                      <a:r>
                        <a:rPr lang="en-US" sz="1800" b="0" i="0" u="none" strike="noStrike" noProof="0" err="1">
                          <a:latin typeface="Neue Haas Grotesk Text Pro"/>
                        </a:rPr>
                        <a:t>valós</a:t>
                      </a:r>
                      <a:r>
                        <a:rPr lang="en-US" sz="1800" b="0" i="0" u="none" strike="noStrike" noProof="0">
                          <a:latin typeface="Neue Haas Grotesk Text Pro"/>
                        </a:rPr>
                        <a:t> </a:t>
                      </a:r>
                      <a:r>
                        <a:rPr lang="en-US" sz="1800" b="0" i="0" u="none" strike="noStrike" noProof="0" err="1">
                          <a:latin typeface="Neue Haas Grotesk Text Pro"/>
                        </a:rPr>
                        <a:t>képek</a:t>
                      </a:r>
                      <a:r>
                        <a:rPr lang="en-US" sz="1800" b="0" i="0" u="none" strike="noStrike" noProof="0">
                          <a:latin typeface="Neue Haas Grotesk Text Pro"/>
                        </a:rPr>
                        <a:t> </a:t>
                      </a:r>
                      <a:r>
                        <a:rPr lang="en-US" sz="1800" b="0" i="0" u="none" strike="noStrike" noProof="0" err="1">
                          <a:latin typeface="Neue Haas Grotesk Text Pro"/>
                        </a:rPr>
                        <a:t>kerülnek</a:t>
                      </a:r>
                      <a:r>
                        <a:rPr lang="en-US" sz="1800" b="0" i="0" u="none" strike="noStrike" noProof="0">
                          <a:latin typeface="Neue Haas Grotesk Text Pro"/>
                        </a:rPr>
                        <a:t> a carousel-be</a:t>
                      </a:r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9353448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7631382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2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EB3F8158-D208-C6A8-90B9-B7C27758D3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8733" y="3638973"/>
            <a:ext cx="7325252" cy="2433150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z="1400" b="0" err="1">
                <a:solidFill>
                  <a:schemeClr val="bg2"/>
                </a:solidFill>
                <a:ea typeface="+mj-lt"/>
                <a:cs typeface="+mj-lt"/>
              </a:rPr>
              <a:t>Tapasztalatok</a:t>
            </a:r>
            <a:r>
              <a:rPr lang="en-US" sz="1400" b="0">
                <a:solidFill>
                  <a:schemeClr val="bg2"/>
                </a:solidFill>
                <a:ea typeface="+mj-lt"/>
                <a:cs typeface="+mj-lt"/>
              </a:rPr>
              <a:t>:</a:t>
            </a:r>
            <a:endParaRPr lang="en-US" sz="1400">
              <a:solidFill>
                <a:schemeClr val="bg2"/>
              </a:solidFill>
            </a:endParaRPr>
          </a:p>
          <a:p>
            <a:endParaRPr lang="en-US" sz="1400">
              <a:solidFill>
                <a:schemeClr val="bg2"/>
              </a:solidFill>
            </a:endParaRPr>
          </a:p>
          <a:p>
            <a:r>
              <a:rPr lang="en-US" sz="1400" b="0">
                <a:solidFill>
                  <a:schemeClr val="bg2"/>
                </a:solidFill>
                <a:ea typeface="+mj-lt"/>
                <a:cs typeface="+mj-lt"/>
              </a:rPr>
              <a:t>A PDO </a:t>
            </a:r>
            <a:r>
              <a:rPr lang="en-US" sz="1400" b="0" err="1">
                <a:solidFill>
                  <a:schemeClr val="bg2"/>
                </a:solidFill>
                <a:ea typeface="+mj-lt"/>
                <a:cs typeface="+mj-lt"/>
              </a:rPr>
              <a:t>paraméterezett</a:t>
            </a:r>
            <a:r>
              <a:rPr lang="en-US" sz="1400" b="0">
                <a:solidFill>
                  <a:schemeClr val="bg2"/>
                </a:solidFill>
                <a:ea typeface="+mj-lt"/>
                <a:cs typeface="+mj-lt"/>
              </a:rPr>
              <a:t> </a:t>
            </a:r>
            <a:r>
              <a:rPr lang="en-US" sz="1400" b="0" err="1">
                <a:solidFill>
                  <a:schemeClr val="bg2"/>
                </a:solidFill>
                <a:ea typeface="+mj-lt"/>
                <a:cs typeface="+mj-lt"/>
              </a:rPr>
              <a:t>lekérdezései</a:t>
            </a:r>
            <a:r>
              <a:rPr lang="en-US" sz="1400" b="0">
                <a:solidFill>
                  <a:schemeClr val="bg2"/>
                </a:solidFill>
                <a:ea typeface="+mj-lt"/>
                <a:cs typeface="+mj-lt"/>
              </a:rPr>
              <a:t> </a:t>
            </a:r>
            <a:r>
              <a:rPr lang="en-US" sz="1400" b="0" err="1">
                <a:solidFill>
                  <a:schemeClr val="bg2"/>
                </a:solidFill>
                <a:ea typeface="+mj-lt"/>
                <a:cs typeface="+mj-lt"/>
              </a:rPr>
              <a:t>megbízható</a:t>
            </a:r>
            <a:r>
              <a:rPr lang="en-US" sz="1400" b="0">
                <a:solidFill>
                  <a:schemeClr val="bg2"/>
                </a:solidFill>
                <a:ea typeface="+mj-lt"/>
                <a:cs typeface="+mj-lt"/>
              </a:rPr>
              <a:t> </a:t>
            </a:r>
            <a:r>
              <a:rPr lang="en-US" sz="1400" b="0" err="1">
                <a:solidFill>
                  <a:schemeClr val="bg2"/>
                </a:solidFill>
                <a:ea typeface="+mj-lt"/>
                <a:cs typeface="+mj-lt"/>
              </a:rPr>
              <a:t>védelmet</a:t>
            </a:r>
            <a:r>
              <a:rPr lang="en-US" sz="1400" b="0">
                <a:solidFill>
                  <a:schemeClr val="bg2"/>
                </a:solidFill>
                <a:ea typeface="+mj-lt"/>
                <a:cs typeface="+mj-lt"/>
              </a:rPr>
              <a:t> </a:t>
            </a:r>
            <a:r>
              <a:rPr lang="en-US" sz="1400" b="0" err="1">
                <a:solidFill>
                  <a:schemeClr val="bg2"/>
                </a:solidFill>
                <a:ea typeface="+mj-lt"/>
                <a:cs typeface="+mj-lt"/>
              </a:rPr>
              <a:t>nyújtanak</a:t>
            </a:r>
            <a:endParaRPr lang="en-US" sz="1400">
              <a:solidFill>
                <a:schemeClr val="bg2"/>
              </a:solidFill>
            </a:endParaRPr>
          </a:p>
          <a:p>
            <a:endParaRPr lang="en-US" sz="1400">
              <a:solidFill>
                <a:schemeClr val="bg2"/>
              </a:solidFill>
            </a:endParaRPr>
          </a:p>
          <a:p>
            <a:r>
              <a:rPr lang="en-US" sz="1400" b="0">
                <a:solidFill>
                  <a:schemeClr val="bg2"/>
                </a:solidFill>
                <a:ea typeface="+mj-lt"/>
                <a:cs typeface="+mj-lt"/>
              </a:rPr>
              <a:t>Az AJAX </a:t>
            </a:r>
            <a:r>
              <a:rPr lang="en-US" sz="1400" b="0" err="1">
                <a:solidFill>
                  <a:schemeClr val="bg2"/>
                </a:solidFill>
                <a:ea typeface="+mj-lt"/>
                <a:cs typeface="+mj-lt"/>
              </a:rPr>
              <a:t>jelentősen</a:t>
            </a:r>
            <a:r>
              <a:rPr lang="en-US" sz="1400" b="0">
                <a:solidFill>
                  <a:schemeClr val="bg2"/>
                </a:solidFill>
                <a:ea typeface="+mj-lt"/>
                <a:cs typeface="+mj-lt"/>
              </a:rPr>
              <a:t> </a:t>
            </a:r>
            <a:r>
              <a:rPr lang="en-US" sz="1400" b="0" err="1">
                <a:solidFill>
                  <a:schemeClr val="bg2"/>
                </a:solidFill>
                <a:ea typeface="+mj-lt"/>
                <a:cs typeface="+mj-lt"/>
              </a:rPr>
              <a:t>javítja</a:t>
            </a:r>
            <a:r>
              <a:rPr lang="en-US" sz="1400" b="0">
                <a:solidFill>
                  <a:schemeClr val="bg2"/>
                </a:solidFill>
                <a:ea typeface="+mj-lt"/>
                <a:cs typeface="+mj-lt"/>
              </a:rPr>
              <a:t> a </a:t>
            </a:r>
            <a:r>
              <a:rPr lang="en-US" sz="1400" b="0" err="1">
                <a:solidFill>
                  <a:schemeClr val="bg2"/>
                </a:solidFill>
                <a:ea typeface="+mj-lt"/>
                <a:cs typeface="+mj-lt"/>
              </a:rPr>
              <a:t>felhasználói</a:t>
            </a:r>
            <a:r>
              <a:rPr lang="en-US" sz="1400" b="0">
                <a:solidFill>
                  <a:schemeClr val="bg2"/>
                </a:solidFill>
                <a:ea typeface="+mj-lt"/>
                <a:cs typeface="+mj-lt"/>
              </a:rPr>
              <a:t> </a:t>
            </a:r>
            <a:r>
              <a:rPr lang="en-US" sz="1400" b="0" err="1">
                <a:solidFill>
                  <a:schemeClr val="bg2"/>
                </a:solidFill>
                <a:ea typeface="+mj-lt"/>
                <a:cs typeface="+mj-lt"/>
              </a:rPr>
              <a:t>élményt</a:t>
            </a:r>
            <a:r>
              <a:rPr lang="en-US" sz="1400" b="0">
                <a:solidFill>
                  <a:schemeClr val="bg2"/>
                </a:solidFill>
                <a:ea typeface="+mj-lt"/>
                <a:cs typeface="+mj-lt"/>
              </a:rPr>
              <a:t> (</a:t>
            </a:r>
            <a:r>
              <a:rPr lang="en-US" sz="1400" b="0" err="1">
                <a:solidFill>
                  <a:schemeClr val="bg2"/>
                </a:solidFill>
                <a:ea typeface="+mj-lt"/>
                <a:cs typeface="+mj-lt"/>
              </a:rPr>
              <a:t>kosár</a:t>
            </a:r>
            <a:r>
              <a:rPr lang="en-US" sz="1400" b="0">
                <a:solidFill>
                  <a:schemeClr val="bg2"/>
                </a:solidFill>
                <a:ea typeface="+mj-lt"/>
                <a:cs typeface="+mj-lt"/>
              </a:rPr>
              <a:t> </a:t>
            </a:r>
            <a:r>
              <a:rPr lang="en-US" sz="1400" b="0" err="1">
                <a:solidFill>
                  <a:schemeClr val="bg2"/>
                </a:solidFill>
                <a:ea typeface="+mj-lt"/>
                <a:cs typeface="+mj-lt"/>
              </a:rPr>
              <a:t>frissítés</a:t>
            </a:r>
            <a:r>
              <a:rPr lang="en-US" sz="1400" b="0">
                <a:solidFill>
                  <a:schemeClr val="bg2"/>
                </a:solidFill>
                <a:ea typeface="+mj-lt"/>
                <a:cs typeface="+mj-lt"/>
              </a:rPr>
              <a:t>, </a:t>
            </a:r>
            <a:r>
              <a:rPr lang="en-US" sz="1400" b="0" err="1">
                <a:solidFill>
                  <a:schemeClr val="bg2"/>
                </a:solidFill>
                <a:ea typeface="+mj-lt"/>
                <a:cs typeface="+mj-lt"/>
              </a:rPr>
              <a:t>élő</a:t>
            </a:r>
            <a:r>
              <a:rPr lang="en-US" sz="1400" b="0">
                <a:solidFill>
                  <a:schemeClr val="bg2"/>
                </a:solidFill>
                <a:ea typeface="+mj-lt"/>
                <a:cs typeface="+mj-lt"/>
              </a:rPr>
              <a:t> </a:t>
            </a:r>
            <a:r>
              <a:rPr lang="en-US" sz="1400" b="0" err="1">
                <a:solidFill>
                  <a:schemeClr val="bg2"/>
                </a:solidFill>
                <a:ea typeface="+mj-lt"/>
                <a:cs typeface="+mj-lt"/>
              </a:rPr>
              <a:t>keresés</a:t>
            </a:r>
            <a:r>
              <a:rPr lang="en-US" sz="1400" b="0">
                <a:solidFill>
                  <a:schemeClr val="bg2"/>
                </a:solidFill>
                <a:ea typeface="+mj-lt"/>
                <a:cs typeface="+mj-lt"/>
              </a:rPr>
              <a:t>)</a:t>
            </a:r>
            <a:endParaRPr lang="en-US" sz="1400">
              <a:solidFill>
                <a:schemeClr val="bg2"/>
              </a:solidFill>
            </a:endParaRPr>
          </a:p>
          <a:p>
            <a:endParaRPr lang="en-US" sz="1400">
              <a:solidFill>
                <a:schemeClr val="bg2"/>
              </a:solidFill>
            </a:endParaRPr>
          </a:p>
          <a:p>
            <a:r>
              <a:rPr lang="en-US" sz="1400" b="0">
                <a:solidFill>
                  <a:schemeClr val="bg2"/>
                </a:solidFill>
                <a:ea typeface="+mj-lt"/>
                <a:cs typeface="+mj-lt"/>
              </a:rPr>
              <a:t>A session-</a:t>
            </a:r>
            <a:r>
              <a:rPr lang="en-US" sz="1400" b="0" err="1">
                <a:solidFill>
                  <a:schemeClr val="bg2"/>
                </a:solidFill>
                <a:ea typeface="+mj-lt"/>
                <a:cs typeface="+mj-lt"/>
              </a:rPr>
              <a:t>alapú</a:t>
            </a:r>
            <a:r>
              <a:rPr lang="en-US" sz="1400" b="0">
                <a:solidFill>
                  <a:schemeClr val="bg2"/>
                </a:solidFill>
                <a:ea typeface="+mj-lt"/>
                <a:cs typeface="+mj-lt"/>
              </a:rPr>
              <a:t> </a:t>
            </a:r>
            <a:r>
              <a:rPr lang="en-US" sz="1400" b="0" err="1">
                <a:solidFill>
                  <a:schemeClr val="bg2"/>
                </a:solidFill>
                <a:ea typeface="+mj-lt"/>
                <a:cs typeface="+mj-lt"/>
              </a:rPr>
              <a:t>vendég</a:t>
            </a:r>
            <a:r>
              <a:rPr lang="en-US" sz="1400" b="0">
                <a:solidFill>
                  <a:schemeClr val="bg2"/>
                </a:solidFill>
                <a:ea typeface="+mj-lt"/>
                <a:cs typeface="+mj-lt"/>
              </a:rPr>
              <a:t> </a:t>
            </a:r>
            <a:r>
              <a:rPr lang="en-US" sz="1400" b="0" err="1">
                <a:solidFill>
                  <a:schemeClr val="bg2"/>
                </a:solidFill>
                <a:ea typeface="+mj-lt"/>
                <a:cs typeface="+mj-lt"/>
              </a:rPr>
              <a:t>kosár</a:t>
            </a:r>
            <a:r>
              <a:rPr lang="en-US" sz="1400" b="0">
                <a:solidFill>
                  <a:schemeClr val="bg2"/>
                </a:solidFill>
                <a:ea typeface="+mj-lt"/>
                <a:cs typeface="+mj-lt"/>
              </a:rPr>
              <a:t> </a:t>
            </a:r>
            <a:r>
              <a:rPr lang="en-US" sz="1400" b="0" err="1">
                <a:solidFill>
                  <a:schemeClr val="bg2"/>
                </a:solidFill>
                <a:ea typeface="+mj-lt"/>
                <a:cs typeface="+mj-lt"/>
              </a:rPr>
              <a:t>lehetővé</a:t>
            </a:r>
            <a:r>
              <a:rPr lang="en-US" sz="1400" b="0">
                <a:solidFill>
                  <a:schemeClr val="bg2"/>
                </a:solidFill>
                <a:ea typeface="+mj-lt"/>
                <a:cs typeface="+mj-lt"/>
              </a:rPr>
              <a:t> </a:t>
            </a:r>
            <a:r>
              <a:rPr lang="en-US" sz="1400" b="0" err="1">
                <a:solidFill>
                  <a:schemeClr val="bg2"/>
                </a:solidFill>
                <a:ea typeface="+mj-lt"/>
                <a:cs typeface="+mj-lt"/>
              </a:rPr>
              <a:t>teszi</a:t>
            </a:r>
            <a:r>
              <a:rPr lang="en-US" sz="1400" b="0">
                <a:solidFill>
                  <a:schemeClr val="bg2"/>
                </a:solidFill>
                <a:ea typeface="+mj-lt"/>
                <a:cs typeface="+mj-lt"/>
              </a:rPr>
              <a:t> a </a:t>
            </a:r>
            <a:r>
              <a:rPr lang="en-US" sz="1400" b="0" err="1">
                <a:solidFill>
                  <a:schemeClr val="bg2"/>
                </a:solidFill>
                <a:ea typeface="+mj-lt"/>
                <a:cs typeface="+mj-lt"/>
              </a:rPr>
              <a:t>regisztráció</a:t>
            </a:r>
            <a:r>
              <a:rPr lang="en-US" sz="1400" b="0">
                <a:solidFill>
                  <a:schemeClr val="bg2"/>
                </a:solidFill>
                <a:ea typeface="+mj-lt"/>
                <a:cs typeface="+mj-lt"/>
              </a:rPr>
              <a:t> </a:t>
            </a:r>
            <a:r>
              <a:rPr lang="en-US" sz="1400" b="0" err="1">
                <a:solidFill>
                  <a:schemeClr val="bg2"/>
                </a:solidFill>
                <a:ea typeface="+mj-lt"/>
                <a:cs typeface="+mj-lt"/>
              </a:rPr>
              <a:t>nélküli</a:t>
            </a:r>
            <a:r>
              <a:rPr lang="en-US" sz="1400" b="0">
                <a:solidFill>
                  <a:schemeClr val="bg2"/>
                </a:solidFill>
                <a:ea typeface="+mj-lt"/>
                <a:cs typeface="+mj-lt"/>
              </a:rPr>
              <a:t> </a:t>
            </a:r>
            <a:r>
              <a:rPr lang="en-US" sz="1400" b="0" err="1">
                <a:solidFill>
                  <a:schemeClr val="bg2"/>
                </a:solidFill>
                <a:ea typeface="+mj-lt"/>
                <a:cs typeface="+mj-lt"/>
              </a:rPr>
              <a:t>vásárlást</a:t>
            </a:r>
            <a:endParaRPr lang="en-US" sz="1400">
              <a:solidFill>
                <a:schemeClr val="bg2"/>
              </a:solidFill>
            </a:endParaRPr>
          </a:p>
          <a:p>
            <a:endParaRPr lang="en-US" sz="1400">
              <a:solidFill>
                <a:schemeClr val="bg2"/>
              </a:solidFill>
            </a:endParaRPr>
          </a:p>
          <a:p>
            <a:r>
              <a:rPr lang="en-US" sz="1400" b="0">
                <a:solidFill>
                  <a:schemeClr val="bg2"/>
                </a:solidFill>
                <a:ea typeface="+mj-lt"/>
                <a:cs typeface="+mj-lt"/>
              </a:rPr>
              <a:t>Az admin </a:t>
            </a:r>
            <a:r>
              <a:rPr lang="en-US" sz="1400" b="0" err="1">
                <a:solidFill>
                  <a:schemeClr val="bg2"/>
                </a:solidFill>
                <a:ea typeface="+mj-lt"/>
                <a:cs typeface="+mj-lt"/>
              </a:rPr>
              <a:t>felület</a:t>
            </a:r>
            <a:r>
              <a:rPr lang="en-US" sz="1400" b="0">
                <a:solidFill>
                  <a:schemeClr val="bg2"/>
                </a:solidFill>
                <a:ea typeface="+mj-lt"/>
                <a:cs typeface="+mj-lt"/>
              </a:rPr>
              <a:t> CRUD </a:t>
            </a:r>
            <a:r>
              <a:rPr lang="en-US" sz="1400" b="0" err="1">
                <a:solidFill>
                  <a:schemeClr val="bg2"/>
                </a:solidFill>
                <a:ea typeface="+mj-lt"/>
                <a:cs typeface="+mj-lt"/>
              </a:rPr>
              <a:t>műveletei</a:t>
            </a:r>
            <a:r>
              <a:rPr lang="en-US" sz="1400" b="0">
                <a:solidFill>
                  <a:schemeClr val="bg2"/>
                </a:solidFill>
                <a:ea typeface="+mj-lt"/>
                <a:cs typeface="+mj-lt"/>
              </a:rPr>
              <a:t> </a:t>
            </a:r>
            <a:r>
              <a:rPr lang="en-US" sz="1400" b="0" err="1">
                <a:solidFill>
                  <a:schemeClr val="bg2"/>
                </a:solidFill>
                <a:ea typeface="+mj-lt"/>
                <a:cs typeface="+mj-lt"/>
              </a:rPr>
              <a:t>rugalmas</a:t>
            </a:r>
            <a:r>
              <a:rPr lang="en-US" sz="1400" b="0">
                <a:solidFill>
                  <a:schemeClr val="bg2"/>
                </a:solidFill>
                <a:ea typeface="+mj-lt"/>
                <a:cs typeface="+mj-lt"/>
              </a:rPr>
              <a:t> </a:t>
            </a:r>
            <a:r>
              <a:rPr lang="en-US" sz="1400" b="0" err="1">
                <a:solidFill>
                  <a:schemeClr val="bg2"/>
                </a:solidFill>
                <a:ea typeface="+mj-lt"/>
                <a:cs typeface="+mj-lt"/>
              </a:rPr>
              <a:t>termék</a:t>
            </a:r>
            <a:r>
              <a:rPr lang="en-US" sz="1400" b="0">
                <a:solidFill>
                  <a:schemeClr val="bg2"/>
                </a:solidFill>
                <a:ea typeface="+mj-lt"/>
                <a:cs typeface="+mj-lt"/>
              </a:rPr>
              <a:t>- </a:t>
            </a:r>
            <a:r>
              <a:rPr lang="en-US" sz="1400" b="0" err="1">
                <a:solidFill>
                  <a:schemeClr val="bg2"/>
                </a:solidFill>
                <a:ea typeface="+mj-lt"/>
                <a:cs typeface="+mj-lt"/>
              </a:rPr>
              <a:t>és</a:t>
            </a:r>
            <a:r>
              <a:rPr lang="en-US" sz="1400" b="0">
                <a:solidFill>
                  <a:schemeClr val="bg2"/>
                </a:solidFill>
                <a:ea typeface="+mj-lt"/>
                <a:cs typeface="+mj-lt"/>
              </a:rPr>
              <a:t> </a:t>
            </a:r>
            <a:r>
              <a:rPr lang="en-US" sz="1400" b="0" err="1">
                <a:solidFill>
                  <a:schemeClr val="bg2"/>
                </a:solidFill>
                <a:ea typeface="+mj-lt"/>
                <a:cs typeface="+mj-lt"/>
              </a:rPr>
              <a:t>felhasználókezelést</a:t>
            </a:r>
            <a:r>
              <a:rPr lang="en-US" sz="1400" b="0">
                <a:solidFill>
                  <a:schemeClr val="bg2"/>
                </a:solidFill>
                <a:ea typeface="+mj-lt"/>
                <a:cs typeface="+mj-lt"/>
              </a:rPr>
              <a:t> </a:t>
            </a:r>
            <a:r>
              <a:rPr lang="en-US" sz="1400" b="0" err="1">
                <a:solidFill>
                  <a:schemeClr val="bg2"/>
                </a:solidFill>
                <a:ea typeface="+mj-lt"/>
                <a:cs typeface="+mj-lt"/>
              </a:rPr>
              <a:t>biztosítanak</a:t>
            </a:r>
            <a:endParaRPr lang="en-US" sz="1400">
              <a:solidFill>
                <a:schemeClr val="bg2"/>
              </a:solidFill>
            </a:endParaRPr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9B476BA9-7D2C-CCBA-520F-65014746E08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42683370"/>
              </p:ext>
            </p:extLst>
          </p:nvPr>
        </p:nvGraphicFramePr>
        <p:xfrm>
          <a:off x="448733" y="403755"/>
          <a:ext cx="7335838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67919">
                  <a:extLst>
                    <a:ext uri="{9D8B030D-6E8A-4147-A177-3AD203B41FA5}">
                      <a16:colId xmlns:a16="http://schemas.microsoft.com/office/drawing/2014/main" val="3925049835"/>
                    </a:ext>
                  </a:extLst>
                </a:gridCol>
                <a:gridCol w="3667919">
                  <a:extLst>
                    <a:ext uri="{9D8B030D-6E8A-4147-A177-3AD203B41FA5}">
                      <a16:colId xmlns:a16="http://schemas.microsoft.com/office/drawing/2014/main" val="366289448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1" i="0" u="none" strike="noStrike" noProof="0">
                          <a:solidFill>
                            <a:schemeClr val="tx1"/>
                          </a:solidFill>
                          <a:latin typeface="Neue Haas Grotesk Text Pro"/>
                        </a:rPr>
                        <a:t>Admin </a:t>
                      </a:r>
                      <a:r>
                        <a:rPr lang="en-US" sz="1800" b="1" i="0" u="none" strike="noStrike" noProof="0" err="1">
                          <a:solidFill>
                            <a:schemeClr val="tx1"/>
                          </a:solidFill>
                          <a:latin typeface="Neue Haas Grotesk Text Pro"/>
                        </a:rPr>
                        <a:t>kategória</a:t>
                      </a:r>
                      <a:r>
                        <a:rPr lang="en-US" sz="1800" b="1" i="0" u="none" strike="noStrike" noProof="0">
                          <a:solidFill>
                            <a:schemeClr val="tx1"/>
                          </a:solidFill>
                          <a:latin typeface="Neue Haas Grotesk Text Pro"/>
                        </a:rPr>
                        <a:t> </a:t>
                      </a:r>
                      <a:r>
                        <a:rPr lang="en-US" sz="1800" b="1" i="0" u="none" strike="noStrike" noProof="0" err="1">
                          <a:solidFill>
                            <a:schemeClr val="tx1"/>
                          </a:solidFill>
                          <a:latin typeface="Neue Haas Grotesk Text Pro"/>
                        </a:rPr>
                        <a:t>szerkesztés</a:t>
                      </a:r>
                      <a:r>
                        <a:rPr lang="en-US" sz="1800" b="1" i="0" u="none" strike="noStrike" noProof="0">
                          <a:solidFill>
                            <a:schemeClr val="tx1"/>
                          </a:solidFill>
                          <a:latin typeface="Neue Haas Grotesk Text Pro"/>
                        </a:rPr>
                        <a:t> – </a:t>
                      </a:r>
                      <a:r>
                        <a:rPr lang="en-US" sz="1800" b="1" i="0" u="none" strike="noStrike" noProof="0" err="1">
                          <a:solidFill>
                            <a:schemeClr val="tx1"/>
                          </a:solidFill>
                          <a:latin typeface="Neue Haas Grotesk Text Pro"/>
                        </a:rPr>
                        <a:t>új</a:t>
                      </a:r>
                      <a:r>
                        <a:rPr lang="en-US" sz="1800" b="1" i="0" u="none" strike="noStrike" noProof="0">
                          <a:solidFill>
                            <a:schemeClr val="tx1"/>
                          </a:solidFill>
                          <a:latin typeface="Neue Haas Grotesk Text Pro"/>
                        </a:rPr>
                        <a:t> </a:t>
                      </a:r>
                      <a:r>
                        <a:rPr lang="en-US" sz="1800" b="1" i="0" u="none" strike="noStrike" noProof="0" err="1">
                          <a:solidFill>
                            <a:schemeClr val="tx1"/>
                          </a:solidFill>
                          <a:latin typeface="Neue Haas Grotesk Text Pro"/>
                        </a:rPr>
                        <a:t>kategória</a:t>
                      </a:r>
                      <a:r>
                        <a:rPr lang="en-US" sz="1800" b="1" i="0" u="none" strike="noStrike" noProof="0">
                          <a:solidFill>
                            <a:schemeClr val="tx1"/>
                          </a:solidFill>
                          <a:latin typeface="Neue Haas Grotesk Text Pro"/>
                        </a:rPr>
                        <a:t> </a:t>
                      </a:r>
                      <a:r>
                        <a:rPr lang="en-US" sz="1800" b="1" i="0" u="none" strike="noStrike" noProof="0" err="1">
                          <a:solidFill>
                            <a:schemeClr val="tx1"/>
                          </a:solidFill>
                          <a:latin typeface="Neue Haas Grotesk Text Pro"/>
                        </a:rPr>
                        <a:t>megadása</a:t>
                      </a:r>
                      <a:endParaRPr lang="en-US" b="1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>
                          <a:solidFill>
                            <a:schemeClr val="tx1"/>
                          </a:solidFill>
                          <a:latin typeface="Neue Haas Grotesk Text Pro"/>
                        </a:rPr>
                        <a:t>JavaScript </a:t>
                      </a:r>
                      <a:r>
                        <a:rPr lang="en-US" sz="1800" b="0" i="0" u="none" strike="noStrike" noProof="0" err="1">
                          <a:solidFill>
                            <a:schemeClr val="tx1"/>
                          </a:solidFill>
                          <a:latin typeface="Neue Haas Grotesk Text Pro"/>
                        </a:rPr>
                        <a:t>függvény</a:t>
                      </a:r>
                      <a:r>
                        <a:rPr lang="en-US" sz="1800" b="0" i="0" u="none" strike="noStrike" noProof="0">
                          <a:solidFill>
                            <a:schemeClr val="tx1"/>
                          </a:solidFill>
                          <a:latin typeface="Neue Haas Grotesk Text Pro"/>
                        </a:rPr>
                        <a:t> (</a:t>
                      </a:r>
                      <a:r>
                        <a:rPr lang="en-US" sz="1800" b="0" i="0" u="none" strike="noStrike" noProof="0" err="1">
                          <a:solidFill>
                            <a:schemeClr val="tx1"/>
                          </a:solidFill>
                          <a:latin typeface="Neue Haas Grotesk Text Pro"/>
                        </a:rPr>
                        <a:t>setCategory</a:t>
                      </a:r>
                      <a:r>
                        <a:rPr lang="en-US" sz="1800" b="0" i="0" u="none" strike="noStrike" noProof="0">
                          <a:solidFill>
                            <a:schemeClr val="tx1"/>
                          </a:solidFill>
                          <a:latin typeface="Neue Haas Grotesk Text Pro"/>
                        </a:rPr>
                        <a:t>, </a:t>
                      </a:r>
                      <a:r>
                        <a:rPr lang="en-US" sz="1800" b="0" i="0" u="none" strike="noStrike" noProof="0" err="1">
                          <a:solidFill>
                            <a:schemeClr val="tx1"/>
                          </a:solidFill>
                          <a:latin typeface="Neue Haas Grotesk Text Pro"/>
                        </a:rPr>
                        <a:t>setEditCategory</a:t>
                      </a:r>
                      <a:r>
                        <a:rPr lang="en-US" sz="1800" b="0" i="0" u="none" strike="noStrike" noProof="0">
                          <a:solidFill>
                            <a:schemeClr val="tx1"/>
                          </a:solidFill>
                          <a:latin typeface="Neue Haas Grotesk Text Pro"/>
                        </a:rPr>
                        <a:t>) </a:t>
                      </a:r>
                      <a:r>
                        <a:rPr lang="en-US" sz="1800" b="0" i="0" u="none" strike="noStrike" noProof="0" err="1">
                          <a:solidFill>
                            <a:schemeClr val="tx1"/>
                          </a:solidFill>
                          <a:latin typeface="Neue Haas Grotesk Text Pro"/>
                        </a:rPr>
                        <a:t>kezeli</a:t>
                      </a:r>
                      <a:r>
                        <a:rPr lang="en-US" sz="1800" b="0" i="0" u="none" strike="noStrike" noProof="0">
                          <a:solidFill>
                            <a:schemeClr val="tx1"/>
                          </a:solidFill>
                          <a:latin typeface="Neue Haas Grotesk Text Pro"/>
                        </a:rPr>
                        <a:t> a select </a:t>
                      </a:r>
                      <a:r>
                        <a:rPr lang="en-US" sz="1800" b="0" i="0" u="none" strike="noStrike" noProof="0" err="1">
                          <a:solidFill>
                            <a:schemeClr val="tx1"/>
                          </a:solidFill>
                          <a:latin typeface="Neue Haas Grotesk Text Pro"/>
                        </a:rPr>
                        <a:t>és</a:t>
                      </a:r>
                      <a:r>
                        <a:rPr lang="en-US" sz="1800" b="0" i="0" u="none" strike="noStrike" noProof="0">
                          <a:solidFill>
                            <a:schemeClr val="tx1"/>
                          </a:solidFill>
                          <a:latin typeface="Neue Haas Grotesk Text Pro"/>
                        </a:rPr>
                        <a:t> </a:t>
                      </a:r>
                      <a:r>
                        <a:rPr lang="en-US" sz="1800" b="0" i="0" u="none" strike="noStrike" noProof="0" err="1">
                          <a:solidFill>
                            <a:schemeClr val="tx1"/>
                          </a:solidFill>
                          <a:latin typeface="Neue Haas Grotesk Text Pro"/>
                        </a:rPr>
                        <a:t>szabad</a:t>
                      </a:r>
                      <a:r>
                        <a:rPr lang="en-US" sz="1800" b="0" i="0" u="none" strike="noStrike" noProof="0">
                          <a:solidFill>
                            <a:schemeClr val="tx1"/>
                          </a:solidFill>
                          <a:latin typeface="Neue Haas Grotesk Text Pro"/>
                        </a:rPr>
                        <a:t> </a:t>
                      </a:r>
                      <a:r>
                        <a:rPr lang="en-US" sz="1800" b="0" i="0" u="none" strike="noStrike" noProof="0" err="1">
                          <a:solidFill>
                            <a:schemeClr val="tx1"/>
                          </a:solidFill>
                          <a:latin typeface="Neue Haas Grotesk Text Pro"/>
                        </a:rPr>
                        <a:t>szöveg</a:t>
                      </a:r>
                      <a:r>
                        <a:rPr lang="en-US" sz="1800" b="0" i="0" u="none" strike="noStrike" noProof="0">
                          <a:solidFill>
                            <a:schemeClr val="tx1"/>
                          </a:solidFill>
                          <a:latin typeface="Neue Haas Grotesk Text Pro"/>
                        </a:rPr>
                        <a:t> </a:t>
                      </a:r>
                      <a:r>
                        <a:rPr lang="en-US" sz="1800" b="0" i="0" u="none" strike="noStrike" noProof="0" err="1">
                          <a:solidFill>
                            <a:schemeClr val="tx1"/>
                          </a:solidFill>
                          <a:latin typeface="Neue Haas Grotesk Text Pro"/>
                        </a:rPr>
                        <a:t>kombinációját</a:t>
                      </a:r>
                      <a:endParaRPr lang="en-US" err="1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824801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>
                          <a:latin typeface="Neue Haas Grotesk Text Pro"/>
                        </a:rPr>
                        <a:t>PayPal Sandbox </a:t>
                      </a:r>
                      <a:r>
                        <a:rPr lang="en-US" sz="1800" b="0" i="0" u="none" strike="noStrike" noProof="0" err="1">
                          <a:latin typeface="Neue Haas Grotesk Text Pro"/>
                        </a:rPr>
                        <a:t>tesztelés</a:t>
                      </a:r>
                      <a:r>
                        <a:rPr lang="en-US" sz="1800" b="0" i="0" u="none" strike="noStrike" noProof="0">
                          <a:latin typeface="Neue Haas Grotesk Text Pro"/>
                        </a:rPr>
                        <a:t> </a:t>
                      </a:r>
                      <a:r>
                        <a:rPr lang="en-US" sz="1800" b="0" i="0" u="none" strike="noStrike" noProof="0" err="1">
                          <a:latin typeface="Neue Haas Grotesk Text Pro"/>
                        </a:rPr>
                        <a:t>hitelesítési</a:t>
                      </a:r>
                      <a:r>
                        <a:rPr lang="en-US" sz="1800" b="0" i="0" u="none" strike="noStrike" noProof="0">
                          <a:latin typeface="Neue Haas Grotesk Text Pro"/>
                        </a:rPr>
                        <a:t> </a:t>
                      </a:r>
                      <a:r>
                        <a:rPr lang="en-US" sz="1800" b="0" i="0" u="none" strike="noStrike" noProof="0" err="1">
                          <a:latin typeface="Neue Haas Grotesk Text Pro"/>
                        </a:rPr>
                        <a:t>problémák</a:t>
                      </a:r>
                      <a:endParaRPr lang="en-US" err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 err="1">
                          <a:latin typeface="Neue Haas Grotesk Text Pro"/>
                        </a:rPr>
                        <a:t>Konfiguráció</a:t>
                      </a:r>
                      <a:r>
                        <a:rPr lang="en-US" sz="1800" b="0" i="0" u="none" strike="noStrike" noProof="0">
                          <a:latin typeface="Neue Haas Grotesk Text Pro"/>
                        </a:rPr>
                        <a:t> </a:t>
                      </a:r>
                      <a:r>
                        <a:rPr lang="en-US" sz="1800" b="0" i="0" u="none" strike="noStrike" noProof="0" err="1">
                          <a:latin typeface="Neue Haas Grotesk Text Pro"/>
                        </a:rPr>
                        <a:t>külön</a:t>
                      </a:r>
                      <a:r>
                        <a:rPr lang="en-US" sz="1800" b="0" i="0" u="none" strike="noStrike" noProof="0">
                          <a:latin typeface="Neue Haas Grotesk Text Pro"/>
                        </a:rPr>
                        <a:t> </a:t>
                      </a:r>
                      <a:r>
                        <a:rPr lang="en-US" sz="1800" b="0" i="0" u="none" strike="noStrike" noProof="0" err="1">
                          <a:latin typeface="Neue Haas Grotesk Text Pro"/>
                        </a:rPr>
                        <a:t>fájlban</a:t>
                      </a:r>
                      <a:r>
                        <a:rPr lang="en-US" sz="1800" b="0" i="0" u="none" strike="noStrike" noProof="0">
                          <a:latin typeface="Neue Haas Grotesk Text Pro"/>
                        </a:rPr>
                        <a:t> (</a:t>
                      </a:r>
                      <a:r>
                        <a:rPr lang="en-US" sz="1800" b="0" i="0" u="none" strike="noStrike" noProof="0" err="1">
                          <a:latin typeface="Neue Haas Grotesk Text Pro"/>
                        </a:rPr>
                        <a:t>paypal_config.php</a:t>
                      </a:r>
                      <a:r>
                        <a:rPr lang="en-US" sz="1800" b="0" i="0" u="none" strike="noStrike" noProof="0">
                          <a:latin typeface="Neue Haas Grotesk Text Pro"/>
                        </a:rPr>
                        <a:t>), </a:t>
                      </a:r>
                      <a:r>
                        <a:rPr lang="en-US" sz="1800" b="0" i="0" u="none" strike="noStrike" noProof="0" err="1">
                          <a:latin typeface="Neue Haas Grotesk Text Pro"/>
                        </a:rPr>
                        <a:t>teszt</a:t>
                      </a:r>
                      <a:r>
                        <a:rPr lang="en-US" sz="1800" b="0" i="0" u="none" strike="noStrike" noProof="0">
                          <a:latin typeface="Neue Haas Grotesk Text Pro"/>
                        </a:rPr>
                        <a:t> </a:t>
                      </a:r>
                      <a:r>
                        <a:rPr lang="en-US" sz="1800" b="0" i="0" u="none" strike="noStrike" noProof="0" err="1">
                          <a:latin typeface="Neue Haas Grotesk Text Pro"/>
                        </a:rPr>
                        <a:t>fiók</a:t>
                      </a:r>
                      <a:r>
                        <a:rPr lang="en-US" sz="1800" b="0" i="0" u="none" strike="noStrike" noProof="0">
                          <a:latin typeface="Neue Haas Grotesk Text Pro"/>
                        </a:rPr>
                        <a:t> </a:t>
                      </a:r>
                      <a:r>
                        <a:rPr lang="en-US" sz="1800" b="0" i="0" u="none" strike="noStrike" noProof="0" err="1">
                          <a:latin typeface="Neue Haas Grotesk Text Pro"/>
                        </a:rPr>
                        <a:t>adatok</a:t>
                      </a:r>
                      <a:r>
                        <a:rPr lang="en-US" sz="1800" b="0" i="0" u="none" strike="noStrike" noProof="0">
                          <a:latin typeface="Neue Haas Grotesk Text Pro"/>
                        </a:rPr>
                        <a:t> </a:t>
                      </a:r>
                      <a:r>
                        <a:rPr lang="en-US" sz="1800" b="0" i="0" u="none" strike="noStrike" noProof="0" err="1">
                          <a:latin typeface="Neue Haas Grotesk Text Pro"/>
                        </a:rPr>
                        <a:t>kiemelése</a:t>
                      </a:r>
                      <a:r>
                        <a:rPr lang="en-US" sz="1800" b="0" i="0" u="none" strike="noStrike" noProof="0">
                          <a:latin typeface="Neue Haas Grotesk Text Pro"/>
                        </a:rPr>
                        <a:t> a </a:t>
                      </a:r>
                      <a:r>
                        <a:rPr lang="en-US" sz="1800" b="0" i="0" u="none" strike="noStrike" noProof="0" err="1">
                          <a:latin typeface="Neue Haas Grotesk Text Pro"/>
                        </a:rPr>
                        <a:t>felületen</a:t>
                      </a:r>
                      <a:endParaRPr lang="en-US" err="1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931384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 err="1">
                          <a:latin typeface="Neue Haas Grotesk Text Pro"/>
                        </a:rPr>
                        <a:t>Tranzakciókezelés</a:t>
                      </a:r>
                      <a:r>
                        <a:rPr lang="en-US" sz="1800" b="0" i="0" u="none" strike="noStrike" noProof="0">
                          <a:latin typeface="Neue Haas Grotesk Text Pro"/>
                        </a:rPr>
                        <a:t> </a:t>
                      </a:r>
                      <a:r>
                        <a:rPr lang="en-US" sz="1800" b="0" i="0" u="none" strike="noStrike" noProof="0" err="1">
                          <a:latin typeface="Neue Haas Grotesk Text Pro"/>
                        </a:rPr>
                        <a:t>rendelés</a:t>
                      </a:r>
                      <a:r>
                        <a:rPr lang="en-US" sz="1800" b="0" i="0" u="none" strike="noStrike" noProof="0">
                          <a:latin typeface="Neue Haas Grotesk Text Pro"/>
                        </a:rPr>
                        <a:t> </a:t>
                      </a:r>
                      <a:r>
                        <a:rPr lang="en-US" sz="1800" b="0" i="0" u="none" strike="noStrike" noProof="0" err="1">
                          <a:latin typeface="Neue Haas Grotesk Text Pro"/>
                        </a:rPr>
                        <a:t>rögzítésekor</a:t>
                      </a:r>
                      <a:endParaRPr lang="en-US" err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 err="1">
                          <a:latin typeface="Neue Haas Grotesk Text Pro"/>
                        </a:rPr>
                        <a:t>beginTransaction</a:t>
                      </a:r>
                      <a:r>
                        <a:rPr lang="en-US" sz="1800" b="0" i="0" u="none" strike="noStrike" noProof="0">
                          <a:latin typeface="Neue Haas Grotesk Text Pro"/>
                        </a:rPr>
                        <a:t>, commit, </a:t>
                      </a:r>
                      <a:r>
                        <a:rPr lang="en-US" sz="1800" b="0" i="0" u="none" strike="noStrike" noProof="0" err="1">
                          <a:latin typeface="Neue Haas Grotesk Text Pro"/>
                        </a:rPr>
                        <a:t>rollBack</a:t>
                      </a:r>
                      <a:r>
                        <a:rPr lang="en-US" sz="1800" b="0" i="0" u="none" strike="noStrike" noProof="0">
                          <a:latin typeface="Neue Haas Grotesk Text Pro"/>
                        </a:rPr>
                        <a:t> </a:t>
                      </a:r>
                      <a:r>
                        <a:rPr lang="en-US" sz="1800" b="0" i="0" u="none" strike="noStrike" noProof="0" err="1">
                          <a:latin typeface="Neue Haas Grotesk Text Pro"/>
                        </a:rPr>
                        <a:t>biztosítja</a:t>
                      </a:r>
                      <a:r>
                        <a:rPr lang="en-US" sz="1800" b="0" i="0" u="none" strike="noStrike" noProof="0">
                          <a:latin typeface="Neue Haas Grotesk Text Pro"/>
                        </a:rPr>
                        <a:t> </a:t>
                      </a:r>
                      <a:r>
                        <a:rPr lang="en-US" sz="1800" b="0" i="0" u="none" strike="noStrike" noProof="0" err="1">
                          <a:latin typeface="Neue Haas Grotesk Text Pro"/>
                        </a:rPr>
                        <a:t>az</a:t>
                      </a:r>
                      <a:r>
                        <a:rPr lang="en-US" sz="1800" b="0" i="0" u="none" strike="noStrike" noProof="0">
                          <a:latin typeface="Neue Haas Grotesk Text Pro"/>
                        </a:rPr>
                        <a:t> </a:t>
                      </a:r>
                      <a:r>
                        <a:rPr lang="en-US" sz="1800" b="0" i="0" u="none" strike="noStrike" noProof="0" err="1">
                          <a:latin typeface="Neue Haas Grotesk Text Pro"/>
                        </a:rPr>
                        <a:t>adatintegritást</a:t>
                      </a:r>
                      <a:endParaRPr lang="en-US" err="1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3674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823663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B054131-E146-0FCA-C384-394F63B4A8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0101" y="473524"/>
            <a:ext cx="5114884" cy="692838"/>
          </a:xfrm>
        </p:spPr>
        <p:txBody>
          <a:bodyPr>
            <a:normAutofit fontScale="90000"/>
          </a:bodyPr>
          <a:lstStyle/>
          <a:p>
            <a:r>
              <a:rPr lang="en-US" err="1"/>
              <a:t>Adatbázis</a:t>
            </a:r>
            <a:r>
              <a:rPr lang="en-US"/>
              <a:t> </a:t>
            </a:r>
            <a:r>
              <a:rPr lang="en-US" err="1"/>
              <a:t>Felépítése</a:t>
            </a:r>
          </a:p>
        </p:txBody>
      </p:sp>
      <p:pic>
        <p:nvPicPr>
          <p:cNvPr id="2" name="Content Placeholder 1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E10B2E0D-F32F-0FCD-66B4-2A3B216B8C8C}"/>
              </a:ext>
            </a:extLst>
          </p:cNvPr>
          <p:cNvPicPr>
            <a:picLocks noGrp="1" noChangeAspect="1"/>
          </p:cNvPicPr>
          <p:nvPr>
            <p:ph idx="4294967295"/>
          </p:nvPr>
        </p:nvPicPr>
        <p:blipFill>
          <a:blip r:embed="rId2"/>
          <a:srcRect l="3780" t="7296" r="7073" b="4292"/>
          <a:stretch>
            <a:fillRect/>
          </a:stretch>
        </p:blipFill>
        <p:spPr>
          <a:xfrm>
            <a:off x="4776439" y="1711286"/>
            <a:ext cx="6796139" cy="3835402"/>
          </a:xfrm>
          <a:prstGeom prst="rect">
            <a:avLst/>
          </a:prstGeom>
        </p:spPr>
      </p:pic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4D97B070-FC18-0731-C733-937FB76CA755}"/>
              </a:ext>
            </a:extLst>
          </p:cNvPr>
          <p:cNvSpPr txBox="1">
            <a:spLocks/>
          </p:cNvSpPr>
          <p:nvPr/>
        </p:nvSpPr>
        <p:spPr>
          <a:xfrm>
            <a:off x="500101" y="1713967"/>
            <a:ext cx="7335835" cy="3929295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900"/>
              </a:spcBef>
              <a:buFont typeface="Arial" panose="020B0604020202020204" pitchFamily="34" charset="0"/>
              <a:buChar char="•"/>
              <a:defRPr sz="24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9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9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900"/>
              </a:spcBef>
              <a:buFont typeface="Arial" panose="020B0604020202020204" pitchFamily="34" charset="0"/>
              <a:buChar char="•"/>
              <a:defRPr sz="16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900"/>
              </a:spcBef>
              <a:buFont typeface="Arial" panose="020B0604020202020204" pitchFamily="34" charset="0"/>
              <a:buChar char="•"/>
              <a:defRPr sz="14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users - </a:t>
            </a:r>
            <a:r>
              <a:rPr lang="en-US" err="1"/>
              <a:t>Felhasználók</a:t>
            </a:r>
          </a:p>
          <a:p>
            <a:r>
              <a:rPr lang="en-US"/>
              <a:t>cart - Kosár</a:t>
            </a:r>
          </a:p>
          <a:p>
            <a:r>
              <a:rPr lang="en-US"/>
              <a:t>orders - </a:t>
            </a:r>
          </a:p>
          <a:p>
            <a:r>
              <a:rPr lang="en-US" err="1"/>
              <a:t>order_items</a:t>
            </a:r>
            <a:r>
              <a:rPr lang="en-US"/>
              <a:t> -</a:t>
            </a:r>
          </a:p>
          <a:p>
            <a:r>
              <a:rPr lang="en-US"/>
              <a:t>shoes - </a:t>
            </a:r>
            <a:r>
              <a:rPr lang="en-US" err="1"/>
              <a:t>Cipők</a:t>
            </a:r>
          </a:p>
          <a:p>
            <a:r>
              <a:rPr lang="en-US"/>
              <a:t>comments - </a:t>
            </a:r>
            <a:r>
              <a:rPr lang="en-US" err="1"/>
              <a:t>Kommentek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378516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1" name="Rectangle 40">
            <a:extLst>
              <a:ext uri="{FF2B5EF4-FFF2-40B4-BE49-F238E27FC236}">
                <a16:creationId xmlns:a16="http://schemas.microsoft.com/office/drawing/2014/main" id="{4EFE82FE-7465-AE46-88DF-34D347E83B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A372AEB-CB0A-B549-84EA-D221F470AA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5150" y="770890"/>
            <a:ext cx="7335835" cy="1268984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b="0" err="1">
                <a:ea typeface="+mj-lt"/>
                <a:cs typeface="+mj-lt"/>
              </a:rPr>
              <a:t>Továbbfejlesztési</a:t>
            </a:r>
            <a:r>
              <a:rPr lang="en-US" b="0">
                <a:ea typeface="+mj-lt"/>
                <a:cs typeface="+mj-lt"/>
              </a:rPr>
              <a:t> </a:t>
            </a:r>
            <a:r>
              <a:rPr lang="en-US" b="0" err="1">
                <a:ea typeface="+mj-lt"/>
                <a:cs typeface="+mj-lt"/>
              </a:rPr>
              <a:t>lehetőségek</a:t>
            </a:r>
            <a:endParaRPr lang="en-US" err="1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3F3E49-64ED-7F63-2C79-25FDA9CF02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5150" y="2160016"/>
            <a:ext cx="7335835" cy="3929295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1500" err="1">
                <a:ea typeface="+mn-lt"/>
                <a:cs typeface="+mn-lt"/>
              </a:rPr>
              <a:t>Funkcionális</a:t>
            </a:r>
            <a:r>
              <a:rPr lang="en-US" sz="1500">
                <a:ea typeface="+mn-lt"/>
                <a:cs typeface="+mn-lt"/>
              </a:rPr>
              <a:t> </a:t>
            </a:r>
            <a:r>
              <a:rPr lang="en-US" sz="1500" err="1">
                <a:ea typeface="+mn-lt"/>
                <a:cs typeface="+mn-lt"/>
              </a:rPr>
              <a:t>bővítések</a:t>
            </a:r>
            <a:r>
              <a:rPr lang="en-US" sz="1500">
                <a:ea typeface="+mn-lt"/>
                <a:cs typeface="+mn-lt"/>
              </a:rPr>
              <a:t>:</a:t>
            </a:r>
            <a:endParaRPr lang="en-US" sz="1500"/>
          </a:p>
          <a:p>
            <a:pPr>
              <a:lnSpc>
                <a:spcPct val="90000"/>
              </a:lnSpc>
            </a:pPr>
            <a:endParaRPr lang="en-US" sz="1500"/>
          </a:p>
          <a:p>
            <a:pPr>
              <a:lnSpc>
                <a:spcPct val="90000"/>
              </a:lnSpc>
            </a:pPr>
            <a:r>
              <a:rPr lang="en-US" sz="1500" err="1">
                <a:ea typeface="+mn-lt"/>
                <a:cs typeface="+mn-lt"/>
              </a:rPr>
              <a:t>Több</a:t>
            </a:r>
            <a:r>
              <a:rPr lang="en-US" sz="1500">
                <a:ea typeface="+mn-lt"/>
                <a:cs typeface="+mn-lt"/>
              </a:rPr>
              <a:t> </a:t>
            </a:r>
            <a:r>
              <a:rPr lang="en-US" sz="1500" err="1">
                <a:ea typeface="+mn-lt"/>
                <a:cs typeface="+mn-lt"/>
              </a:rPr>
              <a:t>fizetési</a:t>
            </a:r>
            <a:r>
              <a:rPr lang="en-US" sz="1500">
                <a:ea typeface="+mn-lt"/>
                <a:cs typeface="+mn-lt"/>
              </a:rPr>
              <a:t> </a:t>
            </a:r>
            <a:r>
              <a:rPr lang="en-US" sz="1500" err="1">
                <a:ea typeface="+mn-lt"/>
                <a:cs typeface="+mn-lt"/>
              </a:rPr>
              <a:t>mód</a:t>
            </a:r>
            <a:r>
              <a:rPr lang="en-US" sz="1500">
                <a:ea typeface="+mn-lt"/>
                <a:cs typeface="+mn-lt"/>
              </a:rPr>
              <a:t>: </a:t>
            </a:r>
            <a:r>
              <a:rPr lang="en-US" sz="1500" err="1">
                <a:ea typeface="+mn-lt"/>
                <a:cs typeface="+mn-lt"/>
              </a:rPr>
              <a:t>bankkártya</a:t>
            </a:r>
            <a:r>
              <a:rPr lang="en-US" sz="1500">
                <a:ea typeface="+mn-lt"/>
                <a:cs typeface="+mn-lt"/>
              </a:rPr>
              <a:t> </a:t>
            </a:r>
            <a:r>
              <a:rPr lang="en-US" sz="1500" err="1">
                <a:ea typeface="+mn-lt"/>
                <a:cs typeface="+mn-lt"/>
              </a:rPr>
              <a:t>közvetlen</a:t>
            </a:r>
            <a:r>
              <a:rPr lang="en-US" sz="1500">
                <a:ea typeface="+mn-lt"/>
                <a:cs typeface="+mn-lt"/>
              </a:rPr>
              <a:t> </a:t>
            </a:r>
            <a:r>
              <a:rPr lang="en-US" sz="1500" err="1">
                <a:ea typeface="+mn-lt"/>
                <a:cs typeface="+mn-lt"/>
              </a:rPr>
              <a:t>elfogadása</a:t>
            </a:r>
            <a:r>
              <a:rPr lang="en-US" sz="1500">
                <a:ea typeface="+mn-lt"/>
                <a:cs typeface="+mn-lt"/>
              </a:rPr>
              <a:t>, </a:t>
            </a:r>
            <a:r>
              <a:rPr lang="en-US" sz="1500" err="1">
                <a:ea typeface="+mn-lt"/>
                <a:cs typeface="+mn-lt"/>
              </a:rPr>
              <a:t>utánvét</a:t>
            </a:r>
            <a:endParaRPr lang="en-US" sz="1500"/>
          </a:p>
          <a:p>
            <a:pPr>
              <a:lnSpc>
                <a:spcPct val="90000"/>
              </a:lnSpc>
            </a:pPr>
            <a:endParaRPr lang="en-US" sz="1500"/>
          </a:p>
          <a:p>
            <a:pPr>
              <a:lnSpc>
                <a:spcPct val="90000"/>
              </a:lnSpc>
            </a:pPr>
            <a:r>
              <a:rPr lang="en-US" sz="1500" err="1">
                <a:ea typeface="+mn-lt"/>
                <a:cs typeface="+mn-lt"/>
              </a:rPr>
              <a:t>Készletkezelés</a:t>
            </a:r>
            <a:r>
              <a:rPr lang="en-US" sz="1500">
                <a:ea typeface="+mn-lt"/>
                <a:cs typeface="+mn-lt"/>
              </a:rPr>
              <a:t>: </a:t>
            </a:r>
            <a:r>
              <a:rPr lang="en-US" sz="1500" err="1">
                <a:ea typeface="+mn-lt"/>
                <a:cs typeface="+mn-lt"/>
              </a:rPr>
              <a:t>méretenkénti</a:t>
            </a:r>
            <a:r>
              <a:rPr lang="en-US" sz="1500">
                <a:ea typeface="+mn-lt"/>
                <a:cs typeface="+mn-lt"/>
              </a:rPr>
              <a:t> </a:t>
            </a:r>
            <a:r>
              <a:rPr lang="en-US" sz="1500" err="1">
                <a:ea typeface="+mn-lt"/>
                <a:cs typeface="+mn-lt"/>
              </a:rPr>
              <a:t>készlet</a:t>
            </a:r>
            <a:r>
              <a:rPr lang="en-US" sz="1500">
                <a:ea typeface="+mn-lt"/>
                <a:cs typeface="+mn-lt"/>
              </a:rPr>
              <a:t> </a:t>
            </a:r>
            <a:r>
              <a:rPr lang="en-US" sz="1500" err="1">
                <a:ea typeface="+mn-lt"/>
                <a:cs typeface="+mn-lt"/>
              </a:rPr>
              <a:t>nyilvántartása</a:t>
            </a:r>
            <a:r>
              <a:rPr lang="en-US" sz="1500">
                <a:ea typeface="+mn-lt"/>
                <a:cs typeface="+mn-lt"/>
              </a:rPr>
              <a:t> </a:t>
            </a:r>
            <a:r>
              <a:rPr lang="en-US" sz="1500" err="1">
                <a:ea typeface="+mn-lt"/>
                <a:cs typeface="+mn-lt"/>
              </a:rPr>
              <a:t>és</a:t>
            </a:r>
            <a:r>
              <a:rPr lang="en-US" sz="1500">
                <a:ea typeface="+mn-lt"/>
                <a:cs typeface="+mn-lt"/>
              </a:rPr>
              <a:t> </a:t>
            </a:r>
            <a:r>
              <a:rPr lang="en-US" sz="1500" err="1">
                <a:ea typeface="+mn-lt"/>
                <a:cs typeface="+mn-lt"/>
              </a:rPr>
              <a:t>visszajelzés</a:t>
            </a:r>
            <a:endParaRPr lang="en-US" sz="1500"/>
          </a:p>
          <a:p>
            <a:pPr>
              <a:lnSpc>
                <a:spcPct val="90000"/>
              </a:lnSpc>
            </a:pPr>
            <a:endParaRPr lang="en-US" sz="1500"/>
          </a:p>
          <a:p>
            <a:pPr>
              <a:lnSpc>
                <a:spcPct val="90000"/>
              </a:lnSpc>
            </a:pPr>
            <a:r>
              <a:rPr lang="en-US" sz="1500" err="1">
                <a:ea typeface="+mn-lt"/>
                <a:cs typeface="+mn-lt"/>
              </a:rPr>
              <a:t>Akciók</a:t>
            </a:r>
            <a:r>
              <a:rPr lang="en-US" sz="1500">
                <a:ea typeface="+mn-lt"/>
                <a:cs typeface="+mn-lt"/>
              </a:rPr>
              <a:t>, </a:t>
            </a:r>
            <a:r>
              <a:rPr lang="en-US" sz="1500" err="1">
                <a:ea typeface="+mn-lt"/>
                <a:cs typeface="+mn-lt"/>
              </a:rPr>
              <a:t>kuponkódok</a:t>
            </a:r>
            <a:r>
              <a:rPr lang="en-US" sz="1500">
                <a:ea typeface="+mn-lt"/>
                <a:cs typeface="+mn-lt"/>
              </a:rPr>
              <a:t>: </a:t>
            </a:r>
            <a:r>
              <a:rPr lang="en-US" sz="1500" err="1">
                <a:ea typeface="+mn-lt"/>
                <a:cs typeface="+mn-lt"/>
              </a:rPr>
              <a:t>százalékos</a:t>
            </a:r>
            <a:r>
              <a:rPr lang="en-US" sz="1500">
                <a:ea typeface="+mn-lt"/>
                <a:cs typeface="+mn-lt"/>
              </a:rPr>
              <a:t> </a:t>
            </a:r>
            <a:r>
              <a:rPr lang="en-US" sz="1500" err="1">
                <a:ea typeface="+mn-lt"/>
                <a:cs typeface="+mn-lt"/>
              </a:rPr>
              <a:t>vagy</a:t>
            </a:r>
            <a:r>
              <a:rPr lang="en-US" sz="1500">
                <a:ea typeface="+mn-lt"/>
                <a:cs typeface="+mn-lt"/>
              </a:rPr>
              <a:t> fix </a:t>
            </a:r>
            <a:r>
              <a:rPr lang="en-US" sz="1500" err="1">
                <a:ea typeface="+mn-lt"/>
                <a:cs typeface="+mn-lt"/>
              </a:rPr>
              <a:t>összegű</a:t>
            </a:r>
            <a:r>
              <a:rPr lang="en-US" sz="1500">
                <a:ea typeface="+mn-lt"/>
                <a:cs typeface="+mn-lt"/>
              </a:rPr>
              <a:t> </a:t>
            </a:r>
            <a:r>
              <a:rPr lang="en-US" sz="1500" err="1">
                <a:ea typeface="+mn-lt"/>
                <a:cs typeface="+mn-lt"/>
              </a:rPr>
              <a:t>kedvezmények</a:t>
            </a:r>
            <a:endParaRPr lang="en-US" sz="1500"/>
          </a:p>
          <a:p>
            <a:pPr>
              <a:lnSpc>
                <a:spcPct val="90000"/>
              </a:lnSpc>
            </a:pPr>
            <a:endParaRPr lang="en-US" sz="1500"/>
          </a:p>
          <a:p>
            <a:pPr>
              <a:lnSpc>
                <a:spcPct val="90000"/>
              </a:lnSpc>
            </a:pPr>
            <a:r>
              <a:rPr lang="en-US" sz="1500" err="1">
                <a:ea typeface="+mn-lt"/>
                <a:cs typeface="+mn-lt"/>
              </a:rPr>
              <a:t>Felhasználói</a:t>
            </a:r>
            <a:r>
              <a:rPr lang="en-US" sz="1500">
                <a:ea typeface="+mn-lt"/>
                <a:cs typeface="+mn-lt"/>
              </a:rPr>
              <a:t> </a:t>
            </a:r>
            <a:r>
              <a:rPr lang="en-US" sz="1500" err="1">
                <a:ea typeface="+mn-lt"/>
                <a:cs typeface="+mn-lt"/>
              </a:rPr>
              <a:t>profil</a:t>
            </a:r>
            <a:r>
              <a:rPr lang="en-US" sz="1500">
                <a:ea typeface="+mn-lt"/>
                <a:cs typeface="+mn-lt"/>
              </a:rPr>
              <a:t> </a:t>
            </a:r>
            <a:r>
              <a:rPr lang="en-US" sz="1500" err="1">
                <a:ea typeface="+mn-lt"/>
                <a:cs typeface="+mn-lt"/>
              </a:rPr>
              <a:t>bővítése</a:t>
            </a:r>
            <a:r>
              <a:rPr lang="en-US" sz="1500">
                <a:ea typeface="+mn-lt"/>
                <a:cs typeface="+mn-lt"/>
              </a:rPr>
              <a:t>: </a:t>
            </a:r>
            <a:r>
              <a:rPr lang="en-US" sz="1500" err="1">
                <a:ea typeface="+mn-lt"/>
                <a:cs typeface="+mn-lt"/>
              </a:rPr>
              <a:t>korábbi</a:t>
            </a:r>
            <a:r>
              <a:rPr lang="en-US" sz="1500">
                <a:ea typeface="+mn-lt"/>
                <a:cs typeface="+mn-lt"/>
              </a:rPr>
              <a:t> </a:t>
            </a:r>
            <a:r>
              <a:rPr lang="en-US" sz="1500" err="1">
                <a:ea typeface="+mn-lt"/>
                <a:cs typeface="+mn-lt"/>
              </a:rPr>
              <a:t>rendelések</a:t>
            </a:r>
            <a:r>
              <a:rPr lang="en-US" sz="1500">
                <a:ea typeface="+mn-lt"/>
                <a:cs typeface="+mn-lt"/>
              </a:rPr>
              <a:t> </a:t>
            </a:r>
            <a:r>
              <a:rPr lang="en-US" sz="1500" err="1">
                <a:ea typeface="+mn-lt"/>
                <a:cs typeface="+mn-lt"/>
              </a:rPr>
              <a:t>megtekintése</a:t>
            </a:r>
            <a:r>
              <a:rPr lang="en-US" sz="1500">
                <a:ea typeface="+mn-lt"/>
                <a:cs typeface="+mn-lt"/>
              </a:rPr>
              <a:t>, </a:t>
            </a:r>
            <a:r>
              <a:rPr lang="en-US" sz="1500" err="1">
                <a:ea typeface="+mn-lt"/>
                <a:cs typeface="+mn-lt"/>
              </a:rPr>
              <a:t>adatok</a:t>
            </a:r>
            <a:r>
              <a:rPr lang="en-US" sz="1500">
                <a:ea typeface="+mn-lt"/>
                <a:cs typeface="+mn-lt"/>
              </a:rPr>
              <a:t> </a:t>
            </a:r>
            <a:r>
              <a:rPr lang="en-US" sz="1500" err="1">
                <a:ea typeface="+mn-lt"/>
                <a:cs typeface="+mn-lt"/>
              </a:rPr>
              <a:t>módosítása</a:t>
            </a:r>
            <a:endParaRPr lang="en-US" sz="1500"/>
          </a:p>
          <a:p>
            <a:pPr>
              <a:lnSpc>
                <a:spcPct val="90000"/>
              </a:lnSpc>
            </a:pPr>
            <a:endParaRPr lang="en-US" sz="1500"/>
          </a:p>
          <a:p>
            <a:pPr>
              <a:lnSpc>
                <a:spcPct val="90000"/>
              </a:lnSpc>
            </a:pPr>
            <a:r>
              <a:rPr lang="en-US" sz="1500" err="1">
                <a:ea typeface="+mn-lt"/>
                <a:cs typeface="+mn-lt"/>
              </a:rPr>
              <a:t>Termékértesítő</a:t>
            </a:r>
            <a:r>
              <a:rPr lang="en-US" sz="1500">
                <a:ea typeface="+mn-lt"/>
                <a:cs typeface="+mn-lt"/>
              </a:rPr>
              <a:t>: e-mail </a:t>
            </a:r>
            <a:r>
              <a:rPr lang="en-US" sz="1500" err="1">
                <a:ea typeface="+mn-lt"/>
                <a:cs typeface="+mn-lt"/>
              </a:rPr>
              <a:t>értesítés</a:t>
            </a:r>
            <a:r>
              <a:rPr lang="en-US" sz="1500">
                <a:ea typeface="+mn-lt"/>
                <a:cs typeface="+mn-lt"/>
              </a:rPr>
              <a:t>, ha </a:t>
            </a:r>
            <a:r>
              <a:rPr lang="en-US" sz="1500" err="1">
                <a:ea typeface="+mn-lt"/>
                <a:cs typeface="+mn-lt"/>
              </a:rPr>
              <a:t>egy</a:t>
            </a:r>
            <a:r>
              <a:rPr lang="en-US" sz="1500">
                <a:ea typeface="+mn-lt"/>
                <a:cs typeface="+mn-lt"/>
              </a:rPr>
              <a:t> </a:t>
            </a:r>
            <a:r>
              <a:rPr lang="en-US" sz="1500" err="1">
                <a:ea typeface="+mn-lt"/>
                <a:cs typeface="+mn-lt"/>
              </a:rPr>
              <a:t>termék</a:t>
            </a:r>
            <a:r>
              <a:rPr lang="en-US" sz="1500">
                <a:ea typeface="+mn-lt"/>
                <a:cs typeface="+mn-lt"/>
              </a:rPr>
              <a:t> </a:t>
            </a:r>
            <a:r>
              <a:rPr lang="en-US" sz="1500" err="1">
                <a:ea typeface="+mn-lt"/>
                <a:cs typeface="+mn-lt"/>
              </a:rPr>
              <a:t>újra</a:t>
            </a:r>
            <a:r>
              <a:rPr lang="en-US" sz="1500">
                <a:ea typeface="+mn-lt"/>
                <a:cs typeface="+mn-lt"/>
              </a:rPr>
              <a:t> </a:t>
            </a:r>
            <a:r>
              <a:rPr lang="en-US" sz="1500" err="1">
                <a:ea typeface="+mn-lt"/>
                <a:cs typeface="+mn-lt"/>
              </a:rPr>
              <a:t>elérhető</a:t>
            </a:r>
            <a:endParaRPr lang="en-US" sz="1500"/>
          </a:p>
        </p:txBody>
      </p: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2DDDFCEF-D5C9-BE40-9979-57040F021F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65150" y="6087110"/>
            <a:ext cx="7335835" cy="0"/>
          </a:xfrm>
          <a:prstGeom prst="line">
            <a:avLst/>
          </a:prstGeom>
          <a:ln w="127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5" name="Group 44">
            <a:extLst>
              <a:ext uri="{FF2B5EF4-FFF2-40B4-BE49-F238E27FC236}">
                <a16:creationId xmlns:a16="http://schemas.microsoft.com/office/drawing/2014/main" id="{1714268B-8C50-CA4E-9D9C-5534290342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8925974" y="0"/>
            <a:ext cx="3266026" cy="6858001"/>
            <a:chOff x="8925974" y="0"/>
            <a:chExt cx="3266026" cy="6858001"/>
          </a:xfrm>
        </p:grpSpPr>
        <p:sp>
          <p:nvSpPr>
            <p:cNvPr id="46" name="Oval 45">
              <a:extLst>
                <a:ext uri="{FF2B5EF4-FFF2-40B4-BE49-F238E27FC236}">
                  <a16:creationId xmlns:a16="http://schemas.microsoft.com/office/drawing/2014/main" id="{8ABEF35D-F220-CC47-918A-86AD6DB4D8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90057" y="806366"/>
              <a:ext cx="1130725" cy="1130724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Freeform 36">
              <a:extLst>
                <a:ext uri="{FF2B5EF4-FFF2-40B4-BE49-F238E27FC236}">
                  <a16:creationId xmlns:a16="http://schemas.microsoft.com/office/drawing/2014/main" id="{C00E500B-D6E7-C64D-BB6C-BCC4F8B7B8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2922" y="6295076"/>
              <a:ext cx="539078" cy="562924"/>
            </a:xfrm>
            <a:custGeom>
              <a:avLst/>
              <a:gdLst>
                <a:gd name="connsiteX0" fmla="*/ 539078 w 539078"/>
                <a:gd name="connsiteY0" fmla="*/ 0 h 562924"/>
                <a:gd name="connsiteX1" fmla="*/ 539078 w 539078"/>
                <a:gd name="connsiteY1" fmla="*/ 562924 h 562924"/>
                <a:gd name="connsiteX2" fmla="*/ 22 w 539078"/>
                <a:gd name="connsiteY2" fmla="*/ 562924 h 562924"/>
                <a:gd name="connsiteX3" fmla="*/ 0 w 539078"/>
                <a:gd name="connsiteY3" fmla="*/ 562712 h 562924"/>
                <a:gd name="connsiteX4" fmla="*/ 451422 w 539078"/>
                <a:gd name="connsiteY4" fmla="*/ 8836 h 5629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078" h="562924">
                  <a:moveTo>
                    <a:pt x="539078" y="0"/>
                  </a:moveTo>
                  <a:lnTo>
                    <a:pt x="539078" y="562924"/>
                  </a:lnTo>
                  <a:lnTo>
                    <a:pt x="22" y="562924"/>
                  </a:lnTo>
                  <a:lnTo>
                    <a:pt x="0" y="562712"/>
                  </a:lnTo>
                  <a:cubicBezTo>
                    <a:pt x="0" y="289501"/>
                    <a:pt x="193796" y="61554"/>
                    <a:pt x="451422" y="8836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8" name="Freeform 37">
              <a:extLst>
                <a:ext uri="{FF2B5EF4-FFF2-40B4-BE49-F238E27FC236}">
                  <a16:creationId xmlns:a16="http://schemas.microsoft.com/office/drawing/2014/main" id="{E738F114-63E2-2F46-879C-39082E11D3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2922" y="3552046"/>
              <a:ext cx="539078" cy="1125424"/>
            </a:xfrm>
            <a:custGeom>
              <a:avLst/>
              <a:gdLst>
                <a:gd name="connsiteX0" fmla="*/ 539078 w 539078"/>
                <a:gd name="connsiteY0" fmla="*/ 0 h 1125424"/>
                <a:gd name="connsiteX1" fmla="*/ 539078 w 539078"/>
                <a:gd name="connsiteY1" fmla="*/ 1125424 h 1125424"/>
                <a:gd name="connsiteX2" fmla="*/ 451423 w 539078"/>
                <a:gd name="connsiteY2" fmla="*/ 1116588 h 1125424"/>
                <a:gd name="connsiteX3" fmla="*/ 0 w 539078"/>
                <a:gd name="connsiteY3" fmla="*/ 562712 h 1125424"/>
                <a:gd name="connsiteX4" fmla="*/ 451423 w 539078"/>
                <a:gd name="connsiteY4" fmla="*/ 8836 h 11254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078" h="1125424">
                  <a:moveTo>
                    <a:pt x="539078" y="0"/>
                  </a:moveTo>
                  <a:lnTo>
                    <a:pt x="539078" y="1125424"/>
                  </a:lnTo>
                  <a:lnTo>
                    <a:pt x="451423" y="1116588"/>
                  </a:lnTo>
                  <a:cubicBezTo>
                    <a:pt x="193797" y="1063870"/>
                    <a:pt x="0" y="835923"/>
                    <a:pt x="0" y="562712"/>
                  </a:cubicBezTo>
                  <a:cubicBezTo>
                    <a:pt x="0" y="289501"/>
                    <a:pt x="193797" y="61554"/>
                    <a:pt x="451423" y="8836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9" name="Freeform 38">
              <a:extLst>
                <a:ext uri="{FF2B5EF4-FFF2-40B4-BE49-F238E27FC236}">
                  <a16:creationId xmlns:a16="http://schemas.microsoft.com/office/drawing/2014/main" id="{02D7001E-46DE-6140-8803-620C53392C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2922" y="2180532"/>
              <a:ext cx="539078" cy="1125425"/>
            </a:xfrm>
            <a:custGeom>
              <a:avLst/>
              <a:gdLst>
                <a:gd name="connsiteX0" fmla="*/ 539078 w 539078"/>
                <a:gd name="connsiteY0" fmla="*/ 0 h 1125425"/>
                <a:gd name="connsiteX1" fmla="*/ 539078 w 539078"/>
                <a:gd name="connsiteY1" fmla="*/ 1125425 h 1125425"/>
                <a:gd name="connsiteX2" fmla="*/ 451423 w 539078"/>
                <a:gd name="connsiteY2" fmla="*/ 1116588 h 1125425"/>
                <a:gd name="connsiteX3" fmla="*/ 0 w 539078"/>
                <a:gd name="connsiteY3" fmla="*/ 562712 h 1125425"/>
                <a:gd name="connsiteX4" fmla="*/ 451423 w 539078"/>
                <a:gd name="connsiteY4" fmla="*/ 8836 h 11254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078" h="1125425">
                  <a:moveTo>
                    <a:pt x="539078" y="0"/>
                  </a:moveTo>
                  <a:lnTo>
                    <a:pt x="539078" y="1125425"/>
                  </a:lnTo>
                  <a:lnTo>
                    <a:pt x="451423" y="1116588"/>
                  </a:lnTo>
                  <a:cubicBezTo>
                    <a:pt x="193797" y="1063870"/>
                    <a:pt x="0" y="835923"/>
                    <a:pt x="0" y="562712"/>
                  </a:cubicBezTo>
                  <a:cubicBezTo>
                    <a:pt x="0" y="289502"/>
                    <a:pt x="193797" y="61554"/>
                    <a:pt x="451423" y="8836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50" name="Freeform 39">
              <a:extLst>
                <a:ext uri="{FF2B5EF4-FFF2-40B4-BE49-F238E27FC236}">
                  <a16:creationId xmlns:a16="http://schemas.microsoft.com/office/drawing/2014/main" id="{BD55182B-F5B7-BC4D-9649-D3A17486E54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2922" y="0"/>
              <a:ext cx="539078" cy="562926"/>
            </a:xfrm>
            <a:custGeom>
              <a:avLst/>
              <a:gdLst>
                <a:gd name="connsiteX0" fmla="*/ 22 w 539078"/>
                <a:gd name="connsiteY0" fmla="*/ 0 h 562926"/>
                <a:gd name="connsiteX1" fmla="*/ 539078 w 539078"/>
                <a:gd name="connsiteY1" fmla="*/ 0 h 562926"/>
                <a:gd name="connsiteX2" fmla="*/ 539078 w 539078"/>
                <a:gd name="connsiteY2" fmla="*/ 562926 h 562926"/>
                <a:gd name="connsiteX3" fmla="*/ 451423 w 539078"/>
                <a:gd name="connsiteY3" fmla="*/ 554090 h 562926"/>
                <a:gd name="connsiteX4" fmla="*/ 0 w 539078"/>
                <a:gd name="connsiteY4" fmla="*/ 214 h 5629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078" h="562926">
                  <a:moveTo>
                    <a:pt x="22" y="0"/>
                  </a:moveTo>
                  <a:lnTo>
                    <a:pt x="539078" y="0"/>
                  </a:lnTo>
                  <a:lnTo>
                    <a:pt x="539078" y="562926"/>
                  </a:lnTo>
                  <a:lnTo>
                    <a:pt x="451423" y="554090"/>
                  </a:lnTo>
                  <a:cubicBezTo>
                    <a:pt x="193797" y="501372"/>
                    <a:pt x="0" y="273425"/>
                    <a:pt x="0" y="21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51" name="Freeform 40">
              <a:extLst>
                <a:ext uri="{FF2B5EF4-FFF2-40B4-BE49-F238E27FC236}">
                  <a16:creationId xmlns:a16="http://schemas.microsoft.com/office/drawing/2014/main" id="{E2A11AC1-65D6-254F-8C03-98312331D67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25976" y="0"/>
              <a:ext cx="1130725" cy="565362"/>
            </a:xfrm>
            <a:custGeom>
              <a:avLst/>
              <a:gdLst>
                <a:gd name="connsiteX0" fmla="*/ 0 w 1130725"/>
                <a:gd name="connsiteY0" fmla="*/ 0 h 565362"/>
                <a:gd name="connsiteX1" fmla="*/ 25420 w 1130725"/>
                <a:gd name="connsiteY1" fmla="*/ 0 h 565362"/>
                <a:gd name="connsiteX2" fmla="*/ 36369 w 1130725"/>
                <a:gd name="connsiteY2" fmla="*/ 108609 h 565362"/>
                <a:gd name="connsiteX3" fmla="*/ 565363 w 1130725"/>
                <a:gd name="connsiteY3" fmla="*/ 539750 h 565362"/>
                <a:gd name="connsiteX4" fmla="*/ 1094356 w 1130725"/>
                <a:gd name="connsiteY4" fmla="*/ 108609 h 565362"/>
                <a:gd name="connsiteX5" fmla="*/ 1105305 w 1130725"/>
                <a:gd name="connsiteY5" fmla="*/ 0 h 565362"/>
                <a:gd name="connsiteX6" fmla="*/ 1130725 w 1130725"/>
                <a:gd name="connsiteY6" fmla="*/ 0 h 565362"/>
                <a:gd name="connsiteX7" fmla="*/ 565363 w 1130725"/>
                <a:gd name="connsiteY7" fmla="*/ 565362 h 565362"/>
                <a:gd name="connsiteX8" fmla="*/ 0 w 1130725"/>
                <a:gd name="connsiteY8" fmla="*/ 0 h 5653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130725" h="565362">
                  <a:moveTo>
                    <a:pt x="0" y="0"/>
                  </a:moveTo>
                  <a:lnTo>
                    <a:pt x="25420" y="0"/>
                  </a:lnTo>
                  <a:lnTo>
                    <a:pt x="36369" y="108609"/>
                  </a:lnTo>
                  <a:cubicBezTo>
                    <a:pt x="86718" y="354660"/>
                    <a:pt x="304425" y="539750"/>
                    <a:pt x="565363" y="539750"/>
                  </a:cubicBezTo>
                  <a:cubicBezTo>
                    <a:pt x="826300" y="539750"/>
                    <a:pt x="1044007" y="354660"/>
                    <a:pt x="1094356" y="108609"/>
                  </a:cubicBezTo>
                  <a:lnTo>
                    <a:pt x="1105305" y="0"/>
                  </a:lnTo>
                  <a:lnTo>
                    <a:pt x="1130725" y="0"/>
                  </a:lnTo>
                  <a:cubicBezTo>
                    <a:pt x="1130725" y="312241"/>
                    <a:pt x="877604" y="565362"/>
                    <a:pt x="565363" y="565362"/>
                  </a:cubicBezTo>
                  <a:cubicBezTo>
                    <a:pt x="253121" y="565362"/>
                    <a:pt x="0" y="312241"/>
                    <a:pt x="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52" name="Freeform 41">
              <a:extLst>
                <a:ext uri="{FF2B5EF4-FFF2-40B4-BE49-F238E27FC236}">
                  <a16:creationId xmlns:a16="http://schemas.microsoft.com/office/drawing/2014/main" id="{3F2B5374-F243-F34E-BC5C-861BA70ECA9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90805" y="0"/>
              <a:ext cx="1130726" cy="565362"/>
            </a:xfrm>
            <a:custGeom>
              <a:avLst/>
              <a:gdLst>
                <a:gd name="connsiteX0" fmla="*/ 0 w 1130726"/>
                <a:gd name="connsiteY0" fmla="*/ 0 h 565362"/>
                <a:gd name="connsiteX1" fmla="*/ 25421 w 1130726"/>
                <a:gd name="connsiteY1" fmla="*/ 0 h 565362"/>
                <a:gd name="connsiteX2" fmla="*/ 36370 w 1130726"/>
                <a:gd name="connsiteY2" fmla="*/ 108609 h 565362"/>
                <a:gd name="connsiteX3" fmla="*/ 565364 w 1130726"/>
                <a:gd name="connsiteY3" fmla="*/ 539750 h 565362"/>
                <a:gd name="connsiteX4" fmla="*/ 1094357 w 1130726"/>
                <a:gd name="connsiteY4" fmla="*/ 108609 h 565362"/>
                <a:gd name="connsiteX5" fmla="*/ 1105306 w 1130726"/>
                <a:gd name="connsiteY5" fmla="*/ 0 h 565362"/>
                <a:gd name="connsiteX6" fmla="*/ 1130726 w 1130726"/>
                <a:gd name="connsiteY6" fmla="*/ 0 h 565362"/>
                <a:gd name="connsiteX7" fmla="*/ 565364 w 1130726"/>
                <a:gd name="connsiteY7" fmla="*/ 565362 h 565362"/>
                <a:gd name="connsiteX8" fmla="*/ 0 w 1130726"/>
                <a:gd name="connsiteY8" fmla="*/ 0 h 5653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130726" h="565362">
                  <a:moveTo>
                    <a:pt x="0" y="0"/>
                  </a:moveTo>
                  <a:lnTo>
                    <a:pt x="25421" y="0"/>
                  </a:lnTo>
                  <a:lnTo>
                    <a:pt x="36370" y="108609"/>
                  </a:lnTo>
                  <a:cubicBezTo>
                    <a:pt x="86719" y="354660"/>
                    <a:pt x="304426" y="539750"/>
                    <a:pt x="565364" y="539750"/>
                  </a:cubicBezTo>
                  <a:cubicBezTo>
                    <a:pt x="826301" y="539750"/>
                    <a:pt x="1044008" y="354660"/>
                    <a:pt x="1094357" y="108609"/>
                  </a:cubicBezTo>
                  <a:lnTo>
                    <a:pt x="1105306" y="0"/>
                  </a:lnTo>
                  <a:lnTo>
                    <a:pt x="1130726" y="0"/>
                  </a:lnTo>
                  <a:cubicBezTo>
                    <a:pt x="1130726" y="312241"/>
                    <a:pt x="877604" y="565362"/>
                    <a:pt x="565364" y="565362"/>
                  </a:cubicBezTo>
                  <a:cubicBezTo>
                    <a:pt x="253123" y="565362"/>
                    <a:pt x="0" y="312241"/>
                    <a:pt x="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53" name="Freeform 42">
              <a:extLst>
                <a:ext uri="{FF2B5EF4-FFF2-40B4-BE49-F238E27FC236}">
                  <a16:creationId xmlns:a16="http://schemas.microsoft.com/office/drawing/2014/main" id="{84DEF8D9-0016-6E40-A7C9-BF7C523F8B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5636" y="809288"/>
              <a:ext cx="536364" cy="1124878"/>
            </a:xfrm>
            <a:custGeom>
              <a:avLst/>
              <a:gdLst>
                <a:gd name="connsiteX0" fmla="*/ 536364 w 536364"/>
                <a:gd name="connsiteY0" fmla="*/ 0 h 1124878"/>
                <a:gd name="connsiteX1" fmla="*/ 536364 w 536364"/>
                <a:gd name="connsiteY1" fmla="*/ 25187 h 1124878"/>
                <a:gd name="connsiteX2" fmla="*/ 456541 w 536364"/>
                <a:gd name="connsiteY2" fmla="*/ 33233 h 1124878"/>
                <a:gd name="connsiteX3" fmla="*/ 25399 w 536364"/>
                <a:gd name="connsiteY3" fmla="*/ 562226 h 1124878"/>
                <a:gd name="connsiteX4" fmla="*/ 456541 w 536364"/>
                <a:gd name="connsiteY4" fmla="*/ 1091219 h 1124878"/>
                <a:gd name="connsiteX5" fmla="*/ 536364 w 536364"/>
                <a:gd name="connsiteY5" fmla="*/ 1099266 h 1124878"/>
                <a:gd name="connsiteX6" fmla="*/ 536364 w 536364"/>
                <a:gd name="connsiteY6" fmla="*/ 1124878 h 1124878"/>
                <a:gd name="connsiteX7" fmla="*/ 451423 w 536364"/>
                <a:gd name="connsiteY7" fmla="*/ 1116315 h 1124878"/>
                <a:gd name="connsiteX8" fmla="*/ 0 w 536364"/>
                <a:gd name="connsiteY8" fmla="*/ 562439 h 1124878"/>
                <a:gd name="connsiteX9" fmla="*/ 451423 w 536364"/>
                <a:gd name="connsiteY9" fmla="*/ 8563 h 11248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36364" h="1124878">
                  <a:moveTo>
                    <a:pt x="536364" y="0"/>
                  </a:moveTo>
                  <a:lnTo>
                    <a:pt x="536364" y="25187"/>
                  </a:lnTo>
                  <a:lnTo>
                    <a:pt x="456541" y="33233"/>
                  </a:lnTo>
                  <a:cubicBezTo>
                    <a:pt x="210489" y="83583"/>
                    <a:pt x="25399" y="301290"/>
                    <a:pt x="25399" y="562226"/>
                  </a:cubicBezTo>
                  <a:cubicBezTo>
                    <a:pt x="25399" y="823163"/>
                    <a:pt x="210489" y="1040870"/>
                    <a:pt x="456541" y="1091219"/>
                  </a:cubicBezTo>
                  <a:lnTo>
                    <a:pt x="536364" y="1099266"/>
                  </a:lnTo>
                  <a:lnTo>
                    <a:pt x="536364" y="1124878"/>
                  </a:lnTo>
                  <a:lnTo>
                    <a:pt x="451423" y="1116315"/>
                  </a:lnTo>
                  <a:cubicBezTo>
                    <a:pt x="193797" y="1063597"/>
                    <a:pt x="0" y="835650"/>
                    <a:pt x="0" y="562439"/>
                  </a:cubicBezTo>
                  <a:cubicBezTo>
                    <a:pt x="0" y="289228"/>
                    <a:pt x="193797" y="61281"/>
                    <a:pt x="451423" y="856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54" name="Freeform 43">
              <a:extLst>
                <a:ext uri="{FF2B5EF4-FFF2-40B4-BE49-F238E27FC236}">
                  <a16:creationId xmlns:a16="http://schemas.microsoft.com/office/drawing/2014/main" id="{7A87F92E-7BB7-CF40-B9F4-F6A76E4802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90805" y="2178092"/>
              <a:ext cx="1130726" cy="1130724"/>
            </a:xfrm>
            <a:custGeom>
              <a:avLst/>
              <a:gdLst>
                <a:gd name="connsiteX0" fmla="*/ 565363 w 1130726"/>
                <a:gd name="connsiteY0" fmla="*/ 25186 h 1130724"/>
                <a:gd name="connsiteX1" fmla="*/ 25399 w 1130726"/>
                <a:gd name="connsiteY1" fmla="*/ 565149 h 1130724"/>
                <a:gd name="connsiteX2" fmla="*/ 565363 w 1130726"/>
                <a:gd name="connsiteY2" fmla="*/ 1105112 h 1130724"/>
                <a:gd name="connsiteX3" fmla="*/ 1105327 w 1130726"/>
                <a:gd name="connsiteY3" fmla="*/ 565149 h 1130724"/>
                <a:gd name="connsiteX4" fmla="*/ 565363 w 1130726"/>
                <a:gd name="connsiteY4" fmla="*/ 25186 h 1130724"/>
                <a:gd name="connsiteX5" fmla="*/ 565363 w 1130726"/>
                <a:gd name="connsiteY5" fmla="*/ 0 h 1130724"/>
                <a:gd name="connsiteX6" fmla="*/ 1130726 w 1130726"/>
                <a:gd name="connsiteY6" fmla="*/ 565362 h 1130724"/>
                <a:gd name="connsiteX7" fmla="*/ 565363 w 1130726"/>
                <a:gd name="connsiteY7" fmla="*/ 1130724 h 1130724"/>
                <a:gd name="connsiteX8" fmla="*/ 0 w 1130726"/>
                <a:gd name="connsiteY8" fmla="*/ 565362 h 1130724"/>
                <a:gd name="connsiteX9" fmla="*/ 565363 w 1130726"/>
                <a:gd name="connsiteY9" fmla="*/ 0 h 11307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130726" h="1130724">
                  <a:moveTo>
                    <a:pt x="565363" y="25186"/>
                  </a:moveTo>
                  <a:cubicBezTo>
                    <a:pt x="267149" y="25186"/>
                    <a:pt x="25399" y="266936"/>
                    <a:pt x="25399" y="565149"/>
                  </a:cubicBezTo>
                  <a:cubicBezTo>
                    <a:pt x="25399" y="863362"/>
                    <a:pt x="267149" y="1105112"/>
                    <a:pt x="565363" y="1105112"/>
                  </a:cubicBezTo>
                  <a:cubicBezTo>
                    <a:pt x="863577" y="1105112"/>
                    <a:pt x="1105327" y="863362"/>
                    <a:pt x="1105327" y="565149"/>
                  </a:cubicBezTo>
                  <a:cubicBezTo>
                    <a:pt x="1105327" y="266936"/>
                    <a:pt x="863577" y="25186"/>
                    <a:pt x="565363" y="25186"/>
                  </a:cubicBezTo>
                  <a:close/>
                  <a:moveTo>
                    <a:pt x="565363" y="0"/>
                  </a:moveTo>
                  <a:cubicBezTo>
                    <a:pt x="877604" y="0"/>
                    <a:pt x="1130726" y="253121"/>
                    <a:pt x="1130726" y="565362"/>
                  </a:cubicBezTo>
                  <a:cubicBezTo>
                    <a:pt x="1130726" y="877603"/>
                    <a:pt x="877604" y="1130724"/>
                    <a:pt x="565363" y="1130724"/>
                  </a:cubicBezTo>
                  <a:cubicBezTo>
                    <a:pt x="253122" y="1130724"/>
                    <a:pt x="0" y="877603"/>
                    <a:pt x="0" y="565362"/>
                  </a:cubicBezTo>
                  <a:cubicBezTo>
                    <a:pt x="0" y="253121"/>
                    <a:pt x="253122" y="0"/>
                    <a:pt x="56536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55" name="Freeform 44">
              <a:extLst>
                <a:ext uri="{FF2B5EF4-FFF2-40B4-BE49-F238E27FC236}">
                  <a16:creationId xmlns:a16="http://schemas.microsoft.com/office/drawing/2014/main" id="{3956B80A-36C5-A84F-A57F-2264B346008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25974" y="806365"/>
              <a:ext cx="1130726" cy="1130724"/>
            </a:xfrm>
            <a:custGeom>
              <a:avLst/>
              <a:gdLst>
                <a:gd name="connsiteX0" fmla="*/ 565363 w 1130726"/>
                <a:gd name="connsiteY0" fmla="*/ 25186 h 1130724"/>
                <a:gd name="connsiteX1" fmla="*/ 25399 w 1130726"/>
                <a:gd name="connsiteY1" fmla="*/ 565149 h 1130724"/>
                <a:gd name="connsiteX2" fmla="*/ 565363 w 1130726"/>
                <a:gd name="connsiteY2" fmla="*/ 1105112 h 1130724"/>
                <a:gd name="connsiteX3" fmla="*/ 1105327 w 1130726"/>
                <a:gd name="connsiteY3" fmla="*/ 565149 h 1130724"/>
                <a:gd name="connsiteX4" fmla="*/ 565363 w 1130726"/>
                <a:gd name="connsiteY4" fmla="*/ 25186 h 1130724"/>
                <a:gd name="connsiteX5" fmla="*/ 565363 w 1130726"/>
                <a:gd name="connsiteY5" fmla="*/ 0 h 1130724"/>
                <a:gd name="connsiteX6" fmla="*/ 1130726 w 1130726"/>
                <a:gd name="connsiteY6" fmla="*/ 565362 h 1130724"/>
                <a:gd name="connsiteX7" fmla="*/ 565363 w 1130726"/>
                <a:gd name="connsiteY7" fmla="*/ 1130724 h 1130724"/>
                <a:gd name="connsiteX8" fmla="*/ 0 w 1130726"/>
                <a:gd name="connsiteY8" fmla="*/ 565362 h 1130724"/>
                <a:gd name="connsiteX9" fmla="*/ 565363 w 1130726"/>
                <a:gd name="connsiteY9" fmla="*/ 0 h 11307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130726" h="1130724">
                  <a:moveTo>
                    <a:pt x="565363" y="25186"/>
                  </a:moveTo>
                  <a:cubicBezTo>
                    <a:pt x="267149" y="25186"/>
                    <a:pt x="25399" y="266936"/>
                    <a:pt x="25399" y="565149"/>
                  </a:cubicBezTo>
                  <a:cubicBezTo>
                    <a:pt x="25399" y="863362"/>
                    <a:pt x="267149" y="1105112"/>
                    <a:pt x="565363" y="1105112"/>
                  </a:cubicBezTo>
                  <a:cubicBezTo>
                    <a:pt x="863577" y="1105112"/>
                    <a:pt x="1105327" y="863362"/>
                    <a:pt x="1105327" y="565149"/>
                  </a:cubicBezTo>
                  <a:cubicBezTo>
                    <a:pt x="1105327" y="266936"/>
                    <a:pt x="863577" y="25186"/>
                    <a:pt x="565363" y="25186"/>
                  </a:cubicBezTo>
                  <a:close/>
                  <a:moveTo>
                    <a:pt x="565363" y="0"/>
                  </a:moveTo>
                  <a:cubicBezTo>
                    <a:pt x="877604" y="0"/>
                    <a:pt x="1130726" y="253121"/>
                    <a:pt x="1130726" y="565362"/>
                  </a:cubicBezTo>
                  <a:cubicBezTo>
                    <a:pt x="1130726" y="877603"/>
                    <a:pt x="877604" y="1130724"/>
                    <a:pt x="565363" y="1130724"/>
                  </a:cubicBezTo>
                  <a:cubicBezTo>
                    <a:pt x="253122" y="1130724"/>
                    <a:pt x="0" y="877603"/>
                    <a:pt x="0" y="565362"/>
                  </a:cubicBezTo>
                  <a:cubicBezTo>
                    <a:pt x="0" y="253121"/>
                    <a:pt x="253122" y="0"/>
                    <a:pt x="56536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56" name="Freeform 45">
              <a:extLst>
                <a:ext uri="{FF2B5EF4-FFF2-40B4-BE49-F238E27FC236}">
                  <a16:creationId xmlns:a16="http://schemas.microsoft.com/office/drawing/2014/main" id="{F3F753EA-9ED0-B749-B25F-1D359659FB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90805" y="3549819"/>
              <a:ext cx="1130726" cy="1130724"/>
            </a:xfrm>
            <a:custGeom>
              <a:avLst/>
              <a:gdLst>
                <a:gd name="connsiteX0" fmla="*/ 565363 w 1130726"/>
                <a:gd name="connsiteY0" fmla="*/ 25186 h 1130724"/>
                <a:gd name="connsiteX1" fmla="*/ 25399 w 1130726"/>
                <a:gd name="connsiteY1" fmla="*/ 565149 h 1130724"/>
                <a:gd name="connsiteX2" fmla="*/ 565363 w 1130726"/>
                <a:gd name="connsiteY2" fmla="*/ 1105112 h 1130724"/>
                <a:gd name="connsiteX3" fmla="*/ 1105327 w 1130726"/>
                <a:gd name="connsiteY3" fmla="*/ 565149 h 1130724"/>
                <a:gd name="connsiteX4" fmla="*/ 565363 w 1130726"/>
                <a:gd name="connsiteY4" fmla="*/ 25186 h 1130724"/>
                <a:gd name="connsiteX5" fmla="*/ 565363 w 1130726"/>
                <a:gd name="connsiteY5" fmla="*/ 0 h 1130724"/>
                <a:gd name="connsiteX6" fmla="*/ 1130726 w 1130726"/>
                <a:gd name="connsiteY6" fmla="*/ 565362 h 1130724"/>
                <a:gd name="connsiteX7" fmla="*/ 565363 w 1130726"/>
                <a:gd name="connsiteY7" fmla="*/ 1130724 h 1130724"/>
                <a:gd name="connsiteX8" fmla="*/ 0 w 1130726"/>
                <a:gd name="connsiteY8" fmla="*/ 565362 h 1130724"/>
                <a:gd name="connsiteX9" fmla="*/ 565363 w 1130726"/>
                <a:gd name="connsiteY9" fmla="*/ 0 h 11307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130726" h="1130724">
                  <a:moveTo>
                    <a:pt x="565363" y="25186"/>
                  </a:moveTo>
                  <a:cubicBezTo>
                    <a:pt x="267149" y="25186"/>
                    <a:pt x="25399" y="266936"/>
                    <a:pt x="25399" y="565149"/>
                  </a:cubicBezTo>
                  <a:cubicBezTo>
                    <a:pt x="25399" y="863362"/>
                    <a:pt x="267149" y="1105112"/>
                    <a:pt x="565363" y="1105112"/>
                  </a:cubicBezTo>
                  <a:cubicBezTo>
                    <a:pt x="863577" y="1105112"/>
                    <a:pt x="1105327" y="863362"/>
                    <a:pt x="1105327" y="565149"/>
                  </a:cubicBezTo>
                  <a:cubicBezTo>
                    <a:pt x="1105327" y="266936"/>
                    <a:pt x="863577" y="25186"/>
                    <a:pt x="565363" y="25186"/>
                  </a:cubicBezTo>
                  <a:close/>
                  <a:moveTo>
                    <a:pt x="565363" y="0"/>
                  </a:moveTo>
                  <a:cubicBezTo>
                    <a:pt x="877604" y="0"/>
                    <a:pt x="1130726" y="253121"/>
                    <a:pt x="1130726" y="565362"/>
                  </a:cubicBezTo>
                  <a:cubicBezTo>
                    <a:pt x="1130726" y="877603"/>
                    <a:pt x="877604" y="1130724"/>
                    <a:pt x="565363" y="1130724"/>
                  </a:cubicBezTo>
                  <a:cubicBezTo>
                    <a:pt x="253122" y="1130724"/>
                    <a:pt x="0" y="877603"/>
                    <a:pt x="0" y="565362"/>
                  </a:cubicBezTo>
                  <a:cubicBezTo>
                    <a:pt x="0" y="253121"/>
                    <a:pt x="253122" y="0"/>
                    <a:pt x="56536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57" name="Freeform 46">
              <a:extLst>
                <a:ext uri="{FF2B5EF4-FFF2-40B4-BE49-F238E27FC236}">
                  <a16:creationId xmlns:a16="http://schemas.microsoft.com/office/drawing/2014/main" id="{4C348B07-3AA5-3142-A06C-D2FAA39227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5636" y="4924471"/>
              <a:ext cx="536364" cy="1124877"/>
            </a:xfrm>
            <a:custGeom>
              <a:avLst/>
              <a:gdLst>
                <a:gd name="connsiteX0" fmla="*/ 536364 w 536364"/>
                <a:gd name="connsiteY0" fmla="*/ 0 h 1124877"/>
                <a:gd name="connsiteX1" fmla="*/ 536364 w 536364"/>
                <a:gd name="connsiteY1" fmla="*/ 25186 h 1124877"/>
                <a:gd name="connsiteX2" fmla="*/ 456541 w 536364"/>
                <a:gd name="connsiteY2" fmla="*/ 33232 h 1124877"/>
                <a:gd name="connsiteX3" fmla="*/ 25399 w 536364"/>
                <a:gd name="connsiteY3" fmla="*/ 562225 h 1124877"/>
                <a:gd name="connsiteX4" fmla="*/ 456541 w 536364"/>
                <a:gd name="connsiteY4" fmla="*/ 1091218 h 1124877"/>
                <a:gd name="connsiteX5" fmla="*/ 536364 w 536364"/>
                <a:gd name="connsiteY5" fmla="*/ 1099265 h 1124877"/>
                <a:gd name="connsiteX6" fmla="*/ 536364 w 536364"/>
                <a:gd name="connsiteY6" fmla="*/ 1124877 h 1124877"/>
                <a:gd name="connsiteX7" fmla="*/ 451423 w 536364"/>
                <a:gd name="connsiteY7" fmla="*/ 1116314 h 1124877"/>
                <a:gd name="connsiteX8" fmla="*/ 0 w 536364"/>
                <a:gd name="connsiteY8" fmla="*/ 562438 h 1124877"/>
                <a:gd name="connsiteX9" fmla="*/ 451423 w 536364"/>
                <a:gd name="connsiteY9" fmla="*/ 8562 h 11248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36364" h="1124877">
                  <a:moveTo>
                    <a:pt x="536364" y="0"/>
                  </a:moveTo>
                  <a:lnTo>
                    <a:pt x="536364" y="25186"/>
                  </a:lnTo>
                  <a:lnTo>
                    <a:pt x="456541" y="33232"/>
                  </a:lnTo>
                  <a:cubicBezTo>
                    <a:pt x="210489" y="83582"/>
                    <a:pt x="25399" y="301289"/>
                    <a:pt x="25399" y="562225"/>
                  </a:cubicBezTo>
                  <a:cubicBezTo>
                    <a:pt x="25399" y="823162"/>
                    <a:pt x="210489" y="1040869"/>
                    <a:pt x="456541" y="1091218"/>
                  </a:cubicBezTo>
                  <a:lnTo>
                    <a:pt x="536364" y="1099265"/>
                  </a:lnTo>
                  <a:lnTo>
                    <a:pt x="536364" y="1124877"/>
                  </a:lnTo>
                  <a:lnTo>
                    <a:pt x="451423" y="1116314"/>
                  </a:lnTo>
                  <a:cubicBezTo>
                    <a:pt x="193797" y="1063596"/>
                    <a:pt x="0" y="835649"/>
                    <a:pt x="0" y="562438"/>
                  </a:cubicBezTo>
                  <a:cubicBezTo>
                    <a:pt x="0" y="289227"/>
                    <a:pt x="193797" y="61280"/>
                    <a:pt x="451423" y="856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58" name="Freeform 47">
              <a:extLst>
                <a:ext uri="{FF2B5EF4-FFF2-40B4-BE49-F238E27FC236}">
                  <a16:creationId xmlns:a16="http://schemas.microsoft.com/office/drawing/2014/main" id="{C3ED9540-E9D6-9D41-994B-55874068AF7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90869" y="6293274"/>
              <a:ext cx="1130598" cy="564727"/>
            </a:xfrm>
            <a:custGeom>
              <a:avLst/>
              <a:gdLst>
                <a:gd name="connsiteX0" fmla="*/ 565300 w 1130598"/>
                <a:gd name="connsiteY0" fmla="*/ 0 h 564727"/>
                <a:gd name="connsiteX1" fmla="*/ 1119176 w 1130598"/>
                <a:gd name="connsiteY1" fmla="*/ 451422 h 564727"/>
                <a:gd name="connsiteX2" fmla="*/ 1130598 w 1130598"/>
                <a:gd name="connsiteY2" fmla="*/ 564727 h 564727"/>
                <a:gd name="connsiteX3" fmla="*/ 1105221 w 1130598"/>
                <a:gd name="connsiteY3" fmla="*/ 564727 h 564727"/>
                <a:gd name="connsiteX4" fmla="*/ 1094293 w 1130598"/>
                <a:gd name="connsiteY4" fmla="*/ 456328 h 564727"/>
                <a:gd name="connsiteX5" fmla="*/ 565300 w 1130598"/>
                <a:gd name="connsiteY5" fmla="*/ 25186 h 564727"/>
                <a:gd name="connsiteX6" fmla="*/ 36306 w 1130598"/>
                <a:gd name="connsiteY6" fmla="*/ 456328 h 564727"/>
                <a:gd name="connsiteX7" fmla="*/ 25378 w 1130598"/>
                <a:gd name="connsiteY7" fmla="*/ 564727 h 564727"/>
                <a:gd name="connsiteX8" fmla="*/ 0 w 1130598"/>
                <a:gd name="connsiteY8" fmla="*/ 564727 h 564727"/>
                <a:gd name="connsiteX9" fmla="*/ 11423 w 1130598"/>
                <a:gd name="connsiteY9" fmla="*/ 451422 h 564727"/>
                <a:gd name="connsiteX10" fmla="*/ 565300 w 1130598"/>
                <a:gd name="connsiteY10" fmla="*/ 0 h 5647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30598" h="564727">
                  <a:moveTo>
                    <a:pt x="565300" y="0"/>
                  </a:moveTo>
                  <a:cubicBezTo>
                    <a:pt x="838510" y="0"/>
                    <a:pt x="1066458" y="193796"/>
                    <a:pt x="1119176" y="451422"/>
                  </a:cubicBezTo>
                  <a:lnTo>
                    <a:pt x="1130598" y="564727"/>
                  </a:lnTo>
                  <a:lnTo>
                    <a:pt x="1105221" y="564727"/>
                  </a:lnTo>
                  <a:lnTo>
                    <a:pt x="1094293" y="456328"/>
                  </a:lnTo>
                  <a:cubicBezTo>
                    <a:pt x="1043944" y="210276"/>
                    <a:pt x="826237" y="25186"/>
                    <a:pt x="565300" y="25186"/>
                  </a:cubicBezTo>
                  <a:cubicBezTo>
                    <a:pt x="304362" y="25186"/>
                    <a:pt x="86655" y="210276"/>
                    <a:pt x="36306" y="456328"/>
                  </a:cubicBezTo>
                  <a:lnTo>
                    <a:pt x="25378" y="564727"/>
                  </a:lnTo>
                  <a:lnTo>
                    <a:pt x="0" y="564727"/>
                  </a:lnTo>
                  <a:lnTo>
                    <a:pt x="11423" y="451422"/>
                  </a:lnTo>
                  <a:cubicBezTo>
                    <a:pt x="64141" y="193796"/>
                    <a:pt x="292089" y="0"/>
                    <a:pt x="56530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30004337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4EFE82FE-7465-AE46-88DF-34D347E83B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61BAE3-2638-1BDE-7528-1E82FE73CD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5150" y="593683"/>
            <a:ext cx="7335835" cy="4564295"/>
          </a:xfrm>
        </p:spPr>
        <p:txBody>
          <a:bodyPr vert="horz" lIns="91440" tIns="45720" rIns="91440" bIns="45720" rtlCol="0" anchor="t">
            <a:noAutofit/>
          </a:bodyPr>
          <a:lstStyle/>
          <a:p>
            <a:pPr>
              <a:lnSpc>
                <a:spcPct val="90000"/>
              </a:lnSpc>
            </a:pPr>
            <a:r>
              <a:rPr lang="en-US" err="1">
                <a:ea typeface="+mn-lt"/>
                <a:cs typeface="+mn-lt"/>
              </a:rPr>
              <a:t>Technikai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fejlesztések</a:t>
            </a:r>
            <a:r>
              <a:rPr lang="en-US">
                <a:ea typeface="+mn-lt"/>
                <a:cs typeface="+mn-lt"/>
              </a:rPr>
              <a:t>:</a:t>
            </a:r>
            <a:endParaRPr lang="en-US"/>
          </a:p>
          <a:p>
            <a:pPr>
              <a:lnSpc>
                <a:spcPct val="90000"/>
              </a:lnSpc>
            </a:pPr>
            <a:endParaRPr lang="en-US"/>
          </a:p>
          <a:p>
            <a:pPr>
              <a:lnSpc>
                <a:spcPct val="90000"/>
              </a:lnSpc>
            </a:pPr>
            <a:r>
              <a:rPr lang="en-US">
                <a:ea typeface="+mn-lt"/>
                <a:cs typeface="+mn-lt"/>
              </a:rPr>
              <a:t>MVC </a:t>
            </a:r>
            <a:r>
              <a:rPr lang="en-US" err="1">
                <a:ea typeface="+mn-lt"/>
                <a:cs typeface="+mn-lt"/>
              </a:rPr>
              <a:t>struktúra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bevezetése</a:t>
            </a:r>
            <a:r>
              <a:rPr lang="en-US">
                <a:ea typeface="+mn-lt"/>
                <a:cs typeface="+mn-lt"/>
              </a:rPr>
              <a:t> a </a:t>
            </a:r>
            <a:r>
              <a:rPr lang="en-US" err="1">
                <a:ea typeface="+mn-lt"/>
                <a:cs typeface="+mn-lt"/>
              </a:rPr>
              <a:t>kód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áttekinthetőségének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növelésére</a:t>
            </a:r>
            <a:endParaRPr lang="en-US"/>
          </a:p>
          <a:p>
            <a:pPr>
              <a:lnSpc>
                <a:spcPct val="90000"/>
              </a:lnSpc>
            </a:pPr>
            <a:endParaRPr lang="en-US"/>
          </a:p>
          <a:p>
            <a:pPr>
              <a:lnSpc>
                <a:spcPct val="90000"/>
              </a:lnSpc>
            </a:pPr>
            <a:r>
              <a:rPr lang="en-US">
                <a:ea typeface="+mn-lt"/>
                <a:cs typeface="+mn-lt"/>
              </a:rPr>
              <a:t>REST API </a:t>
            </a:r>
            <a:r>
              <a:rPr lang="en-US" err="1">
                <a:ea typeface="+mn-lt"/>
                <a:cs typeface="+mn-lt"/>
              </a:rPr>
              <a:t>kialakítása</a:t>
            </a:r>
            <a:r>
              <a:rPr lang="en-US">
                <a:ea typeface="+mn-lt"/>
                <a:cs typeface="+mn-lt"/>
              </a:rPr>
              <a:t> a </a:t>
            </a:r>
            <a:r>
              <a:rPr lang="en-US" err="1">
                <a:ea typeface="+mn-lt"/>
                <a:cs typeface="+mn-lt"/>
              </a:rPr>
              <a:t>termékadatokhoz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és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kosárműveletekhez</a:t>
            </a:r>
            <a:endParaRPr lang="en-US"/>
          </a:p>
          <a:p>
            <a:pPr>
              <a:lnSpc>
                <a:spcPct val="90000"/>
              </a:lnSpc>
            </a:pPr>
            <a:endParaRPr lang="en-US"/>
          </a:p>
          <a:p>
            <a:pPr>
              <a:lnSpc>
                <a:spcPct val="90000"/>
              </a:lnSpc>
            </a:pPr>
            <a:r>
              <a:rPr lang="en-US" err="1">
                <a:ea typeface="+mn-lt"/>
                <a:cs typeface="+mn-lt"/>
              </a:rPr>
              <a:t>Automatizált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tesztelés</a:t>
            </a:r>
            <a:r>
              <a:rPr lang="en-US">
                <a:ea typeface="+mn-lt"/>
                <a:cs typeface="+mn-lt"/>
              </a:rPr>
              <a:t> (pl. </a:t>
            </a:r>
            <a:r>
              <a:rPr lang="en-US" err="1">
                <a:ea typeface="+mn-lt"/>
                <a:cs typeface="+mn-lt"/>
              </a:rPr>
              <a:t>PHPUnit</a:t>
            </a:r>
            <a:r>
              <a:rPr lang="en-US">
                <a:ea typeface="+mn-lt"/>
                <a:cs typeface="+mn-lt"/>
              </a:rPr>
              <a:t>) a </a:t>
            </a:r>
            <a:r>
              <a:rPr lang="en-US" err="1">
                <a:ea typeface="+mn-lt"/>
                <a:cs typeface="+mn-lt"/>
              </a:rPr>
              <a:t>kritikus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funkciókra</a:t>
            </a:r>
            <a:endParaRPr lang="en-US"/>
          </a:p>
          <a:p>
            <a:pPr>
              <a:lnSpc>
                <a:spcPct val="90000"/>
              </a:lnSpc>
            </a:pPr>
            <a:endParaRPr lang="en-US"/>
          </a:p>
          <a:p>
            <a:pPr>
              <a:lnSpc>
                <a:spcPct val="90000"/>
              </a:lnSpc>
            </a:pPr>
            <a:r>
              <a:rPr lang="en-US">
                <a:ea typeface="+mn-lt"/>
                <a:cs typeface="+mn-lt"/>
              </a:rPr>
              <a:t>Docker </a:t>
            </a:r>
            <a:r>
              <a:rPr lang="en-US" err="1">
                <a:ea typeface="+mn-lt"/>
                <a:cs typeface="+mn-lt"/>
              </a:rPr>
              <a:t>környezet</a:t>
            </a:r>
            <a:r>
              <a:rPr lang="en-US">
                <a:ea typeface="+mn-lt"/>
                <a:cs typeface="+mn-lt"/>
              </a:rPr>
              <a:t> a </a:t>
            </a:r>
            <a:r>
              <a:rPr lang="en-US" err="1">
                <a:ea typeface="+mn-lt"/>
                <a:cs typeface="+mn-lt"/>
              </a:rPr>
              <a:t>fejlesztés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és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telepítés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egyszerűsítésére</a:t>
            </a:r>
            <a:endParaRPr lang="en-US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2DDDFCEF-D5C9-BE40-9979-57040F021F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65150" y="6087110"/>
            <a:ext cx="7335835" cy="0"/>
          </a:xfrm>
          <a:prstGeom prst="line">
            <a:avLst/>
          </a:prstGeom>
          <a:ln w="127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Group 11">
            <a:extLst>
              <a:ext uri="{FF2B5EF4-FFF2-40B4-BE49-F238E27FC236}">
                <a16:creationId xmlns:a16="http://schemas.microsoft.com/office/drawing/2014/main" id="{1714268B-8C50-CA4E-9D9C-5534290342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8925974" y="0"/>
            <a:ext cx="3266026" cy="6858001"/>
            <a:chOff x="8925974" y="0"/>
            <a:chExt cx="3266026" cy="6858001"/>
          </a:xfrm>
        </p:grpSpPr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8ABEF35D-F220-CC47-918A-86AD6DB4D8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90057" y="806366"/>
              <a:ext cx="1130725" cy="1130724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Freeform 36">
              <a:extLst>
                <a:ext uri="{FF2B5EF4-FFF2-40B4-BE49-F238E27FC236}">
                  <a16:creationId xmlns:a16="http://schemas.microsoft.com/office/drawing/2014/main" id="{C00E500B-D6E7-C64D-BB6C-BCC4F8B7B8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2922" y="6295076"/>
              <a:ext cx="539078" cy="562924"/>
            </a:xfrm>
            <a:custGeom>
              <a:avLst/>
              <a:gdLst>
                <a:gd name="connsiteX0" fmla="*/ 539078 w 539078"/>
                <a:gd name="connsiteY0" fmla="*/ 0 h 562924"/>
                <a:gd name="connsiteX1" fmla="*/ 539078 w 539078"/>
                <a:gd name="connsiteY1" fmla="*/ 562924 h 562924"/>
                <a:gd name="connsiteX2" fmla="*/ 22 w 539078"/>
                <a:gd name="connsiteY2" fmla="*/ 562924 h 562924"/>
                <a:gd name="connsiteX3" fmla="*/ 0 w 539078"/>
                <a:gd name="connsiteY3" fmla="*/ 562712 h 562924"/>
                <a:gd name="connsiteX4" fmla="*/ 451422 w 539078"/>
                <a:gd name="connsiteY4" fmla="*/ 8836 h 5629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078" h="562924">
                  <a:moveTo>
                    <a:pt x="539078" y="0"/>
                  </a:moveTo>
                  <a:lnTo>
                    <a:pt x="539078" y="562924"/>
                  </a:lnTo>
                  <a:lnTo>
                    <a:pt x="22" y="562924"/>
                  </a:lnTo>
                  <a:lnTo>
                    <a:pt x="0" y="562712"/>
                  </a:lnTo>
                  <a:cubicBezTo>
                    <a:pt x="0" y="289501"/>
                    <a:pt x="193796" y="61554"/>
                    <a:pt x="451422" y="8836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5" name="Freeform 37">
              <a:extLst>
                <a:ext uri="{FF2B5EF4-FFF2-40B4-BE49-F238E27FC236}">
                  <a16:creationId xmlns:a16="http://schemas.microsoft.com/office/drawing/2014/main" id="{E738F114-63E2-2F46-879C-39082E11D3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2922" y="3552046"/>
              <a:ext cx="539078" cy="1125424"/>
            </a:xfrm>
            <a:custGeom>
              <a:avLst/>
              <a:gdLst>
                <a:gd name="connsiteX0" fmla="*/ 539078 w 539078"/>
                <a:gd name="connsiteY0" fmla="*/ 0 h 1125424"/>
                <a:gd name="connsiteX1" fmla="*/ 539078 w 539078"/>
                <a:gd name="connsiteY1" fmla="*/ 1125424 h 1125424"/>
                <a:gd name="connsiteX2" fmla="*/ 451423 w 539078"/>
                <a:gd name="connsiteY2" fmla="*/ 1116588 h 1125424"/>
                <a:gd name="connsiteX3" fmla="*/ 0 w 539078"/>
                <a:gd name="connsiteY3" fmla="*/ 562712 h 1125424"/>
                <a:gd name="connsiteX4" fmla="*/ 451423 w 539078"/>
                <a:gd name="connsiteY4" fmla="*/ 8836 h 11254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078" h="1125424">
                  <a:moveTo>
                    <a:pt x="539078" y="0"/>
                  </a:moveTo>
                  <a:lnTo>
                    <a:pt x="539078" y="1125424"/>
                  </a:lnTo>
                  <a:lnTo>
                    <a:pt x="451423" y="1116588"/>
                  </a:lnTo>
                  <a:cubicBezTo>
                    <a:pt x="193797" y="1063870"/>
                    <a:pt x="0" y="835923"/>
                    <a:pt x="0" y="562712"/>
                  </a:cubicBezTo>
                  <a:cubicBezTo>
                    <a:pt x="0" y="289501"/>
                    <a:pt x="193797" y="61554"/>
                    <a:pt x="451423" y="8836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6" name="Freeform 38">
              <a:extLst>
                <a:ext uri="{FF2B5EF4-FFF2-40B4-BE49-F238E27FC236}">
                  <a16:creationId xmlns:a16="http://schemas.microsoft.com/office/drawing/2014/main" id="{02D7001E-46DE-6140-8803-620C53392C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2922" y="2180532"/>
              <a:ext cx="539078" cy="1125425"/>
            </a:xfrm>
            <a:custGeom>
              <a:avLst/>
              <a:gdLst>
                <a:gd name="connsiteX0" fmla="*/ 539078 w 539078"/>
                <a:gd name="connsiteY0" fmla="*/ 0 h 1125425"/>
                <a:gd name="connsiteX1" fmla="*/ 539078 w 539078"/>
                <a:gd name="connsiteY1" fmla="*/ 1125425 h 1125425"/>
                <a:gd name="connsiteX2" fmla="*/ 451423 w 539078"/>
                <a:gd name="connsiteY2" fmla="*/ 1116588 h 1125425"/>
                <a:gd name="connsiteX3" fmla="*/ 0 w 539078"/>
                <a:gd name="connsiteY3" fmla="*/ 562712 h 1125425"/>
                <a:gd name="connsiteX4" fmla="*/ 451423 w 539078"/>
                <a:gd name="connsiteY4" fmla="*/ 8836 h 11254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078" h="1125425">
                  <a:moveTo>
                    <a:pt x="539078" y="0"/>
                  </a:moveTo>
                  <a:lnTo>
                    <a:pt x="539078" y="1125425"/>
                  </a:lnTo>
                  <a:lnTo>
                    <a:pt x="451423" y="1116588"/>
                  </a:lnTo>
                  <a:cubicBezTo>
                    <a:pt x="193797" y="1063870"/>
                    <a:pt x="0" y="835923"/>
                    <a:pt x="0" y="562712"/>
                  </a:cubicBezTo>
                  <a:cubicBezTo>
                    <a:pt x="0" y="289502"/>
                    <a:pt x="193797" y="61554"/>
                    <a:pt x="451423" y="8836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7" name="Freeform 39">
              <a:extLst>
                <a:ext uri="{FF2B5EF4-FFF2-40B4-BE49-F238E27FC236}">
                  <a16:creationId xmlns:a16="http://schemas.microsoft.com/office/drawing/2014/main" id="{BD55182B-F5B7-BC4D-9649-D3A17486E54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2922" y="0"/>
              <a:ext cx="539078" cy="562926"/>
            </a:xfrm>
            <a:custGeom>
              <a:avLst/>
              <a:gdLst>
                <a:gd name="connsiteX0" fmla="*/ 22 w 539078"/>
                <a:gd name="connsiteY0" fmla="*/ 0 h 562926"/>
                <a:gd name="connsiteX1" fmla="*/ 539078 w 539078"/>
                <a:gd name="connsiteY1" fmla="*/ 0 h 562926"/>
                <a:gd name="connsiteX2" fmla="*/ 539078 w 539078"/>
                <a:gd name="connsiteY2" fmla="*/ 562926 h 562926"/>
                <a:gd name="connsiteX3" fmla="*/ 451423 w 539078"/>
                <a:gd name="connsiteY3" fmla="*/ 554090 h 562926"/>
                <a:gd name="connsiteX4" fmla="*/ 0 w 539078"/>
                <a:gd name="connsiteY4" fmla="*/ 214 h 5629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078" h="562926">
                  <a:moveTo>
                    <a:pt x="22" y="0"/>
                  </a:moveTo>
                  <a:lnTo>
                    <a:pt x="539078" y="0"/>
                  </a:lnTo>
                  <a:lnTo>
                    <a:pt x="539078" y="562926"/>
                  </a:lnTo>
                  <a:lnTo>
                    <a:pt x="451423" y="554090"/>
                  </a:lnTo>
                  <a:cubicBezTo>
                    <a:pt x="193797" y="501372"/>
                    <a:pt x="0" y="273425"/>
                    <a:pt x="0" y="21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8" name="Freeform 40">
              <a:extLst>
                <a:ext uri="{FF2B5EF4-FFF2-40B4-BE49-F238E27FC236}">
                  <a16:creationId xmlns:a16="http://schemas.microsoft.com/office/drawing/2014/main" id="{E2A11AC1-65D6-254F-8C03-98312331D67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25976" y="0"/>
              <a:ext cx="1130725" cy="565362"/>
            </a:xfrm>
            <a:custGeom>
              <a:avLst/>
              <a:gdLst>
                <a:gd name="connsiteX0" fmla="*/ 0 w 1130725"/>
                <a:gd name="connsiteY0" fmla="*/ 0 h 565362"/>
                <a:gd name="connsiteX1" fmla="*/ 25420 w 1130725"/>
                <a:gd name="connsiteY1" fmla="*/ 0 h 565362"/>
                <a:gd name="connsiteX2" fmla="*/ 36369 w 1130725"/>
                <a:gd name="connsiteY2" fmla="*/ 108609 h 565362"/>
                <a:gd name="connsiteX3" fmla="*/ 565363 w 1130725"/>
                <a:gd name="connsiteY3" fmla="*/ 539750 h 565362"/>
                <a:gd name="connsiteX4" fmla="*/ 1094356 w 1130725"/>
                <a:gd name="connsiteY4" fmla="*/ 108609 h 565362"/>
                <a:gd name="connsiteX5" fmla="*/ 1105305 w 1130725"/>
                <a:gd name="connsiteY5" fmla="*/ 0 h 565362"/>
                <a:gd name="connsiteX6" fmla="*/ 1130725 w 1130725"/>
                <a:gd name="connsiteY6" fmla="*/ 0 h 565362"/>
                <a:gd name="connsiteX7" fmla="*/ 565363 w 1130725"/>
                <a:gd name="connsiteY7" fmla="*/ 565362 h 565362"/>
                <a:gd name="connsiteX8" fmla="*/ 0 w 1130725"/>
                <a:gd name="connsiteY8" fmla="*/ 0 h 5653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130725" h="565362">
                  <a:moveTo>
                    <a:pt x="0" y="0"/>
                  </a:moveTo>
                  <a:lnTo>
                    <a:pt x="25420" y="0"/>
                  </a:lnTo>
                  <a:lnTo>
                    <a:pt x="36369" y="108609"/>
                  </a:lnTo>
                  <a:cubicBezTo>
                    <a:pt x="86718" y="354660"/>
                    <a:pt x="304425" y="539750"/>
                    <a:pt x="565363" y="539750"/>
                  </a:cubicBezTo>
                  <a:cubicBezTo>
                    <a:pt x="826300" y="539750"/>
                    <a:pt x="1044007" y="354660"/>
                    <a:pt x="1094356" y="108609"/>
                  </a:cubicBezTo>
                  <a:lnTo>
                    <a:pt x="1105305" y="0"/>
                  </a:lnTo>
                  <a:lnTo>
                    <a:pt x="1130725" y="0"/>
                  </a:lnTo>
                  <a:cubicBezTo>
                    <a:pt x="1130725" y="312241"/>
                    <a:pt x="877604" y="565362"/>
                    <a:pt x="565363" y="565362"/>
                  </a:cubicBezTo>
                  <a:cubicBezTo>
                    <a:pt x="253121" y="565362"/>
                    <a:pt x="0" y="312241"/>
                    <a:pt x="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9" name="Freeform 41">
              <a:extLst>
                <a:ext uri="{FF2B5EF4-FFF2-40B4-BE49-F238E27FC236}">
                  <a16:creationId xmlns:a16="http://schemas.microsoft.com/office/drawing/2014/main" id="{3F2B5374-F243-F34E-BC5C-861BA70ECA9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90805" y="0"/>
              <a:ext cx="1130726" cy="565362"/>
            </a:xfrm>
            <a:custGeom>
              <a:avLst/>
              <a:gdLst>
                <a:gd name="connsiteX0" fmla="*/ 0 w 1130726"/>
                <a:gd name="connsiteY0" fmla="*/ 0 h 565362"/>
                <a:gd name="connsiteX1" fmla="*/ 25421 w 1130726"/>
                <a:gd name="connsiteY1" fmla="*/ 0 h 565362"/>
                <a:gd name="connsiteX2" fmla="*/ 36370 w 1130726"/>
                <a:gd name="connsiteY2" fmla="*/ 108609 h 565362"/>
                <a:gd name="connsiteX3" fmla="*/ 565364 w 1130726"/>
                <a:gd name="connsiteY3" fmla="*/ 539750 h 565362"/>
                <a:gd name="connsiteX4" fmla="*/ 1094357 w 1130726"/>
                <a:gd name="connsiteY4" fmla="*/ 108609 h 565362"/>
                <a:gd name="connsiteX5" fmla="*/ 1105306 w 1130726"/>
                <a:gd name="connsiteY5" fmla="*/ 0 h 565362"/>
                <a:gd name="connsiteX6" fmla="*/ 1130726 w 1130726"/>
                <a:gd name="connsiteY6" fmla="*/ 0 h 565362"/>
                <a:gd name="connsiteX7" fmla="*/ 565364 w 1130726"/>
                <a:gd name="connsiteY7" fmla="*/ 565362 h 565362"/>
                <a:gd name="connsiteX8" fmla="*/ 0 w 1130726"/>
                <a:gd name="connsiteY8" fmla="*/ 0 h 5653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130726" h="565362">
                  <a:moveTo>
                    <a:pt x="0" y="0"/>
                  </a:moveTo>
                  <a:lnTo>
                    <a:pt x="25421" y="0"/>
                  </a:lnTo>
                  <a:lnTo>
                    <a:pt x="36370" y="108609"/>
                  </a:lnTo>
                  <a:cubicBezTo>
                    <a:pt x="86719" y="354660"/>
                    <a:pt x="304426" y="539750"/>
                    <a:pt x="565364" y="539750"/>
                  </a:cubicBezTo>
                  <a:cubicBezTo>
                    <a:pt x="826301" y="539750"/>
                    <a:pt x="1044008" y="354660"/>
                    <a:pt x="1094357" y="108609"/>
                  </a:cubicBezTo>
                  <a:lnTo>
                    <a:pt x="1105306" y="0"/>
                  </a:lnTo>
                  <a:lnTo>
                    <a:pt x="1130726" y="0"/>
                  </a:lnTo>
                  <a:cubicBezTo>
                    <a:pt x="1130726" y="312241"/>
                    <a:pt x="877604" y="565362"/>
                    <a:pt x="565364" y="565362"/>
                  </a:cubicBezTo>
                  <a:cubicBezTo>
                    <a:pt x="253123" y="565362"/>
                    <a:pt x="0" y="312241"/>
                    <a:pt x="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0" name="Freeform 42">
              <a:extLst>
                <a:ext uri="{FF2B5EF4-FFF2-40B4-BE49-F238E27FC236}">
                  <a16:creationId xmlns:a16="http://schemas.microsoft.com/office/drawing/2014/main" id="{84DEF8D9-0016-6E40-A7C9-BF7C523F8B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5636" y="809288"/>
              <a:ext cx="536364" cy="1124878"/>
            </a:xfrm>
            <a:custGeom>
              <a:avLst/>
              <a:gdLst>
                <a:gd name="connsiteX0" fmla="*/ 536364 w 536364"/>
                <a:gd name="connsiteY0" fmla="*/ 0 h 1124878"/>
                <a:gd name="connsiteX1" fmla="*/ 536364 w 536364"/>
                <a:gd name="connsiteY1" fmla="*/ 25187 h 1124878"/>
                <a:gd name="connsiteX2" fmla="*/ 456541 w 536364"/>
                <a:gd name="connsiteY2" fmla="*/ 33233 h 1124878"/>
                <a:gd name="connsiteX3" fmla="*/ 25399 w 536364"/>
                <a:gd name="connsiteY3" fmla="*/ 562226 h 1124878"/>
                <a:gd name="connsiteX4" fmla="*/ 456541 w 536364"/>
                <a:gd name="connsiteY4" fmla="*/ 1091219 h 1124878"/>
                <a:gd name="connsiteX5" fmla="*/ 536364 w 536364"/>
                <a:gd name="connsiteY5" fmla="*/ 1099266 h 1124878"/>
                <a:gd name="connsiteX6" fmla="*/ 536364 w 536364"/>
                <a:gd name="connsiteY6" fmla="*/ 1124878 h 1124878"/>
                <a:gd name="connsiteX7" fmla="*/ 451423 w 536364"/>
                <a:gd name="connsiteY7" fmla="*/ 1116315 h 1124878"/>
                <a:gd name="connsiteX8" fmla="*/ 0 w 536364"/>
                <a:gd name="connsiteY8" fmla="*/ 562439 h 1124878"/>
                <a:gd name="connsiteX9" fmla="*/ 451423 w 536364"/>
                <a:gd name="connsiteY9" fmla="*/ 8563 h 11248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36364" h="1124878">
                  <a:moveTo>
                    <a:pt x="536364" y="0"/>
                  </a:moveTo>
                  <a:lnTo>
                    <a:pt x="536364" y="25187"/>
                  </a:lnTo>
                  <a:lnTo>
                    <a:pt x="456541" y="33233"/>
                  </a:lnTo>
                  <a:cubicBezTo>
                    <a:pt x="210489" y="83583"/>
                    <a:pt x="25399" y="301290"/>
                    <a:pt x="25399" y="562226"/>
                  </a:cubicBezTo>
                  <a:cubicBezTo>
                    <a:pt x="25399" y="823163"/>
                    <a:pt x="210489" y="1040870"/>
                    <a:pt x="456541" y="1091219"/>
                  </a:cubicBezTo>
                  <a:lnTo>
                    <a:pt x="536364" y="1099266"/>
                  </a:lnTo>
                  <a:lnTo>
                    <a:pt x="536364" y="1124878"/>
                  </a:lnTo>
                  <a:lnTo>
                    <a:pt x="451423" y="1116315"/>
                  </a:lnTo>
                  <a:cubicBezTo>
                    <a:pt x="193797" y="1063597"/>
                    <a:pt x="0" y="835650"/>
                    <a:pt x="0" y="562439"/>
                  </a:cubicBezTo>
                  <a:cubicBezTo>
                    <a:pt x="0" y="289228"/>
                    <a:pt x="193797" y="61281"/>
                    <a:pt x="451423" y="856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1" name="Freeform 43">
              <a:extLst>
                <a:ext uri="{FF2B5EF4-FFF2-40B4-BE49-F238E27FC236}">
                  <a16:creationId xmlns:a16="http://schemas.microsoft.com/office/drawing/2014/main" id="{7A87F92E-7BB7-CF40-B9F4-F6A76E4802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90805" y="2178092"/>
              <a:ext cx="1130726" cy="1130724"/>
            </a:xfrm>
            <a:custGeom>
              <a:avLst/>
              <a:gdLst>
                <a:gd name="connsiteX0" fmla="*/ 565363 w 1130726"/>
                <a:gd name="connsiteY0" fmla="*/ 25186 h 1130724"/>
                <a:gd name="connsiteX1" fmla="*/ 25399 w 1130726"/>
                <a:gd name="connsiteY1" fmla="*/ 565149 h 1130724"/>
                <a:gd name="connsiteX2" fmla="*/ 565363 w 1130726"/>
                <a:gd name="connsiteY2" fmla="*/ 1105112 h 1130724"/>
                <a:gd name="connsiteX3" fmla="*/ 1105327 w 1130726"/>
                <a:gd name="connsiteY3" fmla="*/ 565149 h 1130724"/>
                <a:gd name="connsiteX4" fmla="*/ 565363 w 1130726"/>
                <a:gd name="connsiteY4" fmla="*/ 25186 h 1130724"/>
                <a:gd name="connsiteX5" fmla="*/ 565363 w 1130726"/>
                <a:gd name="connsiteY5" fmla="*/ 0 h 1130724"/>
                <a:gd name="connsiteX6" fmla="*/ 1130726 w 1130726"/>
                <a:gd name="connsiteY6" fmla="*/ 565362 h 1130724"/>
                <a:gd name="connsiteX7" fmla="*/ 565363 w 1130726"/>
                <a:gd name="connsiteY7" fmla="*/ 1130724 h 1130724"/>
                <a:gd name="connsiteX8" fmla="*/ 0 w 1130726"/>
                <a:gd name="connsiteY8" fmla="*/ 565362 h 1130724"/>
                <a:gd name="connsiteX9" fmla="*/ 565363 w 1130726"/>
                <a:gd name="connsiteY9" fmla="*/ 0 h 11307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130726" h="1130724">
                  <a:moveTo>
                    <a:pt x="565363" y="25186"/>
                  </a:moveTo>
                  <a:cubicBezTo>
                    <a:pt x="267149" y="25186"/>
                    <a:pt x="25399" y="266936"/>
                    <a:pt x="25399" y="565149"/>
                  </a:cubicBezTo>
                  <a:cubicBezTo>
                    <a:pt x="25399" y="863362"/>
                    <a:pt x="267149" y="1105112"/>
                    <a:pt x="565363" y="1105112"/>
                  </a:cubicBezTo>
                  <a:cubicBezTo>
                    <a:pt x="863577" y="1105112"/>
                    <a:pt x="1105327" y="863362"/>
                    <a:pt x="1105327" y="565149"/>
                  </a:cubicBezTo>
                  <a:cubicBezTo>
                    <a:pt x="1105327" y="266936"/>
                    <a:pt x="863577" y="25186"/>
                    <a:pt x="565363" y="25186"/>
                  </a:cubicBezTo>
                  <a:close/>
                  <a:moveTo>
                    <a:pt x="565363" y="0"/>
                  </a:moveTo>
                  <a:cubicBezTo>
                    <a:pt x="877604" y="0"/>
                    <a:pt x="1130726" y="253121"/>
                    <a:pt x="1130726" y="565362"/>
                  </a:cubicBezTo>
                  <a:cubicBezTo>
                    <a:pt x="1130726" y="877603"/>
                    <a:pt x="877604" y="1130724"/>
                    <a:pt x="565363" y="1130724"/>
                  </a:cubicBezTo>
                  <a:cubicBezTo>
                    <a:pt x="253122" y="1130724"/>
                    <a:pt x="0" y="877603"/>
                    <a:pt x="0" y="565362"/>
                  </a:cubicBezTo>
                  <a:cubicBezTo>
                    <a:pt x="0" y="253121"/>
                    <a:pt x="253122" y="0"/>
                    <a:pt x="56536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2" name="Freeform 44">
              <a:extLst>
                <a:ext uri="{FF2B5EF4-FFF2-40B4-BE49-F238E27FC236}">
                  <a16:creationId xmlns:a16="http://schemas.microsoft.com/office/drawing/2014/main" id="{3956B80A-36C5-A84F-A57F-2264B346008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25974" y="806365"/>
              <a:ext cx="1130726" cy="1130724"/>
            </a:xfrm>
            <a:custGeom>
              <a:avLst/>
              <a:gdLst>
                <a:gd name="connsiteX0" fmla="*/ 565363 w 1130726"/>
                <a:gd name="connsiteY0" fmla="*/ 25186 h 1130724"/>
                <a:gd name="connsiteX1" fmla="*/ 25399 w 1130726"/>
                <a:gd name="connsiteY1" fmla="*/ 565149 h 1130724"/>
                <a:gd name="connsiteX2" fmla="*/ 565363 w 1130726"/>
                <a:gd name="connsiteY2" fmla="*/ 1105112 h 1130724"/>
                <a:gd name="connsiteX3" fmla="*/ 1105327 w 1130726"/>
                <a:gd name="connsiteY3" fmla="*/ 565149 h 1130724"/>
                <a:gd name="connsiteX4" fmla="*/ 565363 w 1130726"/>
                <a:gd name="connsiteY4" fmla="*/ 25186 h 1130724"/>
                <a:gd name="connsiteX5" fmla="*/ 565363 w 1130726"/>
                <a:gd name="connsiteY5" fmla="*/ 0 h 1130724"/>
                <a:gd name="connsiteX6" fmla="*/ 1130726 w 1130726"/>
                <a:gd name="connsiteY6" fmla="*/ 565362 h 1130724"/>
                <a:gd name="connsiteX7" fmla="*/ 565363 w 1130726"/>
                <a:gd name="connsiteY7" fmla="*/ 1130724 h 1130724"/>
                <a:gd name="connsiteX8" fmla="*/ 0 w 1130726"/>
                <a:gd name="connsiteY8" fmla="*/ 565362 h 1130724"/>
                <a:gd name="connsiteX9" fmla="*/ 565363 w 1130726"/>
                <a:gd name="connsiteY9" fmla="*/ 0 h 11307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130726" h="1130724">
                  <a:moveTo>
                    <a:pt x="565363" y="25186"/>
                  </a:moveTo>
                  <a:cubicBezTo>
                    <a:pt x="267149" y="25186"/>
                    <a:pt x="25399" y="266936"/>
                    <a:pt x="25399" y="565149"/>
                  </a:cubicBezTo>
                  <a:cubicBezTo>
                    <a:pt x="25399" y="863362"/>
                    <a:pt x="267149" y="1105112"/>
                    <a:pt x="565363" y="1105112"/>
                  </a:cubicBezTo>
                  <a:cubicBezTo>
                    <a:pt x="863577" y="1105112"/>
                    <a:pt x="1105327" y="863362"/>
                    <a:pt x="1105327" y="565149"/>
                  </a:cubicBezTo>
                  <a:cubicBezTo>
                    <a:pt x="1105327" y="266936"/>
                    <a:pt x="863577" y="25186"/>
                    <a:pt x="565363" y="25186"/>
                  </a:cubicBezTo>
                  <a:close/>
                  <a:moveTo>
                    <a:pt x="565363" y="0"/>
                  </a:moveTo>
                  <a:cubicBezTo>
                    <a:pt x="877604" y="0"/>
                    <a:pt x="1130726" y="253121"/>
                    <a:pt x="1130726" y="565362"/>
                  </a:cubicBezTo>
                  <a:cubicBezTo>
                    <a:pt x="1130726" y="877603"/>
                    <a:pt x="877604" y="1130724"/>
                    <a:pt x="565363" y="1130724"/>
                  </a:cubicBezTo>
                  <a:cubicBezTo>
                    <a:pt x="253122" y="1130724"/>
                    <a:pt x="0" y="877603"/>
                    <a:pt x="0" y="565362"/>
                  </a:cubicBezTo>
                  <a:cubicBezTo>
                    <a:pt x="0" y="253121"/>
                    <a:pt x="253122" y="0"/>
                    <a:pt x="56536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3" name="Freeform 45">
              <a:extLst>
                <a:ext uri="{FF2B5EF4-FFF2-40B4-BE49-F238E27FC236}">
                  <a16:creationId xmlns:a16="http://schemas.microsoft.com/office/drawing/2014/main" id="{F3F753EA-9ED0-B749-B25F-1D359659FB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90805" y="3549819"/>
              <a:ext cx="1130726" cy="1130724"/>
            </a:xfrm>
            <a:custGeom>
              <a:avLst/>
              <a:gdLst>
                <a:gd name="connsiteX0" fmla="*/ 565363 w 1130726"/>
                <a:gd name="connsiteY0" fmla="*/ 25186 h 1130724"/>
                <a:gd name="connsiteX1" fmla="*/ 25399 w 1130726"/>
                <a:gd name="connsiteY1" fmla="*/ 565149 h 1130724"/>
                <a:gd name="connsiteX2" fmla="*/ 565363 w 1130726"/>
                <a:gd name="connsiteY2" fmla="*/ 1105112 h 1130724"/>
                <a:gd name="connsiteX3" fmla="*/ 1105327 w 1130726"/>
                <a:gd name="connsiteY3" fmla="*/ 565149 h 1130724"/>
                <a:gd name="connsiteX4" fmla="*/ 565363 w 1130726"/>
                <a:gd name="connsiteY4" fmla="*/ 25186 h 1130724"/>
                <a:gd name="connsiteX5" fmla="*/ 565363 w 1130726"/>
                <a:gd name="connsiteY5" fmla="*/ 0 h 1130724"/>
                <a:gd name="connsiteX6" fmla="*/ 1130726 w 1130726"/>
                <a:gd name="connsiteY6" fmla="*/ 565362 h 1130724"/>
                <a:gd name="connsiteX7" fmla="*/ 565363 w 1130726"/>
                <a:gd name="connsiteY7" fmla="*/ 1130724 h 1130724"/>
                <a:gd name="connsiteX8" fmla="*/ 0 w 1130726"/>
                <a:gd name="connsiteY8" fmla="*/ 565362 h 1130724"/>
                <a:gd name="connsiteX9" fmla="*/ 565363 w 1130726"/>
                <a:gd name="connsiteY9" fmla="*/ 0 h 11307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130726" h="1130724">
                  <a:moveTo>
                    <a:pt x="565363" y="25186"/>
                  </a:moveTo>
                  <a:cubicBezTo>
                    <a:pt x="267149" y="25186"/>
                    <a:pt x="25399" y="266936"/>
                    <a:pt x="25399" y="565149"/>
                  </a:cubicBezTo>
                  <a:cubicBezTo>
                    <a:pt x="25399" y="863362"/>
                    <a:pt x="267149" y="1105112"/>
                    <a:pt x="565363" y="1105112"/>
                  </a:cubicBezTo>
                  <a:cubicBezTo>
                    <a:pt x="863577" y="1105112"/>
                    <a:pt x="1105327" y="863362"/>
                    <a:pt x="1105327" y="565149"/>
                  </a:cubicBezTo>
                  <a:cubicBezTo>
                    <a:pt x="1105327" y="266936"/>
                    <a:pt x="863577" y="25186"/>
                    <a:pt x="565363" y="25186"/>
                  </a:cubicBezTo>
                  <a:close/>
                  <a:moveTo>
                    <a:pt x="565363" y="0"/>
                  </a:moveTo>
                  <a:cubicBezTo>
                    <a:pt x="877604" y="0"/>
                    <a:pt x="1130726" y="253121"/>
                    <a:pt x="1130726" y="565362"/>
                  </a:cubicBezTo>
                  <a:cubicBezTo>
                    <a:pt x="1130726" y="877603"/>
                    <a:pt x="877604" y="1130724"/>
                    <a:pt x="565363" y="1130724"/>
                  </a:cubicBezTo>
                  <a:cubicBezTo>
                    <a:pt x="253122" y="1130724"/>
                    <a:pt x="0" y="877603"/>
                    <a:pt x="0" y="565362"/>
                  </a:cubicBezTo>
                  <a:cubicBezTo>
                    <a:pt x="0" y="253121"/>
                    <a:pt x="253122" y="0"/>
                    <a:pt x="56536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4" name="Freeform 46">
              <a:extLst>
                <a:ext uri="{FF2B5EF4-FFF2-40B4-BE49-F238E27FC236}">
                  <a16:creationId xmlns:a16="http://schemas.microsoft.com/office/drawing/2014/main" id="{4C348B07-3AA5-3142-A06C-D2FAA39227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5636" y="4924471"/>
              <a:ext cx="536364" cy="1124877"/>
            </a:xfrm>
            <a:custGeom>
              <a:avLst/>
              <a:gdLst>
                <a:gd name="connsiteX0" fmla="*/ 536364 w 536364"/>
                <a:gd name="connsiteY0" fmla="*/ 0 h 1124877"/>
                <a:gd name="connsiteX1" fmla="*/ 536364 w 536364"/>
                <a:gd name="connsiteY1" fmla="*/ 25186 h 1124877"/>
                <a:gd name="connsiteX2" fmla="*/ 456541 w 536364"/>
                <a:gd name="connsiteY2" fmla="*/ 33232 h 1124877"/>
                <a:gd name="connsiteX3" fmla="*/ 25399 w 536364"/>
                <a:gd name="connsiteY3" fmla="*/ 562225 h 1124877"/>
                <a:gd name="connsiteX4" fmla="*/ 456541 w 536364"/>
                <a:gd name="connsiteY4" fmla="*/ 1091218 h 1124877"/>
                <a:gd name="connsiteX5" fmla="*/ 536364 w 536364"/>
                <a:gd name="connsiteY5" fmla="*/ 1099265 h 1124877"/>
                <a:gd name="connsiteX6" fmla="*/ 536364 w 536364"/>
                <a:gd name="connsiteY6" fmla="*/ 1124877 h 1124877"/>
                <a:gd name="connsiteX7" fmla="*/ 451423 w 536364"/>
                <a:gd name="connsiteY7" fmla="*/ 1116314 h 1124877"/>
                <a:gd name="connsiteX8" fmla="*/ 0 w 536364"/>
                <a:gd name="connsiteY8" fmla="*/ 562438 h 1124877"/>
                <a:gd name="connsiteX9" fmla="*/ 451423 w 536364"/>
                <a:gd name="connsiteY9" fmla="*/ 8562 h 11248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36364" h="1124877">
                  <a:moveTo>
                    <a:pt x="536364" y="0"/>
                  </a:moveTo>
                  <a:lnTo>
                    <a:pt x="536364" y="25186"/>
                  </a:lnTo>
                  <a:lnTo>
                    <a:pt x="456541" y="33232"/>
                  </a:lnTo>
                  <a:cubicBezTo>
                    <a:pt x="210489" y="83582"/>
                    <a:pt x="25399" y="301289"/>
                    <a:pt x="25399" y="562225"/>
                  </a:cubicBezTo>
                  <a:cubicBezTo>
                    <a:pt x="25399" y="823162"/>
                    <a:pt x="210489" y="1040869"/>
                    <a:pt x="456541" y="1091218"/>
                  </a:cubicBezTo>
                  <a:lnTo>
                    <a:pt x="536364" y="1099265"/>
                  </a:lnTo>
                  <a:lnTo>
                    <a:pt x="536364" y="1124877"/>
                  </a:lnTo>
                  <a:lnTo>
                    <a:pt x="451423" y="1116314"/>
                  </a:lnTo>
                  <a:cubicBezTo>
                    <a:pt x="193797" y="1063596"/>
                    <a:pt x="0" y="835649"/>
                    <a:pt x="0" y="562438"/>
                  </a:cubicBezTo>
                  <a:cubicBezTo>
                    <a:pt x="0" y="289227"/>
                    <a:pt x="193797" y="61280"/>
                    <a:pt x="451423" y="856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5" name="Freeform 47">
              <a:extLst>
                <a:ext uri="{FF2B5EF4-FFF2-40B4-BE49-F238E27FC236}">
                  <a16:creationId xmlns:a16="http://schemas.microsoft.com/office/drawing/2014/main" id="{C3ED9540-E9D6-9D41-994B-55874068AF7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90869" y="6293274"/>
              <a:ext cx="1130598" cy="564727"/>
            </a:xfrm>
            <a:custGeom>
              <a:avLst/>
              <a:gdLst>
                <a:gd name="connsiteX0" fmla="*/ 565300 w 1130598"/>
                <a:gd name="connsiteY0" fmla="*/ 0 h 564727"/>
                <a:gd name="connsiteX1" fmla="*/ 1119176 w 1130598"/>
                <a:gd name="connsiteY1" fmla="*/ 451422 h 564727"/>
                <a:gd name="connsiteX2" fmla="*/ 1130598 w 1130598"/>
                <a:gd name="connsiteY2" fmla="*/ 564727 h 564727"/>
                <a:gd name="connsiteX3" fmla="*/ 1105221 w 1130598"/>
                <a:gd name="connsiteY3" fmla="*/ 564727 h 564727"/>
                <a:gd name="connsiteX4" fmla="*/ 1094293 w 1130598"/>
                <a:gd name="connsiteY4" fmla="*/ 456328 h 564727"/>
                <a:gd name="connsiteX5" fmla="*/ 565300 w 1130598"/>
                <a:gd name="connsiteY5" fmla="*/ 25186 h 564727"/>
                <a:gd name="connsiteX6" fmla="*/ 36306 w 1130598"/>
                <a:gd name="connsiteY6" fmla="*/ 456328 h 564727"/>
                <a:gd name="connsiteX7" fmla="*/ 25378 w 1130598"/>
                <a:gd name="connsiteY7" fmla="*/ 564727 h 564727"/>
                <a:gd name="connsiteX8" fmla="*/ 0 w 1130598"/>
                <a:gd name="connsiteY8" fmla="*/ 564727 h 564727"/>
                <a:gd name="connsiteX9" fmla="*/ 11423 w 1130598"/>
                <a:gd name="connsiteY9" fmla="*/ 451422 h 564727"/>
                <a:gd name="connsiteX10" fmla="*/ 565300 w 1130598"/>
                <a:gd name="connsiteY10" fmla="*/ 0 h 5647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30598" h="564727">
                  <a:moveTo>
                    <a:pt x="565300" y="0"/>
                  </a:moveTo>
                  <a:cubicBezTo>
                    <a:pt x="838510" y="0"/>
                    <a:pt x="1066458" y="193796"/>
                    <a:pt x="1119176" y="451422"/>
                  </a:cubicBezTo>
                  <a:lnTo>
                    <a:pt x="1130598" y="564727"/>
                  </a:lnTo>
                  <a:lnTo>
                    <a:pt x="1105221" y="564727"/>
                  </a:lnTo>
                  <a:lnTo>
                    <a:pt x="1094293" y="456328"/>
                  </a:lnTo>
                  <a:cubicBezTo>
                    <a:pt x="1043944" y="210276"/>
                    <a:pt x="826237" y="25186"/>
                    <a:pt x="565300" y="25186"/>
                  </a:cubicBezTo>
                  <a:cubicBezTo>
                    <a:pt x="304362" y="25186"/>
                    <a:pt x="86655" y="210276"/>
                    <a:pt x="36306" y="456328"/>
                  </a:cubicBezTo>
                  <a:lnTo>
                    <a:pt x="25378" y="564727"/>
                  </a:lnTo>
                  <a:lnTo>
                    <a:pt x="0" y="564727"/>
                  </a:lnTo>
                  <a:lnTo>
                    <a:pt x="11423" y="451422"/>
                  </a:lnTo>
                  <a:cubicBezTo>
                    <a:pt x="64141" y="193796"/>
                    <a:pt x="292089" y="0"/>
                    <a:pt x="56530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95741014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EB46B8FB-F6A2-5F47-A6CD-A7E17E6927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201388" y="0"/>
            <a:ext cx="5990612" cy="6858001"/>
            <a:chOff x="6201388" y="0"/>
            <a:chExt cx="5990612" cy="6858001"/>
          </a:xfrm>
        </p:grpSpPr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419BDE93-3EC2-4E4D-BC0B-417378F49ED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1388" y="3549396"/>
              <a:ext cx="1130725" cy="1130724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Freeform 46">
              <a:extLst>
                <a:ext uri="{FF2B5EF4-FFF2-40B4-BE49-F238E27FC236}">
                  <a16:creationId xmlns:a16="http://schemas.microsoft.com/office/drawing/2014/main" id="{FE21F82F-1EE5-8240-97F8-387DF0253FC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1389" y="1"/>
              <a:ext cx="1130725" cy="565575"/>
            </a:xfrm>
            <a:custGeom>
              <a:avLst/>
              <a:gdLst>
                <a:gd name="connsiteX0" fmla="*/ 21 w 1130725"/>
                <a:gd name="connsiteY0" fmla="*/ 0 h 565575"/>
                <a:gd name="connsiteX1" fmla="*/ 1130704 w 1130725"/>
                <a:gd name="connsiteY1" fmla="*/ 0 h 565575"/>
                <a:gd name="connsiteX2" fmla="*/ 1130725 w 1130725"/>
                <a:gd name="connsiteY2" fmla="*/ 213 h 565575"/>
                <a:gd name="connsiteX3" fmla="*/ 565362 w 1130725"/>
                <a:gd name="connsiteY3" fmla="*/ 565575 h 565575"/>
                <a:gd name="connsiteX4" fmla="*/ 0 w 1130725"/>
                <a:gd name="connsiteY4" fmla="*/ 213 h 565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5" h="565575">
                  <a:moveTo>
                    <a:pt x="21" y="0"/>
                  </a:moveTo>
                  <a:lnTo>
                    <a:pt x="1130704" y="0"/>
                  </a:lnTo>
                  <a:lnTo>
                    <a:pt x="1130725" y="213"/>
                  </a:lnTo>
                  <a:cubicBezTo>
                    <a:pt x="1130725" y="312454"/>
                    <a:pt x="877604" y="565575"/>
                    <a:pt x="565362" y="565575"/>
                  </a:cubicBezTo>
                  <a:cubicBezTo>
                    <a:pt x="253121" y="565575"/>
                    <a:pt x="0" y="312454"/>
                    <a:pt x="0" y="213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0" name="Freeform 48">
              <a:extLst>
                <a:ext uri="{FF2B5EF4-FFF2-40B4-BE49-F238E27FC236}">
                  <a16:creationId xmlns:a16="http://schemas.microsoft.com/office/drawing/2014/main" id="{AE1903E3-6B5F-6B4C-9A1F-62628A050AE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564255" y="6292426"/>
              <a:ext cx="1130723" cy="565575"/>
            </a:xfrm>
            <a:custGeom>
              <a:avLst/>
              <a:gdLst>
                <a:gd name="connsiteX0" fmla="*/ 565362 w 1130723"/>
                <a:gd name="connsiteY0" fmla="*/ 0 h 565575"/>
                <a:gd name="connsiteX1" fmla="*/ 1130723 w 1130723"/>
                <a:gd name="connsiteY1" fmla="*/ 565362 h 565575"/>
                <a:gd name="connsiteX2" fmla="*/ 1130702 w 1130723"/>
                <a:gd name="connsiteY2" fmla="*/ 565575 h 565575"/>
                <a:gd name="connsiteX3" fmla="*/ 21 w 1130723"/>
                <a:gd name="connsiteY3" fmla="*/ 565575 h 565575"/>
                <a:gd name="connsiteX4" fmla="*/ 0 w 1130723"/>
                <a:gd name="connsiteY4" fmla="*/ 565362 h 565575"/>
                <a:gd name="connsiteX5" fmla="*/ 565362 w 1130723"/>
                <a:gd name="connsiteY5" fmla="*/ 0 h 565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30723" h="565575">
                  <a:moveTo>
                    <a:pt x="565362" y="0"/>
                  </a:moveTo>
                  <a:cubicBezTo>
                    <a:pt x="877602" y="0"/>
                    <a:pt x="1130723" y="253121"/>
                    <a:pt x="1130723" y="565362"/>
                  </a:cubicBezTo>
                  <a:lnTo>
                    <a:pt x="1130702" y="565575"/>
                  </a:lnTo>
                  <a:lnTo>
                    <a:pt x="21" y="565575"/>
                  </a:lnTo>
                  <a:lnTo>
                    <a:pt x="0" y="565362"/>
                  </a:lnTo>
                  <a:cubicBezTo>
                    <a:pt x="0" y="253121"/>
                    <a:pt x="253120" y="0"/>
                    <a:pt x="565362" y="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F7C55863-3B37-0743-B001-1A970033FB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564253" y="3549396"/>
              <a:ext cx="1130725" cy="1130724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932B4C24-3A58-924C-B79A-D961EF7C2C4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564253" y="2177881"/>
              <a:ext cx="1130725" cy="1130724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21EF52E0-D2CF-544F-93A6-4D7B45A0483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564253" y="806366"/>
              <a:ext cx="1130725" cy="1130724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Freeform 63">
              <a:extLst>
                <a:ext uri="{FF2B5EF4-FFF2-40B4-BE49-F238E27FC236}">
                  <a16:creationId xmlns:a16="http://schemas.microsoft.com/office/drawing/2014/main" id="{6966CFE5-1C8C-2E4F-9B2D-A8438F5A532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564254" y="1"/>
              <a:ext cx="1130725" cy="565575"/>
            </a:xfrm>
            <a:custGeom>
              <a:avLst/>
              <a:gdLst>
                <a:gd name="connsiteX0" fmla="*/ 21 w 1130725"/>
                <a:gd name="connsiteY0" fmla="*/ 0 h 565575"/>
                <a:gd name="connsiteX1" fmla="*/ 1130704 w 1130725"/>
                <a:gd name="connsiteY1" fmla="*/ 0 h 565575"/>
                <a:gd name="connsiteX2" fmla="*/ 1130725 w 1130725"/>
                <a:gd name="connsiteY2" fmla="*/ 213 h 565575"/>
                <a:gd name="connsiteX3" fmla="*/ 565363 w 1130725"/>
                <a:gd name="connsiteY3" fmla="*/ 565575 h 565575"/>
                <a:gd name="connsiteX4" fmla="*/ 0 w 1130725"/>
                <a:gd name="connsiteY4" fmla="*/ 213 h 565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5" h="565575">
                  <a:moveTo>
                    <a:pt x="21" y="0"/>
                  </a:moveTo>
                  <a:lnTo>
                    <a:pt x="1130704" y="0"/>
                  </a:lnTo>
                  <a:lnTo>
                    <a:pt x="1130725" y="213"/>
                  </a:lnTo>
                  <a:cubicBezTo>
                    <a:pt x="1130725" y="312454"/>
                    <a:pt x="877603" y="565575"/>
                    <a:pt x="565363" y="565575"/>
                  </a:cubicBezTo>
                  <a:cubicBezTo>
                    <a:pt x="253121" y="565575"/>
                    <a:pt x="0" y="312454"/>
                    <a:pt x="0" y="213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5" name="Freeform 64">
              <a:extLst>
                <a:ext uri="{FF2B5EF4-FFF2-40B4-BE49-F238E27FC236}">
                  <a16:creationId xmlns:a16="http://schemas.microsoft.com/office/drawing/2014/main" id="{9FD29EF3-A5B2-554A-A307-6BE1BCE8AF0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27118" y="6292426"/>
              <a:ext cx="1130724" cy="565575"/>
            </a:xfrm>
            <a:custGeom>
              <a:avLst/>
              <a:gdLst>
                <a:gd name="connsiteX0" fmla="*/ 565362 w 1130724"/>
                <a:gd name="connsiteY0" fmla="*/ 0 h 565575"/>
                <a:gd name="connsiteX1" fmla="*/ 1130724 w 1130724"/>
                <a:gd name="connsiteY1" fmla="*/ 565362 h 565575"/>
                <a:gd name="connsiteX2" fmla="*/ 1130703 w 1130724"/>
                <a:gd name="connsiteY2" fmla="*/ 565575 h 565575"/>
                <a:gd name="connsiteX3" fmla="*/ 22 w 1130724"/>
                <a:gd name="connsiteY3" fmla="*/ 565575 h 565575"/>
                <a:gd name="connsiteX4" fmla="*/ 0 w 1130724"/>
                <a:gd name="connsiteY4" fmla="*/ 565362 h 565575"/>
                <a:gd name="connsiteX5" fmla="*/ 565362 w 1130724"/>
                <a:gd name="connsiteY5" fmla="*/ 0 h 565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30724" h="565575">
                  <a:moveTo>
                    <a:pt x="565362" y="0"/>
                  </a:moveTo>
                  <a:cubicBezTo>
                    <a:pt x="877603" y="0"/>
                    <a:pt x="1130724" y="253121"/>
                    <a:pt x="1130724" y="565362"/>
                  </a:cubicBezTo>
                  <a:lnTo>
                    <a:pt x="1130703" y="565575"/>
                  </a:lnTo>
                  <a:lnTo>
                    <a:pt x="22" y="565575"/>
                  </a:lnTo>
                  <a:lnTo>
                    <a:pt x="0" y="565362"/>
                  </a:lnTo>
                  <a:cubicBezTo>
                    <a:pt x="0" y="253121"/>
                    <a:pt x="253121" y="0"/>
                    <a:pt x="56536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AC1ECAD8-0CF2-934D-AA1E-C108208CDE6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27118" y="4920911"/>
              <a:ext cx="1130725" cy="1130724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DB14DED1-3A58-8C4D-902E-2A9F34043F6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27118" y="3549396"/>
              <a:ext cx="1130725" cy="1130724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65D65157-5719-0341-A807-A8956595FB4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27118" y="2177881"/>
              <a:ext cx="1130725" cy="1130724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A7F23F74-B777-2A4C-8EF9-E798880D59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27118" y="806366"/>
              <a:ext cx="1130725" cy="1130724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Freeform 70">
              <a:extLst>
                <a:ext uri="{FF2B5EF4-FFF2-40B4-BE49-F238E27FC236}">
                  <a16:creationId xmlns:a16="http://schemas.microsoft.com/office/drawing/2014/main" id="{E3B9A050-0AE1-1D4B-A2AC-6EEF64B106D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27117" y="0"/>
              <a:ext cx="1130726" cy="565576"/>
            </a:xfrm>
            <a:custGeom>
              <a:avLst/>
              <a:gdLst>
                <a:gd name="connsiteX0" fmla="*/ 22 w 1130726"/>
                <a:gd name="connsiteY0" fmla="*/ 0 h 565576"/>
                <a:gd name="connsiteX1" fmla="*/ 1130704 w 1130726"/>
                <a:gd name="connsiteY1" fmla="*/ 0 h 565576"/>
                <a:gd name="connsiteX2" fmla="*/ 1130726 w 1130726"/>
                <a:gd name="connsiteY2" fmla="*/ 214 h 565576"/>
                <a:gd name="connsiteX3" fmla="*/ 565363 w 1130726"/>
                <a:gd name="connsiteY3" fmla="*/ 565576 h 565576"/>
                <a:gd name="connsiteX4" fmla="*/ 0 w 1130726"/>
                <a:gd name="connsiteY4" fmla="*/ 214 h 5655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6" h="565576">
                  <a:moveTo>
                    <a:pt x="22" y="0"/>
                  </a:moveTo>
                  <a:lnTo>
                    <a:pt x="1130704" y="0"/>
                  </a:lnTo>
                  <a:lnTo>
                    <a:pt x="1130726" y="214"/>
                  </a:lnTo>
                  <a:cubicBezTo>
                    <a:pt x="1130726" y="312455"/>
                    <a:pt x="877604" y="565576"/>
                    <a:pt x="565363" y="565576"/>
                  </a:cubicBezTo>
                  <a:cubicBezTo>
                    <a:pt x="253122" y="565576"/>
                    <a:pt x="0" y="312455"/>
                    <a:pt x="0" y="21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1" name="Freeform 71">
              <a:extLst>
                <a:ext uri="{FF2B5EF4-FFF2-40B4-BE49-F238E27FC236}">
                  <a16:creationId xmlns:a16="http://schemas.microsoft.com/office/drawing/2014/main" id="{C424FE38-F803-8D47-BF56-1B18EC2B1F0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89984" y="6292426"/>
              <a:ext cx="1130724" cy="565575"/>
            </a:xfrm>
            <a:custGeom>
              <a:avLst/>
              <a:gdLst>
                <a:gd name="connsiteX0" fmla="*/ 565362 w 1130724"/>
                <a:gd name="connsiteY0" fmla="*/ 0 h 565575"/>
                <a:gd name="connsiteX1" fmla="*/ 1130724 w 1130724"/>
                <a:gd name="connsiteY1" fmla="*/ 565362 h 565575"/>
                <a:gd name="connsiteX2" fmla="*/ 1130703 w 1130724"/>
                <a:gd name="connsiteY2" fmla="*/ 565575 h 565575"/>
                <a:gd name="connsiteX3" fmla="*/ 21 w 1130724"/>
                <a:gd name="connsiteY3" fmla="*/ 565575 h 565575"/>
                <a:gd name="connsiteX4" fmla="*/ 0 w 1130724"/>
                <a:gd name="connsiteY4" fmla="*/ 565362 h 565575"/>
                <a:gd name="connsiteX5" fmla="*/ 565362 w 1130724"/>
                <a:gd name="connsiteY5" fmla="*/ 0 h 565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30724" h="565575">
                  <a:moveTo>
                    <a:pt x="565362" y="0"/>
                  </a:moveTo>
                  <a:cubicBezTo>
                    <a:pt x="877603" y="0"/>
                    <a:pt x="1130724" y="253121"/>
                    <a:pt x="1130724" y="565362"/>
                  </a:cubicBezTo>
                  <a:lnTo>
                    <a:pt x="1130703" y="565575"/>
                  </a:lnTo>
                  <a:lnTo>
                    <a:pt x="21" y="565575"/>
                  </a:lnTo>
                  <a:lnTo>
                    <a:pt x="0" y="565362"/>
                  </a:lnTo>
                  <a:cubicBezTo>
                    <a:pt x="0" y="253121"/>
                    <a:pt x="253121" y="0"/>
                    <a:pt x="565362" y="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E37187F2-9212-0641-97D0-1ACD50B748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89984" y="4920911"/>
              <a:ext cx="1130725" cy="1130724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C760C651-2AC4-564E-BEAA-AB7FAFE7F7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89984" y="3549396"/>
              <a:ext cx="1130725" cy="1130724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58B0A1B8-5BA3-3548-9511-B4904D0526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89984" y="806366"/>
              <a:ext cx="1130725" cy="1130724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Freeform 75">
              <a:extLst>
                <a:ext uri="{FF2B5EF4-FFF2-40B4-BE49-F238E27FC236}">
                  <a16:creationId xmlns:a16="http://schemas.microsoft.com/office/drawing/2014/main" id="{424CD779-EE9A-214D-9488-767327E373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89983" y="0"/>
              <a:ext cx="1130726" cy="565576"/>
            </a:xfrm>
            <a:custGeom>
              <a:avLst/>
              <a:gdLst>
                <a:gd name="connsiteX0" fmla="*/ 21 w 1130726"/>
                <a:gd name="connsiteY0" fmla="*/ 0 h 565576"/>
                <a:gd name="connsiteX1" fmla="*/ 1130704 w 1130726"/>
                <a:gd name="connsiteY1" fmla="*/ 0 h 565576"/>
                <a:gd name="connsiteX2" fmla="*/ 1130726 w 1130726"/>
                <a:gd name="connsiteY2" fmla="*/ 214 h 565576"/>
                <a:gd name="connsiteX3" fmla="*/ 565363 w 1130726"/>
                <a:gd name="connsiteY3" fmla="*/ 565576 h 565576"/>
                <a:gd name="connsiteX4" fmla="*/ 0 w 1130726"/>
                <a:gd name="connsiteY4" fmla="*/ 214 h 5655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6" h="565576">
                  <a:moveTo>
                    <a:pt x="21" y="0"/>
                  </a:moveTo>
                  <a:lnTo>
                    <a:pt x="1130704" y="0"/>
                  </a:lnTo>
                  <a:lnTo>
                    <a:pt x="1130726" y="214"/>
                  </a:lnTo>
                  <a:cubicBezTo>
                    <a:pt x="1130726" y="312455"/>
                    <a:pt x="877604" y="565576"/>
                    <a:pt x="565363" y="565576"/>
                  </a:cubicBezTo>
                  <a:cubicBezTo>
                    <a:pt x="253122" y="565576"/>
                    <a:pt x="0" y="312455"/>
                    <a:pt x="0" y="214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6" name="Freeform 76">
              <a:extLst>
                <a:ext uri="{FF2B5EF4-FFF2-40B4-BE49-F238E27FC236}">
                  <a16:creationId xmlns:a16="http://schemas.microsoft.com/office/drawing/2014/main" id="{630D08C6-9EFB-8540-875F-2A55DED2AA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2854" y="6295069"/>
              <a:ext cx="539146" cy="562931"/>
            </a:xfrm>
            <a:custGeom>
              <a:avLst/>
              <a:gdLst>
                <a:gd name="connsiteX0" fmla="*/ 539146 w 539146"/>
                <a:gd name="connsiteY0" fmla="*/ 0 h 562931"/>
                <a:gd name="connsiteX1" fmla="*/ 539146 w 539146"/>
                <a:gd name="connsiteY1" fmla="*/ 562931 h 562931"/>
                <a:gd name="connsiteX2" fmla="*/ 21 w 539146"/>
                <a:gd name="connsiteY2" fmla="*/ 562931 h 562931"/>
                <a:gd name="connsiteX3" fmla="*/ 0 w 539146"/>
                <a:gd name="connsiteY3" fmla="*/ 562719 h 562931"/>
                <a:gd name="connsiteX4" fmla="*/ 451422 w 539146"/>
                <a:gd name="connsiteY4" fmla="*/ 8843 h 5629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6" h="562931">
                  <a:moveTo>
                    <a:pt x="539146" y="0"/>
                  </a:moveTo>
                  <a:lnTo>
                    <a:pt x="539146" y="562931"/>
                  </a:lnTo>
                  <a:lnTo>
                    <a:pt x="21" y="562931"/>
                  </a:lnTo>
                  <a:lnTo>
                    <a:pt x="0" y="562719"/>
                  </a:lnTo>
                  <a:cubicBezTo>
                    <a:pt x="0" y="289508"/>
                    <a:pt x="193796" y="61561"/>
                    <a:pt x="451422" y="8843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7" name="Freeform 77">
              <a:extLst>
                <a:ext uri="{FF2B5EF4-FFF2-40B4-BE49-F238E27FC236}">
                  <a16:creationId xmlns:a16="http://schemas.microsoft.com/office/drawing/2014/main" id="{D7E8DA86-1294-4641-9C52-6E153150641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2853" y="4923555"/>
              <a:ext cx="539147" cy="1125439"/>
            </a:xfrm>
            <a:custGeom>
              <a:avLst/>
              <a:gdLst>
                <a:gd name="connsiteX0" fmla="*/ 539147 w 539147"/>
                <a:gd name="connsiteY0" fmla="*/ 0 h 1125439"/>
                <a:gd name="connsiteX1" fmla="*/ 539147 w 539147"/>
                <a:gd name="connsiteY1" fmla="*/ 1125439 h 1125439"/>
                <a:gd name="connsiteX2" fmla="*/ 451423 w 539147"/>
                <a:gd name="connsiteY2" fmla="*/ 1116595 h 1125439"/>
                <a:gd name="connsiteX3" fmla="*/ 0 w 539147"/>
                <a:gd name="connsiteY3" fmla="*/ 562719 h 1125439"/>
                <a:gd name="connsiteX4" fmla="*/ 451423 w 539147"/>
                <a:gd name="connsiteY4" fmla="*/ 8843 h 1125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7" h="1125439">
                  <a:moveTo>
                    <a:pt x="539147" y="0"/>
                  </a:moveTo>
                  <a:lnTo>
                    <a:pt x="539147" y="1125439"/>
                  </a:lnTo>
                  <a:lnTo>
                    <a:pt x="451423" y="1116595"/>
                  </a:lnTo>
                  <a:cubicBezTo>
                    <a:pt x="193797" y="1063877"/>
                    <a:pt x="0" y="835930"/>
                    <a:pt x="0" y="562719"/>
                  </a:cubicBezTo>
                  <a:cubicBezTo>
                    <a:pt x="0" y="289508"/>
                    <a:pt x="193797" y="61561"/>
                    <a:pt x="451423" y="884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8" name="Freeform 78">
              <a:extLst>
                <a:ext uri="{FF2B5EF4-FFF2-40B4-BE49-F238E27FC236}">
                  <a16:creationId xmlns:a16="http://schemas.microsoft.com/office/drawing/2014/main" id="{011063C9-2A43-3348-A018-F27FACAA778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2853" y="3552039"/>
              <a:ext cx="539147" cy="1125438"/>
            </a:xfrm>
            <a:custGeom>
              <a:avLst/>
              <a:gdLst>
                <a:gd name="connsiteX0" fmla="*/ 539147 w 539147"/>
                <a:gd name="connsiteY0" fmla="*/ 0 h 1125438"/>
                <a:gd name="connsiteX1" fmla="*/ 539147 w 539147"/>
                <a:gd name="connsiteY1" fmla="*/ 1125438 h 1125438"/>
                <a:gd name="connsiteX2" fmla="*/ 451423 w 539147"/>
                <a:gd name="connsiteY2" fmla="*/ 1116595 h 1125438"/>
                <a:gd name="connsiteX3" fmla="*/ 0 w 539147"/>
                <a:gd name="connsiteY3" fmla="*/ 562719 h 1125438"/>
                <a:gd name="connsiteX4" fmla="*/ 451423 w 539147"/>
                <a:gd name="connsiteY4" fmla="*/ 8843 h 1125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7" h="1125438">
                  <a:moveTo>
                    <a:pt x="539147" y="0"/>
                  </a:moveTo>
                  <a:lnTo>
                    <a:pt x="539147" y="1125438"/>
                  </a:lnTo>
                  <a:lnTo>
                    <a:pt x="451423" y="1116595"/>
                  </a:lnTo>
                  <a:cubicBezTo>
                    <a:pt x="193797" y="1063877"/>
                    <a:pt x="0" y="835930"/>
                    <a:pt x="0" y="562719"/>
                  </a:cubicBezTo>
                  <a:cubicBezTo>
                    <a:pt x="0" y="289508"/>
                    <a:pt x="193797" y="61561"/>
                    <a:pt x="451423" y="8843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9" name="Freeform 79">
              <a:extLst>
                <a:ext uri="{FF2B5EF4-FFF2-40B4-BE49-F238E27FC236}">
                  <a16:creationId xmlns:a16="http://schemas.microsoft.com/office/drawing/2014/main" id="{EE85C7DE-D965-244F-BD95-3A05FF4AAC6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2853" y="2180524"/>
              <a:ext cx="539147" cy="1125438"/>
            </a:xfrm>
            <a:custGeom>
              <a:avLst/>
              <a:gdLst>
                <a:gd name="connsiteX0" fmla="*/ 539147 w 539147"/>
                <a:gd name="connsiteY0" fmla="*/ 0 h 1125438"/>
                <a:gd name="connsiteX1" fmla="*/ 539147 w 539147"/>
                <a:gd name="connsiteY1" fmla="*/ 1125438 h 1125438"/>
                <a:gd name="connsiteX2" fmla="*/ 451423 w 539147"/>
                <a:gd name="connsiteY2" fmla="*/ 1116595 h 1125438"/>
                <a:gd name="connsiteX3" fmla="*/ 0 w 539147"/>
                <a:gd name="connsiteY3" fmla="*/ 562719 h 1125438"/>
                <a:gd name="connsiteX4" fmla="*/ 451423 w 539147"/>
                <a:gd name="connsiteY4" fmla="*/ 8843 h 1125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7" h="1125438">
                  <a:moveTo>
                    <a:pt x="539147" y="0"/>
                  </a:moveTo>
                  <a:lnTo>
                    <a:pt x="539147" y="1125438"/>
                  </a:lnTo>
                  <a:lnTo>
                    <a:pt x="451423" y="1116595"/>
                  </a:lnTo>
                  <a:cubicBezTo>
                    <a:pt x="193797" y="1063877"/>
                    <a:pt x="0" y="835930"/>
                    <a:pt x="0" y="562719"/>
                  </a:cubicBezTo>
                  <a:cubicBezTo>
                    <a:pt x="0" y="289509"/>
                    <a:pt x="193797" y="61561"/>
                    <a:pt x="451423" y="8843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0" name="Freeform 80">
              <a:extLst>
                <a:ext uri="{FF2B5EF4-FFF2-40B4-BE49-F238E27FC236}">
                  <a16:creationId xmlns:a16="http://schemas.microsoft.com/office/drawing/2014/main" id="{315A1389-149A-3342-A863-637D42FDB28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2853" y="809010"/>
              <a:ext cx="539147" cy="1125439"/>
            </a:xfrm>
            <a:custGeom>
              <a:avLst/>
              <a:gdLst>
                <a:gd name="connsiteX0" fmla="*/ 539147 w 539147"/>
                <a:gd name="connsiteY0" fmla="*/ 0 h 1125439"/>
                <a:gd name="connsiteX1" fmla="*/ 539147 w 539147"/>
                <a:gd name="connsiteY1" fmla="*/ 1125439 h 1125439"/>
                <a:gd name="connsiteX2" fmla="*/ 451423 w 539147"/>
                <a:gd name="connsiteY2" fmla="*/ 1116595 h 1125439"/>
                <a:gd name="connsiteX3" fmla="*/ 0 w 539147"/>
                <a:gd name="connsiteY3" fmla="*/ 562719 h 1125439"/>
                <a:gd name="connsiteX4" fmla="*/ 451423 w 539147"/>
                <a:gd name="connsiteY4" fmla="*/ 8843 h 1125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7" h="1125439">
                  <a:moveTo>
                    <a:pt x="539147" y="0"/>
                  </a:moveTo>
                  <a:lnTo>
                    <a:pt x="539147" y="1125439"/>
                  </a:lnTo>
                  <a:lnTo>
                    <a:pt x="451423" y="1116595"/>
                  </a:lnTo>
                  <a:cubicBezTo>
                    <a:pt x="193797" y="1063877"/>
                    <a:pt x="0" y="835930"/>
                    <a:pt x="0" y="562719"/>
                  </a:cubicBezTo>
                  <a:cubicBezTo>
                    <a:pt x="0" y="289508"/>
                    <a:pt x="193797" y="61561"/>
                    <a:pt x="451423" y="8843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1" name="Freeform 81">
              <a:extLst>
                <a:ext uri="{FF2B5EF4-FFF2-40B4-BE49-F238E27FC236}">
                  <a16:creationId xmlns:a16="http://schemas.microsoft.com/office/drawing/2014/main" id="{B149CC6F-B6C6-BE46-B451-1BF7D47A893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2853" y="1"/>
              <a:ext cx="539147" cy="562933"/>
            </a:xfrm>
            <a:custGeom>
              <a:avLst/>
              <a:gdLst>
                <a:gd name="connsiteX0" fmla="*/ 22 w 539147"/>
                <a:gd name="connsiteY0" fmla="*/ 0 h 562933"/>
                <a:gd name="connsiteX1" fmla="*/ 539147 w 539147"/>
                <a:gd name="connsiteY1" fmla="*/ 0 h 562933"/>
                <a:gd name="connsiteX2" fmla="*/ 539147 w 539147"/>
                <a:gd name="connsiteY2" fmla="*/ 562933 h 562933"/>
                <a:gd name="connsiteX3" fmla="*/ 451423 w 539147"/>
                <a:gd name="connsiteY3" fmla="*/ 554090 h 562933"/>
                <a:gd name="connsiteX4" fmla="*/ 0 w 539147"/>
                <a:gd name="connsiteY4" fmla="*/ 214 h 5629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7" h="562933">
                  <a:moveTo>
                    <a:pt x="22" y="0"/>
                  </a:moveTo>
                  <a:lnTo>
                    <a:pt x="539147" y="0"/>
                  </a:lnTo>
                  <a:lnTo>
                    <a:pt x="539147" y="562933"/>
                  </a:lnTo>
                  <a:lnTo>
                    <a:pt x="451423" y="554090"/>
                  </a:lnTo>
                  <a:cubicBezTo>
                    <a:pt x="193797" y="501372"/>
                    <a:pt x="0" y="273425"/>
                    <a:pt x="0" y="214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D33A3282-0389-C547-8CA6-7F3E7F27B3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65150" y="6087110"/>
            <a:ext cx="5066001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35" name="Rectangle 34">
            <a:extLst>
              <a:ext uri="{FF2B5EF4-FFF2-40B4-BE49-F238E27FC236}">
                <a16:creationId xmlns:a16="http://schemas.microsoft.com/office/drawing/2014/main" id="{4EFE82FE-7465-AE46-88DF-34D347E83B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2BD88BD-2BC7-7A52-8C45-7B87CF32C9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5150" y="768334"/>
            <a:ext cx="7335835" cy="2866405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7200"/>
              <a:t>Köszönjük a figyelmet!</a:t>
            </a:r>
          </a:p>
        </p:txBody>
      </p: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2DDDFCEF-D5C9-BE40-9979-57040F021F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65150" y="6087110"/>
            <a:ext cx="7335835" cy="0"/>
          </a:xfrm>
          <a:prstGeom prst="line">
            <a:avLst/>
          </a:prstGeom>
          <a:ln w="127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9" name="Group 38">
            <a:extLst>
              <a:ext uri="{FF2B5EF4-FFF2-40B4-BE49-F238E27FC236}">
                <a16:creationId xmlns:a16="http://schemas.microsoft.com/office/drawing/2014/main" id="{1714268B-8C50-CA4E-9D9C-5534290342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8925974" y="0"/>
            <a:ext cx="3266026" cy="6858001"/>
            <a:chOff x="8925974" y="0"/>
            <a:chExt cx="3266026" cy="6858001"/>
          </a:xfrm>
        </p:grpSpPr>
        <p:sp>
          <p:nvSpPr>
            <p:cNvPr id="40" name="Oval 39">
              <a:extLst>
                <a:ext uri="{FF2B5EF4-FFF2-40B4-BE49-F238E27FC236}">
                  <a16:creationId xmlns:a16="http://schemas.microsoft.com/office/drawing/2014/main" id="{8ABEF35D-F220-CC47-918A-86AD6DB4D8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90057" y="806366"/>
              <a:ext cx="1130725" cy="1130724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" name="Freeform 36">
              <a:extLst>
                <a:ext uri="{FF2B5EF4-FFF2-40B4-BE49-F238E27FC236}">
                  <a16:creationId xmlns:a16="http://schemas.microsoft.com/office/drawing/2014/main" id="{C00E500B-D6E7-C64D-BB6C-BCC4F8B7B8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2922" y="6295076"/>
              <a:ext cx="539078" cy="562924"/>
            </a:xfrm>
            <a:custGeom>
              <a:avLst/>
              <a:gdLst>
                <a:gd name="connsiteX0" fmla="*/ 539078 w 539078"/>
                <a:gd name="connsiteY0" fmla="*/ 0 h 562924"/>
                <a:gd name="connsiteX1" fmla="*/ 539078 w 539078"/>
                <a:gd name="connsiteY1" fmla="*/ 562924 h 562924"/>
                <a:gd name="connsiteX2" fmla="*/ 22 w 539078"/>
                <a:gd name="connsiteY2" fmla="*/ 562924 h 562924"/>
                <a:gd name="connsiteX3" fmla="*/ 0 w 539078"/>
                <a:gd name="connsiteY3" fmla="*/ 562712 h 562924"/>
                <a:gd name="connsiteX4" fmla="*/ 451422 w 539078"/>
                <a:gd name="connsiteY4" fmla="*/ 8836 h 5629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078" h="562924">
                  <a:moveTo>
                    <a:pt x="539078" y="0"/>
                  </a:moveTo>
                  <a:lnTo>
                    <a:pt x="539078" y="562924"/>
                  </a:lnTo>
                  <a:lnTo>
                    <a:pt x="22" y="562924"/>
                  </a:lnTo>
                  <a:lnTo>
                    <a:pt x="0" y="562712"/>
                  </a:lnTo>
                  <a:cubicBezTo>
                    <a:pt x="0" y="289501"/>
                    <a:pt x="193796" y="61554"/>
                    <a:pt x="451422" y="8836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2" name="Freeform 37">
              <a:extLst>
                <a:ext uri="{FF2B5EF4-FFF2-40B4-BE49-F238E27FC236}">
                  <a16:creationId xmlns:a16="http://schemas.microsoft.com/office/drawing/2014/main" id="{E738F114-63E2-2F46-879C-39082E11D3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2922" y="3552046"/>
              <a:ext cx="539078" cy="1125424"/>
            </a:xfrm>
            <a:custGeom>
              <a:avLst/>
              <a:gdLst>
                <a:gd name="connsiteX0" fmla="*/ 539078 w 539078"/>
                <a:gd name="connsiteY0" fmla="*/ 0 h 1125424"/>
                <a:gd name="connsiteX1" fmla="*/ 539078 w 539078"/>
                <a:gd name="connsiteY1" fmla="*/ 1125424 h 1125424"/>
                <a:gd name="connsiteX2" fmla="*/ 451423 w 539078"/>
                <a:gd name="connsiteY2" fmla="*/ 1116588 h 1125424"/>
                <a:gd name="connsiteX3" fmla="*/ 0 w 539078"/>
                <a:gd name="connsiteY3" fmla="*/ 562712 h 1125424"/>
                <a:gd name="connsiteX4" fmla="*/ 451423 w 539078"/>
                <a:gd name="connsiteY4" fmla="*/ 8836 h 11254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078" h="1125424">
                  <a:moveTo>
                    <a:pt x="539078" y="0"/>
                  </a:moveTo>
                  <a:lnTo>
                    <a:pt x="539078" y="1125424"/>
                  </a:lnTo>
                  <a:lnTo>
                    <a:pt x="451423" y="1116588"/>
                  </a:lnTo>
                  <a:cubicBezTo>
                    <a:pt x="193797" y="1063870"/>
                    <a:pt x="0" y="835923"/>
                    <a:pt x="0" y="562712"/>
                  </a:cubicBezTo>
                  <a:cubicBezTo>
                    <a:pt x="0" y="289501"/>
                    <a:pt x="193797" y="61554"/>
                    <a:pt x="451423" y="8836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3" name="Freeform 38">
              <a:extLst>
                <a:ext uri="{FF2B5EF4-FFF2-40B4-BE49-F238E27FC236}">
                  <a16:creationId xmlns:a16="http://schemas.microsoft.com/office/drawing/2014/main" id="{02D7001E-46DE-6140-8803-620C53392C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2922" y="2180532"/>
              <a:ext cx="539078" cy="1125425"/>
            </a:xfrm>
            <a:custGeom>
              <a:avLst/>
              <a:gdLst>
                <a:gd name="connsiteX0" fmla="*/ 539078 w 539078"/>
                <a:gd name="connsiteY0" fmla="*/ 0 h 1125425"/>
                <a:gd name="connsiteX1" fmla="*/ 539078 w 539078"/>
                <a:gd name="connsiteY1" fmla="*/ 1125425 h 1125425"/>
                <a:gd name="connsiteX2" fmla="*/ 451423 w 539078"/>
                <a:gd name="connsiteY2" fmla="*/ 1116588 h 1125425"/>
                <a:gd name="connsiteX3" fmla="*/ 0 w 539078"/>
                <a:gd name="connsiteY3" fmla="*/ 562712 h 1125425"/>
                <a:gd name="connsiteX4" fmla="*/ 451423 w 539078"/>
                <a:gd name="connsiteY4" fmla="*/ 8836 h 11254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078" h="1125425">
                  <a:moveTo>
                    <a:pt x="539078" y="0"/>
                  </a:moveTo>
                  <a:lnTo>
                    <a:pt x="539078" y="1125425"/>
                  </a:lnTo>
                  <a:lnTo>
                    <a:pt x="451423" y="1116588"/>
                  </a:lnTo>
                  <a:cubicBezTo>
                    <a:pt x="193797" y="1063870"/>
                    <a:pt x="0" y="835923"/>
                    <a:pt x="0" y="562712"/>
                  </a:cubicBezTo>
                  <a:cubicBezTo>
                    <a:pt x="0" y="289502"/>
                    <a:pt x="193797" y="61554"/>
                    <a:pt x="451423" y="8836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4" name="Freeform 39">
              <a:extLst>
                <a:ext uri="{FF2B5EF4-FFF2-40B4-BE49-F238E27FC236}">
                  <a16:creationId xmlns:a16="http://schemas.microsoft.com/office/drawing/2014/main" id="{BD55182B-F5B7-BC4D-9649-D3A17486E54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2922" y="0"/>
              <a:ext cx="539078" cy="562926"/>
            </a:xfrm>
            <a:custGeom>
              <a:avLst/>
              <a:gdLst>
                <a:gd name="connsiteX0" fmla="*/ 22 w 539078"/>
                <a:gd name="connsiteY0" fmla="*/ 0 h 562926"/>
                <a:gd name="connsiteX1" fmla="*/ 539078 w 539078"/>
                <a:gd name="connsiteY1" fmla="*/ 0 h 562926"/>
                <a:gd name="connsiteX2" fmla="*/ 539078 w 539078"/>
                <a:gd name="connsiteY2" fmla="*/ 562926 h 562926"/>
                <a:gd name="connsiteX3" fmla="*/ 451423 w 539078"/>
                <a:gd name="connsiteY3" fmla="*/ 554090 h 562926"/>
                <a:gd name="connsiteX4" fmla="*/ 0 w 539078"/>
                <a:gd name="connsiteY4" fmla="*/ 214 h 5629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078" h="562926">
                  <a:moveTo>
                    <a:pt x="22" y="0"/>
                  </a:moveTo>
                  <a:lnTo>
                    <a:pt x="539078" y="0"/>
                  </a:lnTo>
                  <a:lnTo>
                    <a:pt x="539078" y="562926"/>
                  </a:lnTo>
                  <a:lnTo>
                    <a:pt x="451423" y="554090"/>
                  </a:lnTo>
                  <a:cubicBezTo>
                    <a:pt x="193797" y="501372"/>
                    <a:pt x="0" y="273425"/>
                    <a:pt x="0" y="21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5" name="Freeform 40">
              <a:extLst>
                <a:ext uri="{FF2B5EF4-FFF2-40B4-BE49-F238E27FC236}">
                  <a16:creationId xmlns:a16="http://schemas.microsoft.com/office/drawing/2014/main" id="{E2A11AC1-65D6-254F-8C03-98312331D67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25976" y="0"/>
              <a:ext cx="1130725" cy="565362"/>
            </a:xfrm>
            <a:custGeom>
              <a:avLst/>
              <a:gdLst>
                <a:gd name="connsiteX0" fmla="*/ 0 w 1130725"/>
                <a:gd name="connsiteY0" fmla="*/ 0 h 565362"/>
                <a:gd name="connsiteX1" fmla="*/ 25420 w 1130725"/>
                <a:gd name="connsiteY1" fmla="*/ 0 h 565362"/>
                <a:gd name="connsiteX2" fmla="*/ 36369 w 1130725"/>
                <a:gd name="connsiteY2" fmla="*/ 108609 h 565362"/>
                <a:gd name="connsiteX3" fmla="*/ 565363 w 1130725"/>
                <a:gd name="connsiteY3" fmla="*/ 539750 h 565362"/>
                <a:gd name="connsiteX4" fmla="*/ 1094356 w 1130725"/>
                <a:gd name="connsiteY4" fmla="*/ 108609 h 565362"/>
                <a:gd name="connsiteX5" fmla="*/ 1105305 w 1130725"/>
                <a:gd name="connsiteY5" fmla="*/ 0 h 565362"/>
                <a:gd name="connsiteX6" fmla="*/ 1130725 w 1130725"/>
                <a:gd name="connsiteY6" fmla="*/ 0 h 565362"/>
                <a:gd name="connsiteX7" fmla="*/ 565363 w 1130725"/>
                <a:gd name="connsiteY7" fmla="*/ 565362 h 565362"/>
                <a:gd name="connsiteX8" fmla="*/ 0 w 1130725"/>
                <a:gd name="connsiteY8" fmla="*/ 0 h 5653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130725" h="565362">
                  <a:moveTo>
                    <a:pt x="0" y="0"/>
                  </a:moveTo>
                  <a:lnTo>
                    <a:pt x="25420" y="0"/>
                  </a:lnTo>
                  <a:lnTo>
                    <a:pt x="36369" y="108609"/>
                  </a:lnTo>
                  <a:cubicBezTo>
                    <a:pt x="86718" y="354660"/>
                    <a:pt x="304425" y="539750"/>
                    <a:pt x="565363" y="539750"/>
                  </a:cubicBezTo>
                  <a:cubicBezTo>
                    <a:pt x="826300" y="539750"/>
                    <a:pt x="1044007" y="354660"/>
                    <a:pt x="1094356" y="108609"/>
                  </a:cubicBezTo>
                  <a:lnTo>
                    <a:pt x="1105305" y="0"/>
                  </a:lnTo>
                  <a:lnTo>
                    <a:pt x="1130725" y="0"/>
                  </a:lnTo>
                  <a:cubicBezTo>
                    <a:pt x="1130725" y="312241"/>
                    <a:pt x="877604" y="565362"/>
                    <a:pt x="565363" y="565362"/>
                  </a:cubicBezTo>
                  <a:cubicBezTo>
                    <a:pt x="253121" y="565362"/>
                    <a:pt x="0" y="312241"/>
                    <a:pt x="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6" name="Freeform 41">
              <a:extLst>
                <a:ext uri="{FF2B5EF4-FFF2-40B4-BE49-F238E27FC236}">
                  <a16:creationId xmlns:a16="http://schemas.microsoft.com/office/drawing/2014/main" id="{3F2B5374-F243-F34E-BC5C-861BA70ECA9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90805" y="0"/>
              <a:ext cx="1130726" cy="565362"/>
            </a:xfrm>
            <a:custGeom>
              <a:avLst/>
              <a:gdLst>
                <a:gd name="connsiteX0" fmla="*/ 0 w 1130726"/>
                <a:gd name="connsiteY0" fmla="*/ 0 h 565362"/>
                <a:gd name="connsiteX1" fmla="*/ 25421 w 1130726"/>
                <a:gd name="connsiteY1" fmla="*/ 0 h 565362"/>
                <a:gd name="connsiteX2" fmla="*/ 36370 w 1130726"/>
                <a:gd name="connsiteY2" fmla="*/ 108609 h 565362"/>
                <a:gd name="connsiteX3" fmla="*/ 565364 w 1130726"/>
                <a:gd name="connsiteY3" fmla="*/ 539750 h 565362"/>
                <a:gd name="connsiteX4" fmla="*/ 1094357 w 1130726"/>
                <a:gd name="connsiteY4" fmla="*/ 108609 h 565362"/>
                <a:gd name="connsiteX5" fmla="*/ 1105306 w 1130726"/>
                <a:gd name="connsiteY5" fmla="*/ 0 h 565362"/>
                <a:gd name="connsiteX6" fmla="*/ 1130726 w 1130726"/>
                <a:gd name="connsiteY6" fmla="*/ 0 h 565362"/>
                <a:gd name="connsiteX7" fmla="*/ 565364 w 1130726"/>
                <a:gd name="connsiteY7" fmla="*/ 565362 h 565362"/>
                <a:gd name="connsiteX8" fmla="*/ 0 w 1130726"/>
                <a:gd name="connsiteY8" fmla="*/ 0 h 5653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130726" h="565362">
                  <a:moveTo>
                    <a:pt x="0" y="0"/>
                  </a:moveTo>
                  <a:lnTo>
                    <a:pt x="25421" y="0"/>
                  </a:lnTo>
                  <a:lnTo>
                    <a:pt x="36370" y="108609"/>
                  </a:lnTo>
                  <a:cubicBezTo>
                    <a:pt x="86719" y="354660"/>
                    <a:pt x="304426" y="539750"/>
                    <a:pt x="565364" y="539750"/>
                  </a:cubicBezTo>
                  <a:cubicBezTo>
                    <a:pt x="826301" y="539750"/>
                    <a:pt x="1044008" y="354660"/>
                    <a:pt x="1094357" y="108609"/>
                  </a:cubicBezTo>
                  <a:lnTo>
                    <a:pt x="1105306" y="0"/>
                  </a:lnTo>
                  <a:lnTo>
                    <a:pt x="1130726" y="0"/>
                  </a:lnTo>
                  <a:cubicBezTo>
                    <a:pt x="1130726" y="312241"/>
                    <a:pt x="877604" y="565362"/>
                    <a:pt x="565364" y="565362"/>
                  </a:cubicBezTo>
                  <a:cubicBezTo>
                    <a:pt x="253123" y="565362"/>
                    <a:pt x="0" y="312241"/>
                    <a:pt x="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7" name="Freeform 42">
              <a:extLst>
                <a:ext uri="{FF2B5EF4-FFF2-40B4-BE49-F238E27FC236}">
                  <a16:creationId xmlns:a16="http://schemas.microsoft.com/office/drawing/2014/main" id="{84DEF8D9-0016-6E40-A7C9-BF7C523F8B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5636" y="809288"/>
              <a:ext cx="536364" cy="1124878"/>
            </a:xfrm>
            <a:custGeom>
              <a:avLst/>
              <a:gdLst>
                <a:gd name="connsiteX0" fmla="*/ 536364 w 536364"/>
                <a:gd name="connsiteY0" fmla="*/ 0 h 1124878"/>
                <a:gd name="connsiteX1" fmla="*/ 536364 w 536364"/>
                <a:gd name="connsiteY1" fmla="*/ 25187 h 1124878"/>
                <a:gd name="connsiteX2" fmla="*/ 456541 w 536364"/>
                <a:gd name="connsiteY2" fmla="*/ 33233 h 1124878"/>
                <a:gd name="connsiteX3" fmla="*/ 25399 w 536364"/>
                <a:gd name="connsiteY3" fmla="*/ 562226 h 1124878"/>
                <a:gd name="connsiteX4" fmla="*/ 456541 w 536364"/>
                <a:gd name="connsiteY4" fmla="*/ 1091219 h 1124878"/>
                <a:gd name="connsiteX5" fmla="*/ 536364 w 536364"/>
                <a:gd name="connsiteY5" fmla="*/ 1099266 h 1124878"/>
                <a:gd name="connsiteX6" fmla="*/ 536364 w 536364"/>
                <a:gd name="connsiteY6" fmla="*/ 1124878 h 1124878"/>
                <a:gd name="connsiteX7" fmla="*/ 451423 w 536364"/>
                <a:gd name="connsiteY7" fmla="*/ 1116315 h 1124878"/>
                <a:gd name="connsiteX8" fmla="*/ 0 w 536364"/>
                <a:gd name="connsiteY8" fmla="*/ 562439 h 1124878"/>
                <a:gd name="connsiteX9" fmla="*/ 451423 w 536364"/>
                <a:gd name="connsiteY9" fmla="*/ 8563 h 11248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36364" h="1124878">
                  <a:moveTo>
                    <a:pt x="536364" y="0"/>
                  </a:moveTo>
                  <a:lnTo>
                    <a:pt x="536364" y="25187"/>
                  </a:lnTo>
                  <a:lnTo>
                    <a:pt x="456541" y="33233"/>
                  </a:lnTo>
                  <a:cubicBezTo>
                    <a:pt x="210489" y="83583"/>
                    <a:pt x="25399" y="301290"/>
                    <a:pt x="25399" y="562226"/>
                  </a:cubicBezTo>
                  <a:cubicBezTo>
                    <a:pt x="25399" y="823163"/>
                    <a:pt x="210489" y="1040870"/>
                    <a:pt x="456541" y="1091219"/>
                  </a:cubicBezTo>
                  <a:lnTo>
                    <a:pt x="536364" y="1099266"/>
                  </a:lnTo>
                  <a:lnTo>
                    <a:pt x="536364" y="1124878"/>
                  </a:lnTo>
                  <a:lnTo>
                    <a:pt x="451423" y="1116315"/>
                  </a:lnTo>
                  <a:cubicBezTo>
                    <a:pt x="193797" y="1063597"/>
                    <a:pt x="0" y="835650"/>
                    <a:pt x="0" y="562439"/>
                  </a:cubicBezTo>
                  <a:cubicBezTo>
                    <a:pt x="0" y="289228"/>
                    <a:pt x="193797" y="61281"/>
                    <a:pt x="451423" y="856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8" name="Freeform 43">
              <a:extLst>
                <a:ext uri="{FF2B5EF4-FFF2-40B4-BE49-F238E27FC236}">
                  <a16:creationId xmlns:a16="http://schemas.microsoft.com/office/drawing/2014/main" id="{7A87F92E-7BB7-CF40-B9F4-F6A76E4802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90805" y="2178092"/>
              <a:ext cx="1130726" cy="1130724"/>
            </a:xfrm>
            <a:custGeom>
              <a:avLst/>
              <a:gdLst>
                <a:gd name="connsiteX0" fmla="*/ 565363 w 1130726"/>
                <a:gd name="connsiteY0" fmla="*/ 25186 h 1130724"/>
                <a:gd name="connsiteX1" fmla="*/ 25399 w 1130726"/>
                <a:gd name="connsiteY1" fmla="*/ 565149 h 1130724"/>
                <a:gd name="connsiteX2" fmla="*/ 565363 w 1130726"/>
                <a:gd name="connsiteY2" fmla="*/ 1105112 h 1130724"/>
                <a:gd name="connsiteX3" fmla="*/ 1105327 w 1130726"/>
                <a:gd name="connsiteY3" fmla="*/ 565149 h 1130724"/>
                <a:gd name="connsiteX4" fmla="*/ 565363 w 1130726"/>
                <a:gd name="connsiteY4" fmla="*/ 25186 h 1130724"/>
                <a:gd name="connsiteX5" fmla="*/ 565363 w 1130726"/>
                <a:gd name="connsiteY5" fmla="*/ 0 h 1130724"/>
                <a:gd name="connsiteX6" fmla="*/ 1130726 w 1130726"/>
                <a:gd name="connsiteY6" fmla="*/ 565362 h 1130724"/>
                <a:gd name="connsiteX7" fmla="*/ 565363 w 1130726"/>
                <a:gd name="connsiteY7" fmla="*/ 1130724 h 1130724"/>
                <a:gd name="connsiteX8" fmla="*/ 0 w 1130726"/>
                <a:gd name="connsiteY8" fmla="*/ 565362 h 1130724"/>
                <a:gd name="connsiteX9" fmla="*/ 565363 w 1130726"/>
                <a:gd name="connsiteY9" fmla="*/ 0 h 11307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130726" h="1130724">
                  <a:moveTo>
                    <a:pt x="565363" y="25186"/>
                  </a:moveTo>
                  <a:cubicBezTo>
                    <a:pt x="267149" y="25186"/>
                    <a:pt x="25399" y="266936"/>
                    <a:pt x="25399" y="565149"/>
                  </a:cubicBezTo>
                  <a:cubicBezTo>
                    <a:pt x="25399" y="863362"/>
                    <a:pt x="267149" y="1105112"/>
                    <a:pt x="565363" y="1105112"/>
                  </a:cubicBezTo>
                  <a:cubicBezTo>
                    <a:pt x="863577" y="1105112"/>
                    <a:pt x="1105327" y="863362"/>
                    <a:pt x="1105327" y="565149"/>
                  </a:cubicBezTo>
                  <a:cubicBezTo>
                    <a:pt x="1105327" y="266936"/>
                    <a:pt x="863577" y="25186"/>
                    <a:pt x="565363" y="25186"/>
                  </a:cubicBezTo>
                  <a:close/>
                  <a:moveTo>
                    <a:pt x="565363" y="0"/>
                  </a:moveTo>
                  <a:cubicBezTo>
                    <a:pt x="877604" y="0"/>
                    <a:pt x="1130726" y="253121"/>
                    <a:pt x="1130726" y="565362"/>
                  </a:cubicBezTo>
                  <a:cubicBezTo>
                    <a:pt x="1130726" y="877603"/>
                    <a:pt x="877604" y="1130724"/>
                    <a:pt x="565363" y="1130724"/>
                  </a:cubicBezTo>
                  <a:cubicBezTo>
                    <a:pt x="253122" y="1130724"/>
                    <a:pt x="0" y="877603"/>
                    <a:pt x="0" y="565362"/>
                  </a:cubicBezTo>
                  <a:cubicBezTo>
                    <a:pt x="0" y="253121"/>
                    <a:pt x="253122" y="0"/>
                    <a:pt x="56536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9" name="Freeform 44">
              <a:extLst>
                <a:ext uri="{FF2B5EF4-FFF2-40B4-BE49-F238E27FC236}">
                  <a16:creationId xmlns:a16="http://schemas.microsoft.com/office/drawing/2014/main" id="{3956B80A-36C5-A84F-A57F-2264B346008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25974" y="806365"/>
              <a:ext cx="1130726" cy="1130724"/>
            </a:xfrm>
            <a:custGeom>
              <a:avLst/>
              <a:gdLst>
                <a:gd name="connsiteX0" fmla="*/ 565363 w 1130726"/>
                <a:gd name="connsiteY0" fmla="*/ 25186 h 1130724"/>
                <a:gd name="connsiteX1" fmla="*/ 25399 w 1130726"/>
                <a:gd name="connsiteY1" fmla="*/ 565149 h 1130724"/>
                <a:gd name="connsiteX2" fmla="*/ 565363 w 1130726"/>
                <a:gd name="connsiteY2" fmla="*/ 1105112 h 1130724"/>
                <a:gd name="connsiteX3" fmla="*/ 1105327 w 1130726"/>
                <a:gd name="connsiteY3" fmla="*/ 565149 h 1130724"/>
                <a:gd name="connsiteX4" fmla="*/ 565363 w 1130726"/>
                <a:gd name="connsiteY4" fmla="*/ 25186 h 1130724"/>
                <a:gd name="connsiteX5" fmla="*/ 565363 w 1130726"/>
                <a:gd name="connsiteY5" fmla="*/ 0 h 1130724"/>
                <a:gd name="connsiteX6" fmla="*/ 1130726 w 1130726"/>
                <a:gd name="connsiteY6" fmla="*/ 565362 h 1130724"/>
                <a:gd name="connsiteX7" fmla="*/ 565363 w 1130726"/>
                <a:gd name="connsiteY7" fmla="*/ 1130724 h 1130724"/>
                <a:gd name="connsiteX8" fmla="*/ 0 w 1130726"/>
                <a:gd name="connsiteY8" fmla="*/ 565362 h 1130724"/>
                <a:gd name="connsiteX9" fmla="*/ 565363 w 1130726"/>
                <a:gd name="connsiteY9" fmla="*/ 0 h 11307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130726" h="1130724">
                  <a:moveTo>
                    <a:pt x="565363" y="25186"/>
                  </a:moveTo>
                  <a:cubicBezTo>
                    <a:pt x="267149" y="25186"/>
                    <a:pt x="25399" y="266936"/>
                    <a:pt x="25399" y="565149"/>
                  </a:cubicBezTo>
                  <a:cubicBezTo>
                    <a:pt x="25399" y="863362"/>
                    <a:pt x="267149" y="1105112"/>
                    <a:pt x="565363" y="1105112"/>
                  </a:cubicBezTo>
                  <a:cubicBezTo>
                    <a:pt x="863577" y="1105112"/>
                    <a:pt x="1105327" y="863362"/>
                    <a:pt x="1105327" y="565149"/>
                  </a:cubicBezTo>
                  <a:cubicBezTo>
                    <a:pt x="1105327" y="266936"/>
                    <a:pt x="863577" y="25186"/>
                    <a:pt x="565363" y="25186"/>
                  </a:cubicBezTo>
                  <a:close/>
                  <a:moveTo>
                    <a:pt x="565363" y="0"/>
                  </a:moveTo>
                  <a:cubicBezTo>
                    <a:pt x="877604" y="0"/>
                    <a:pt x="1130726" y="253121"/>
                    <a:pt x="1130726" y="565362"/>
                  </a:cubicBezTo>
                  <a:cubicBezTo>
                    <a:pt x="1130726" y="877603"/>
                    <a:pt x="877604" y="1130724"/>
                    <a:pt x="565363" y="1130724"/>
                  </a:cubicBezTo>
                  <a:cubicBezTo>
                    <a:pt x="253122" y="1130724"/>
                    <a:pt x="0" y="877603"/>
                    <a:pt x="0" y="565362"/>
                  </a:cubicBezTo>
                  <a:cubicBezTo>
                    <a:pt x="0" y="253121"/>
                    <a:pt x="253122" y="0"/>
                    <a:pt x="56536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50" name="Freeform 45">
              <a:extLst>
                <a:ext uri="{FF2B5EF4-FFF2-40B4-BE49-F238E27FC236}">
                  <a16:creationId xmlns:a16="http://schemas.microsoft.com/office/drawing/2014/main" id="{F3F753EA-9ED0-B749-B25F-1D359659FB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90805" y="3549819"/>
              <a:ext cx="1130726" cy="1130724"/>
            </a:xfrm>
            <a:custGeom>
              <a:avLst/>
              <a:gdLst>
                <a:gd name="connsiteX0" fmla="*/ 565363 w 1130726"/>
                <a:gd name="connsiteY0" fmla="*/ 25186 h 1130724"/>
                <a:gd name="connsiteX1" fmla="*/ 25399 w 1130726"/>
                <a:gd name="connsiteY1" fmla="*/ 565149 h 1130724"/>
                <a:gd name="connsiteX2" fmla="*/ 565363 w 1130726"/>
                <a:gd name="connsiteY2" fmla="*/ 1105112 h 1130724"/>
                <a:gd name="connsiteX3" fmla="*/ 1105327 w 1130726"/>
                <a:gd name="connsiteY3" fmla="*/ 565149 h 1130724"/>
                <a:gd name="connsiteX4" fmla="*/ 565363 w 1130726"/>
                <a:gd name="connsiteY4" fmla="*/ 25186 h 1130724"/>
                <a:gd name="connsiteX5" fmla="*/ 565363 w 1130726"/>
                <a:gd name="connsiteY5" fmla="*/ 0 h 1130724"/>
                <a:gd name="connsiteX6" fmla="*/ 1130726 w 1130726"/>
                <a:gd name="connsiteY6" fmla="*/ 565362 h 1130724"/>
                <a:gd name="connsiteX7" fmla="*/ 565363 w 1130726"/>
                <a:gd name="connsiteY7" fmla="*/ 1130724 h 1130724"/>
                <a:gd name="connsiteX8" fmla="*/ 0 w 1130726"/>
                <a:gd name="connsiteY8" fmla="*/ 565362 h 1130724"/>
                <a:gd name="connsiteX9" fmla="*/ 565363 w 1130726"/>
                <a:gd name="connsiteY9" fmla="*/ 0 h 11307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130726" h="1130724">
                  <a:moveTo>
                    <a:pt x="565363" y="25186"/>
                  </a:moveTo>
                  <a:cubicBezTo>
                    <a:pt x="267149" y="25186"/>
                    <a:pt x="25399" y="266936"/>
                    <a:pt x="25399" y="565149"/>
                  </a:cubicBezTo>
                  <a:cubicBezTo>
                    <a:pt x="25399" y="863362"/>
                    <a:pt x="267149" y="1105112"/>
                    <a:pt x="565363" y="1105112"/>
                  </a:cubicBezTo>
                  <a:cubicBezTo>
                    <a:pt x="863577" y="1105112"/>
                    <a:pt x="1105327" y="863362"/>
                    <a:pt x="1105327" y="565149"/>
                  </a:cubicBezTo>
                  <a:cubicBezTo>
                    <a:pt x="1105327" y="266936"/>
                    <a:pt x="863577" y="25186"/>
                    <a:pt x="565363" y="25186"/>
                  </a:cubicBezTo>
                  <a:close/>
                  <a:moveTo>
                    <a:pt x="565363" y="0"/>
                  </a:moveTo>
                  <a:cubicBezTo>
                    <a:pt x="877604" y="0"/>
                    <a:pt x="1130726" y="253121"/>
                    <a:pt x="1130726" y="565362"/>
                  </a:cubicBezTo>
                  <a:cubicBezTo>
                    <a:pt x="1130726" y="877603"/>
                    <a:pt x="877604" y="1130724"/>
                    <a:pt x="565363" y="1130724"/>
                  </a:cubicBezTo>
                  <a:cubicBezTo>
                    <a:pt x="253122" y="1130724"/>
                    <a:pt x="0" y="877603"/>
                    <a:pt x="0" y="565362"/>
                  </a:cubicBezTo>
                  <a:cubicBezTo>
                    <a:pt x="0" y="253121"/>
                    <a:pt x="253122" y="0"/>
                    <a:pt x="56536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51" name="Freeform 46">
              <a:extLst>
                <a:ext uri="{FF2B5EF4-FFF2-40B4-BE49-F238E27FC236}">
                  <a16:creationId xmlns:a16="http://schemas.microsoft.com/office/drawing/2014/main" id="{4C348B07-3AA5-3142-A06C-D2FAA39227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5636" y="4924471"/>
              <a:ext cx="536364" cy="1124877"/>
            </a:xfrm>
            <a:custGeom>
              <a:avLst/>
              <a:gdLst>
                <a:gd name="connsiteX0" fmla="*/ 536364 w 536364"/>
                <a:gd name="connsiteY0" fmla="*/ 0 h 1124877"/>
                <a:gd name="connsiteX1" fmla="*/ 536364 w 536364"/>
                <a:gd name="connsiteY1" fmla="*/ 25186 h 1124877"/>
                <a:gd name="connsiteX2" fmla="*/ 456541 w 536364"/>
                <a:gd name="connsiteY2" fmla="*/ 33232 h 1124877"/>
                <a:gd name="connsiteX3" fmla="*/ 25399 w 536364"/>
                <a:gd name="connsiteY3" fmla="*/ 562225 h 1124877"/>
                <a:gd name="connsiteX4" fmla="*/ 456541 w 536364"/>
                <a:gd name="connsiteY4" fmla="*/ 1091218 h 1124877"/>
                <a:gd name="connsiteX5" fmla="*/ 536364 w 536364"/>
                <a:gd name="connsiteY5" fmla="*/ 1099265 h 1124877"/>
                <a:gd name="connsiteX6" fmla="*/ 536364 w 536364"/>
                <a:gd name="connsiteY6" fmla="*/ 1124877 h 1124877"/>
                <a:gd name="connsiteX7" fmla="*/ 451423 w 536364"/>
                <a:gd name="connsiteY7" fmla="*/ 1116314 h 1124877"/>
                <a:gd name="connsiteX8" fmla="*/ 0 w 536364"/>
                <a:gd name="connsiteY8" fmla="*/ 562438 h 1124877"/>
                <a:gd name="connsiteX9" fmla="*/ 451423 w 536364"/>
                <a:gd name="connsiteY9" fmla="*/ 8562 h 11248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36364" h="1124877">
                  <a:moveTo>
                    <a:pt x="536364" y="0"/>
                  </a:moveTo>
                  <a:lnTo>
                    <a:pt x="536364" y="25186"/>
                  </a:lnTo>
                  <a:lnTo>
                    <a:pt x="456541" y="33232"/>
                  </a:lnTo>
                  <a:cubicBezTo>
                    <a:pt x="210489" y="83582"/>
                    <a:pt x="25399" y="301289"/>
                    <a:pt x="25399" y="562225"/>
                  </a:cubicBezTo>
                  <a:cubicBezTo>
                    <a:pt x="25399" y="823162"/>
                    <a:pt x="210489" y="1040869"/>
                    <a:pt x="456541" y="1091218"/>
                  </a:cubicBezTo>
                  <a:lnTo>
                    <a:pt x="536364" y="1099265"/>
                  </a:lnTo>
                  <a:lnTo>
                    <a:pt x="536364" y="1124877"/>
                  </a:lnTo>
                  <a:lnTo>
                    <a:pt x="451423" y="1116314"/>
                  </a:lnTo>
                  <a:cubicBezTo>
                    <a:pt x="193797" y="1063596"/>
                    <a:pt x="0" y="835649"/>
                    <a:pt x="0" y="562438"/>
                  </a:cubicBezTo>
                  <a:cubicBezTo>
                    <a:pt x="0" y="289227"/>
                    <a:pt x="193797" y="61280"/>
                    <a:pt x="451423" y="856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52" name="Freeform 47">
              <a:extLst>
                <a:ext uri="{FF2B5EF4-FFF2-40B4-BE49-F238E27FC236}">
                  <a16:creationId xmlns:a16="http://schemas.microsoft.com/office/drawing/2014/main" id="{C3ED9540-E9D6-9D41-994B-55874068AF7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90869" y="6293274"/>
              <a:ext cx="1130598" cy="564727"/>
            </a:xfrm>
            <a:custGeom>
              <a:avLst/>
              <a:gdLst>
                <a:gd name="connsiteX0" fmla="*/ 565300 w 1130598"/>
                <a:gd name="connsiteY0" fmla="*/ 0 h 564727"/>
                <a:gd name="connsiteX1" fmla="*/ 1119176 w 1130598"/>
                <a:gd name="connsiteY1" fmla="*/ 451422 h 564727"/>
                <a:gd name="connsiteX2" fmla="*/ 1130598 w 1130598"/>
                <a:gd name="connsiteY2" fmla="*/ 564727 h 564727"/>
                <a:gd name="connsiteX3" fmla="*/ 1105221 w 1130598"/>
                <a:gd name="connsiteY3" fmla="*/ 564727 h 564727"/>
                <a:gd name="connsiteX4" fmla="*/ 1094293 w 1130598"/>
                <a:gd name="connsiteY4" fmla="*/ 456328 h 564727"/>
                <a:gd name="connsiteX5" fmla="*/ 565300 w 1130598"/>
                <a:gd name="connsiteY5" fmla="*/ 25186 h 564727"/>
                <a:gd name="connsiteX6" fmla="*/ 36306 w 1130598"/>
                <a:gd name="connsiteY6" fmla="*/ 456328 h 564727"/>
                <a:gd name="connsiteX7" fmla="*/ 25378 w 1130598"/>
                <a:gd name="connsiteY7" fmla="*/ 564727 h 564727"/>
                <a:gd name="connsiteX8" fmla="*/ 0 w 1130598"/>
                <a:gd name="connsiteY8" fmla="*/ 564727 h 564727"/>
                <a:gd name="connsiteX9" fmla="*/ 11423 w 1130598"/>
                <a:gd name="connsiteY9" fmla="*/ 451422 h 564727"/>
                <a:gd name="connsiteX10" fmla="*/ 565300 w 1130598"/>
                <a:gd name="connsiteY10" fmla="*/ 0 h 5647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30598" h="564727">
                  <a:moveTo>
                    <a:pt x="565300" y="0"/>
                  </a:moveTo>
                  <a:cubicBezTo>
                    <a:pt x="838510" y="0"/>
                    <a:pt x="1066458" y="193796"/>
                    <a:pt x="1119176" y="451422"/>
                  </a:cubicBezTo>
                  <a:lnTo>
                    <a:pt x="1130598" y="564727"/>
                  </a:lnTo>
                  <a:lnTo>
                    <a:pt x="1105221" y="564727"/>
                  </a:lnTo>
                  <a:lnTo>
                    <a:pt x="1094293" y="456328"/>
                  </a:lnTo>
                  <a:cubicBezTo>
                    <a:pt x="1043944" y="210276"/>
                    <a:pt x="826237" y="25186"/>
                    <a:pt x="565300" y="25186"/>
                  </a:cubicBezTo>
                  <a:cubicBezTo>
                    <a:pt x="304362" y="25186"/>
                    <a:pt x="86655" y="210276"/>
                    <a:pt x="36306" y="456328"/>
                  </a:cubicBezTo>
                  <a:lnTo>
                    <a:pt x="25378" y="564727"/>
                  </a:lnTo>
                  <a:lnTo>
                    <a:pt x="0" y="564727"/>
                  </a:lnTo>
                  <a:lnTo>
                    <a:pt x="11423" y="451422"/>
                  </a:lnTo>
                  <a:cubicBezTo>
                    <a:pt x="64141" y="193796"/>
                    <a:pt x="292089" y="0"/>
                    <a:pt x="56530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40610610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theme/theme1.xml><?xml version="1.0" encoding="utf-8"?>
<a:theme xmlns:a="http://schemas.openxmlformats.org/drawingml/2006/main" name="PunchcardVTI">
  <a:themeElements>
    <a:clrScheme name="Punchcard">
      <a:dk1>
        <a:srgbClr val="000000"/>
      </a:dk1>
      <a:lt1>
        <a:srgbClr val="FFFFFF"/>
      </a:lt1>
      <a:dk2>
        <a:srgbClr val="00224B"/>
      </a:dk2>
      <a:lt2>
        <a:srgbClr val="EFF0EF"/>
      </a:lt2>
      <a:accent1>
        <a:srgbClr val="00B2F3"/>
      </a:accent1>
      <a:accent2>
        <a:srgbClr val="0471CC"/>
      </a:accent2>
      <a:accent3>
        <a:srgbClr val="14BBA9"/>
      </a:accent3>
      <a:accent4>
        <a:srgbClr val="8BB93B"/>
      </a:accent4>
      <a:accent5>
        <a:srgbClr val="EC970C"/>
      </a:accent5>
      <a:accent6>
        <a:srgbClr val="F55822"/>
      </a:accent6>
      <a:hlink>
        <a:srgbClr val="008EE6"/>
      </a:hlink>
      <a:folHlink>
        <a:srgbClr val="808C8E"/>
      </a:folHlink>
    </a:clrScheme>
    <a:fontScheme name="Punchcard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unchcardVTI" id="{C7262591-AF98-8F48-B56D-6342D2439B1A}" vid="{261D9F73-974A-B14E-9EAF-4871CCA60BB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Application>Microsoft Office PowerPoint</Application>
  <PresentationFormat>Widescreen</PresentationFormat>
  <Slides>23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4" baseType="lpstr">
      <vt:lpstr>PunchcardVTI</vt:lpstr>
      <vt:lpstr>Cipőbazár</vt:lpstr>
      <vt:lpstr>A projekt rövid bemutatása</vt:lpstr>
      <vt:lpstr>Fejlesztői eszköztár</vt:lpstr>
      <vt:lpstr>Fájlstruktúra </vt:lpstr>
      <vt:lpstr>A központi vezérlő </vt:lpstr>
      <vt:lpstr>Regisztráció és bejelentkezés</vt:lpstr>
      <vt:lpstr>Terméklista oldal</vt:lpstr>
      <vt:lpstr>Élő keresés</vt:lpstr>
      <vt:lpstr>Termék részletes oldal</vt:lpstr>
      <vt:lpstr>Kosár működése – kétféle azonosítás</vt:lpstr>
      <vt:lpstr>Kosárba helyezés AJAX-szal</vt:lpstr>
      <vt:lpstr>Kosár mennyiség frissítése AJAX</vt:lpstr>
      <vt:lpstr>Pénztár - űrlap validáció</vt:lpstr>
      <vt:lpstr>PayPal integráció</vt:lpstr>
      <vt:lpstr>Sikeres fizetés feldolgozása</vt:lpstr>
      <vt:lpstr>Admin felület I. – Termékek kezelése</vt:lpstr>
      <vt:lpstr>Admin felület II. – Felhasználók, rendelések, kommentek</vt:lpstr>
      <vt:lpstr>Hibák, amikkel találkoztunk, és tapasztalatok</vt:lpstr>
      <vt:lpstr>Tapasztalatok:  A PDO paraméterezett lekérdezései megbízható védelmet nyújtanak  Az AJAX jelentősen javítja a felhasználói élményt (kosár frissítés, élő keresés)  A session-alapú vendég kosár lehetővé teszi a regisztráció nélküli vásárlást  Az admin felület CRUD műveletei rugalmas termék- és felhasználókezelést biztosítanak</vt:lpstr>
      <vt:lpstr>Adatbázis Felépítése</vt:lpstr>
      <vt:lpstr>Továbbfejlesztési lehetőségek</vt:lpstr>
      <vt:lpstr>PowerPoint Presentation</vt:lpstr>
      <vt:lpstr>Köszönjük a figyelmet!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revision>2</cp:revision>
  <dcterms:created xsi:type="dcterms:W3CDTF">2026-04-20T14:39:44Z</dcterms:created>
  <dcterms:modified xsi:type="dcterms:W3CDTF">2026-04-21T15:57:04Z</dcterms:modified>
</cp:coreProperties>
</file>